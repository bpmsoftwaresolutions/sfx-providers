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ec7bc12eec4bae" /><Relationship Type="http://schemas.openxmlformats.org/officeDocument/2006/relationships/extended-properties" Target="/docProps/app.xml" Id="Rc17a7c73245a412f" /><Relationship Type="http://schemas.openxmlformats.org/officeDocument/2006/relationships/officeDocument" Target="/ppt/presentation.xml" Id="Ra1b0dbd5dcb44cb2" /></Relationships>
</file>

<file path=ppt/presentation.xml><?xml version="1.0" encoding="utf-8"?>
<p:presentation xmlns:p="http://schemas.openxmlformats.org/presentationml/2006/main">
  <p:sldMasterIdLst>
    <p:sldMasterId xmlns:r="http://schemas.openxmlformats.org/officeDocument/2006/relationships" id="2147483648" r:id="R6101c69901a1472a"/>
  </p:sldMasterIdLst>
  <p:notesMasterIdLst>
    <p:notesMasterId xmlns:r="http://schemas.openxmlformats.org/officeDocument/2006/relationships" r:id="R2e570ffa05124b2a"/>
  </p:notesMasterIdLst>
  <p:sldIdLst>
    <p:sldId xmlns:r="http://schemas.openxmlformats.org/officeDocument/2006/relationships" id="256" r:id="R1edc6f07e92d4e1e"/>
    <p:sldId xmlns:r="http://schemas.openxmlformats.org/officeDocument/2006/relationships" id="257" r:id="R13fa06ff836747d7"/>
    <p:sldId xmlns:r="http://schemas.openxmlformats.org/officeDocument/2006/relationships" id="258" r:id="Rc010d3406017493c"/>
    <p:sldId xmlns:r="http://schemas.openxmlformats.org/officeDocument/2006/relationships" id="259" r:id="Rbcc4053d14764793"/>
    <p:sldId xmlns:r="http://schemas.openxmlformats.org/officeDocument/2006/relationships" id="260" r:id="R6cb853929191434e"/>
    <p:sldId xmlns:r="http://schemas.openxmlformats.org/officeDocument/2006/relationships" id="261" r:id="R7eb0bd1a910a4f55"/>
    <p:sldId xmlns:r="http://schemas.openxmlformats.org/officeDocument/2006/relationships" id="262" r:id="Raf230be42abc4ff5"/>
    <p:sldId xmlns:r="http://schemas.openxmlformats.org/officeDocument/2006/relationships" id="263" r:id="Rf0549bc8593f45fb"/>
    <p:sldId xmlns:r="http://schemas.openxmlformats.org/officeDocument/2006/relationships" id="264" r:id="Rf8b3a80b05d244d9"/>
    <p:sldId xmlns:r="http://schemas.openxmlformats.org/officeDocument/2006/relationships" id="265" r:id="Rc9d949785e4c4b5e"/>
    <p:sldId xmlns:r="http://schemas.openxmlformats.org/officeDocument/2006/relationships" id="266" r:id="Ra8024f884ea2449f"/>
    <p:sldId xmlns:r="http://schemas.openxmlformats.org/officeDocument/2006/relationships" id="267" r:id="R5b2f4843369b439c"/>
    <p:sldId xmlns:r="http://schemas.openxmlformats.org/officeDocument/2006/relationships" id="268" r:id="Ra7dbc23518af4078"/>
    <p:sldId xmlns:r="http://schemas.openxmlformats.org/officeDocument/2006/relationships" id="269" r:id="R58c2b80c90a74f40"/>
    <p:sldId xmlns:r="http://schemas.openxmlformats.org/officeDocument/2006/relationships" id="270" r:id="R1a7b43aea74c47d7"/>
    <p:sldId xmlns:r="http://schemas.openxmlformats.org/officeDocument/2006/relationships" id="271" r:id="R09b9afcc483540ae"/>
    <p:sldId xmlns:r="http://schemas.openxmlformats.org/officeDocument/2006/relationships" id="272" r:id="R85c74391458245ef"/>
    <p:sldId xmlns:r="http://schemas.openxmlformats.org/officeDocument/2006/relationships" id="273" r:id="Rf8cf783459234785"/>
    <p:sldId xmlns:r="http://schemas.openxmlformats.org/officeDocument/2006/relationships" id="274" r:id="R37fc4051a99041ea"/>
    <p:sldId xmlns:r="http://schemas.openxmlformats.org/officeDocument/2006/relationships" id="275" r:id="Rdabbe7d82e714902"/>
    <p:sldId xmlns:r="http://schemas.openxmlformats.org/officeDocument/2006/relationships" id="276" r:id="R2653b7de8c6c49f0"/>
    <p:sldId xmlns:r="http://schemas.openxmlformats.org/officeDocument/2006/relationships" id="277" r:id="Rcca4d5821f9046db"/>
    <p:sldId xmlns:r="http://schemas.openxmlformats.org/officeDocument/2006/relationships" id="278" r:id="R59f2637c559f4af7"/>
    <p:sldId xmlns:r="http://schemas.openxmlformats.org/officeDocument/2006/relationships" id="279" r:id="R1b59e1eb19004601"/>
    <p:sldId xmlns:r="http://schemas.openxmlformats.org/officeDocument/2006/relationships" id="280" r:id="R286b20581f3b4208"/>
    <p:sldId xmlns:r="http://schemas.openxmlformats.org/officeDocument/2006/relationships" id="281" r:id="R9e522590b6a24192"/>
    <p:sldId xmlns:r="http://schemas.openxmlformats.org/officeDocument/2006/relationships" id="282" r:id="R93d49331bb5e43a6"/>
    <p:sldId xmlns:r="http://schemas.openxmlformats.org/officeDocument/2006/relationships" id="283" r:id="Rae783f2bf99c47cf"/>
    <p:sldId xmlns:r="http://schemas.openxmlformats.org/officeDocument/2006/relationships" id="284" r:id="R57bbd47974294e16"/>
    <p:sldId xmlns:r="http://schemas.openxmlformats.org/officeDocument/2006/relationships" id="285" r:id="R4d0b257cd0614736"/>
    <p:sldId xmlns:r="http://schemas.openxmlformats.org/officeDocument/2006/relationships" id="286" r:id="Rdfe07c1037dc4b91"/>
    <p:sldId xmlns:r="http://schemas.openxmlformats.org/officeDocument/2006/relationships" id="287" r:id="R2fe9860c85ab4b82"/>
    <p:sldId xmlns:r="http://schemas.openxmlformats.org/officeDocument/2006/relationships" id="288" r:id="R95f310eed0874853"/>
    <p:sldId xmlns:r="http://schemas.openxmlformats.org/officeDocument/2006/relationships" id="289" r:id="R64e356d1e26b4207"/>
    <p:sldId xmlns:r="http://schemas.openxmlformats.org/officeDocument/2006/relationships" id="290" r:id="R18244aef01594ba5"/>
    <p:sldId xmlns:r="http://schemas.openxmlformats.org/officeDocument/2006/relationships" id="291" r:id="R63185ba19485440e"/>
    <p:sldId xmlns:r="http://schemas.openxmlformats.org/officeDocument/2006/relationships" id="292" r:id="R4d49537d64604f91"/>
    <p:sldId xmlns:r="http://schemas.openxmlformats.org/officeDocument/2006/relationships" id="293" r:id="R64f475c787884846"/>
    <p:sldId xmlns:r="http://schemas.openxmlformats.org/officeDocument/2006/relationships" id="294" r:id="R283e4f2161e04658"/>
    <p:sldId xmlns:r="http://schemas.openxmlformats.org/officeDocument/2006/relationships" id="295" r:id="Rb7c9ea5624a44d7f"/>
    <p:sldId xmlns:r="http://schemas.openxmlformats.org/officeDocument/2006/relationships" id="296" r:id="R0698c001932a4b01"/>
    <p:sldId xmlns:r="http://schemas.openxmlformats.org/officeDocument/2006/relationships" id="297" r:id="Rdbb5e1ea224542e7"/>
    <p:sldId xmlns:r="http://schemas.openxmlformats.org/officeDocument/2006/relationships" id="298" r:id="R66bb27ac1a924076"/>
    <p:sldId xmlns:r="http://schemas.openxmlformats.org/officeDocument/2006/relationships" id="299" r:id="R9267406569924cc1"/>
    <p:sldId xmlns:r="http://schemas.openxmlformats.org/officeDocument/2006/relationships" id="300" r:id="Rb9577b3c7dd34d94"/>
    <p:sldId xmlns:r="http://schemas.openxmlformats.org/officeDocument/2006/relationships" id="301" r:id="R2b3e46a060d84465"/>
    <p:sldId xmlns:r="http://schemas.openxmlformats.org/officeDocument/2006/relationships" id="302" r:id="R77d59c2f93104eef"/>
    <p:sldId xmlns:r="http://schemas.openxmlformats.org/officeDocument/2006/relationships" id="303" r:id="R2855a6d05f344b0d"/>
    <p:sldId xmlns:r="http://schemas.openxmlformats.org/officeDocument/2006/relationships" id="304" r:id="R911ef4622f344ceb"/>
    <p:sldId xmlns:r="http://schemas.openxmlformats.org/officeDocument/2006/relationships" id="305" r:id="R296af27b998b4a86"/>
    <p:sldId xmlns:r="http://schemas.openxmlformats.org/officeDocument/2006/relationships" id="306" r:id="R9e3e0c7351064eb0"/>
    <p:sldId xmlns:r="http://schemas.openxmlformats.org/officeDocument/2006/relationships" id="307" r:id="Rfd3460cf04e8485d"/>
    <p:sldId xmlns:r="http://schemas.openxmlformats.org/officeDocument/2006/relationships" id="308" r:id="Raa39660078a540f9"/>
    <p:sldId xmlns:r="http://schemas.openxmlformats.org/officeDocument/2006/relationships" id="309" r:id="R81f87769ec0f4aec"/>
    <p:sldId xmlns:r="http://schemas.openxmlformats.org/officeDocument/2006/relationships" id="310" r:id="R4674469921c34ba2"/>
    <p:sldId xmlns:r="http://schemas.openxmlformats.org/officeDocument/2006/relationships" id="311" r:id="Rc60de029b61c4c1c"/>
    <p:sldId xmlns:r="http://schemas.openxmlformats.org/officeDocument/2006/relationships" id="312" r:id="R78e3a29b4f3f447d"/>
    <p:sldId xmlns:r="http://schemas.openxmlformats.org/officeDocument/2006/relationships" id="313" r:id="Rafd0b5f862764fef"/>
    <p:sldId xmlns:r="http://schemas.openxmlformats.org/officeDocument/2006/relationships" id="314" r:id="R642c68ab1abf446e"/>
    <p:sldId xmlns:r="http://schemas.openxmlformats.org/officeDocument/2006/relationships" id="315" r:id="R4b55a30641cc4d13"/>
    <p:sldId xmlns:r="http://schemas.openxmlformats.org/officeDocument/2006/relationships" id="316" r:id="Rf6edb969e7064505"/>
    <p:sldId xmlns:r="http://schemas.openxmlformats.org/officeDocument/2006/relationships" id="317" r:id="Rcb35155edb9247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fcd5c46fa348e6" /><Relationship Type="http://schemas.openxmlformats.org/officeDocument/2006/relationships/slideMaster" Target="/ppt/slideMasters/slideMaster1.xml" Id="R6101c69901a1472a" /><Relationship Type="http://schemas.openxmlformats.org/officeDocument/2006/relationships/notesMaster" Target="/ppt/notesMasters/notesMaster1.xml" Id="R2e570ffa05124b2a" /><Relationship Type="http://schemas.openxmlformats.org/officeDocument/2006/relationships/presProps" Target="/ppt/presProps.xml" Id="R4354bda7e8934a9e" /><Relationship Type="http://schemas.openxmlformats.org/officeDocument/2006/relationships/tableStyles" Target="/ppt/tableStyles.xml" Id="R4b1eed72dbec45fc" /><Relationship Type="http://schemas.openxmlformats.org/officeDocument/2006/relationships/slide" Target="/ppt/slides/slide1.xml" Id="R1edc6f07e92d4e1e" /><Relationship Type="http://schemas.openxmlformats.org/officeDocument/2006/relationships/slide" Target="/ppt/slides/slide2.xml" Id="R13fa06ff836747d7" /><Relationship Type="http://schemas.openxmlformats.org/officeDocument/2006/relationships/slide" Target="/ppt/slides/slide3.xml" Id="Rc010d3406017493c" /><Relationship Type="http://schemas.openxmlformats.org/officeDocument/2006/relationships/slide" Target="/ppt/slides/slide4.xml" Id="Rbcc4053d14764793" /><Relationship Type="http://schemas.openxmlformats.org/officeDocument/2006/relationships/slide" Target="/ppt/slides/slide5.xml" Id="R6cb853929191434e" /><Relationship Type="http://schemas.openxmlformats.org/officeDocument/2006/relationships/slide" Target="/ppt/slides/slide6.xml" Id="R7eb0bd1a910a4f55" /><Relationship Type="http://schemas.openxmlformats.org/officeDocument/2006/relationships/slide" Target="/ppt/slides/slide7.xml" Id="Raf230be42abc4ff5" /><Relationship Type="http://schemas.openxmlformats.org/officeDocument/2006/relationships/slide" Target="/ppt/slides/slide8.xml" Id="Rf0549bc8593f45fb" /><Relationship Type="http://schemas.openxmlformats.org/officeDocument/2006/relationships/slide" Target="/ppt/slides/slide9.xml" Id="Rf8b3a80b05d244d9" /><Relationship Type="http://schemas.openxmlformats.org/officeDocument/2006/relationships/slide" Target="/ppt/slides/slide10.xml" Id="Rc9d949785e4c4b5e" /><Relationship Type="http://schemas.openxmlformats.org/officeDocument/2006/relationships/slide" Target="/ppt/slides/slide11.xml" Id="Ra8024f884ea2449f" /><Relationship Type="http://schemas.openxmlformats.org/officeDocument/2006/relationships/slide" Target="/ppt/slides/slide12.xml" Id="R5b2f4843369b439c" /><Relationship Type="http://schemas.openxmlformats.org/officeDocument/2006/relationships/slide" Target="/ppt/slides/slide13.xml" Id="Ra7dbc23518af4078" /><Relationship Type="http://schemas.openxmlformats.org/officeDocument/2006/relationships/slide" Target="/ppt/slides/slide14.xml" Id="R58c2b80c90a74f40" /><Relationship Type="http://schemas.openxmlformats.org/officeDocument/2006/relationships/slide" Target="/ppt/slides/slide15.xml" Id="R1a7b43aea74c47d7" /><Relationship Type="http://schemas.openxmlformats.org/officeDocument/2006/relationships/slide" Target="/ppt/slides/slide16.xml" Id="R09b9afcc483540ae" /><Relationship Type="http://schemas.openxmlformats.org/officeDocument/2006/relationships/slide" Target="/ppt/slides/slide17.xml" Id="R85c74391458245ef" /><Relationship Type="http://schemas.openxmlformats.org/officeDocument/2006/relationships/slide" Target="/ppt/slides/slide18.xml" Id="Rf8cf783459234785" /><Relationship Type="http://schemas.openxmlformats.org/officeDocument/2006/relationships/slide" Target="/ppt/slides/slide19.xml" Id="R37fc4051a99041ea" /><Relationship Type="http://schemas.openxmlformats.org/officeDocument/2006/relationships/slide" Target="/ppt/slides/slide20.xml" Id="Rdabbe7d82e714902" /><Relationship Type="http://schemas.openxmlformats.org/officeDocument/2006/relationships/slide" Target="/ppt/slides/slide21.xml" Id="R2653b7de8c6c49f0" /><Relationship Type="http://schemas.openxmlformats.org/officeDocument/2006/relationships/slide" Target="/ppt/slides/slide22.xml" Id="Rcca4d5821f9046db" /><Relationship Type="http://schemas.openxmlformats.org/officeDocument/2006/relationships/slide" Target="/ppt/slides/slide23.xml" Id="R59f2637c559f4af7" /><Relationship Type="http://schemas.openxmlformats.org/officeDocument/2006/relationships/slide" Target="/ppt/slides/slide24.xml" Id="R1b59e1eb19004601" /><Relationship Type="http://schemas.openxmlformats.org/officeDocument/2006/relationships/slide" Target="/ppt/slides/slide25.xml" Id="R286b20581f3b4208" /><Relationship Type="http://schemas.openxmlformats.org/officeDocument/2006/relationships/slide" Target="/ppt/slides/slide26.xml" Id="R9e522590b6a24192" /><Relationship Type="http://schemas.openxmlformats.org/officeDocument/2006/relationships/slide" Target="/ppt/slides/slide27.xml" Id="R93d49331bb5e43a6" /><Relationship Type="http://schemas.openxmlformats.org/officeDocument/2006/relationships/slide" Target="/ppt/slides/slide28.xml" Id="Rae783f2bf99c47cf" /><Relationship Type="http://schemas.openxmlformats.org/officeDocument/2006/relationships/slide" Target="/ppt/slides/slide29.xml" Id="R57bbd47974294e16" /><Relationship Type="http://schemas.openxmlformats.org/officeDocument/2006/relationships/slide" Target="/ppt/slides/slide30.xml" Id="R4d0b257cd0614736" /><Relationship Type="http://schemas.openxmlformats.org/officeDocument/2006/relationships/slide" Target="/ppt/slides/slide31.xml" Id="Rdfe07c1037dc4b91" /><Relationship Type="http://schemas.openxmlformats.org/officeDocument/2006/relationships/slide" Target="/ppt/slides/slide32.xml" Id="R2fe9860c85ab4b82" /><Relationship Type="http://schemas.openxmlformats.org/officeDocument/2006/relationships/slide" Target="/ppt/slides/slide33.xml" Id="R95f310eed0874853" /><Relationship Type="http://schemas.openxmlformats.org/officeDocument/2006/relationships/slide" Target="/ppt/slides/slide34.xml" Id="R64e356d1e26b4207" /><Relationship Type="http://schemas.openxmlformats.org/officeDocument/2006/relationships/slide" Target="/ppt/slides/slide35.xml" Id="R18244aef01594ba5" /><Relationship Type="http://schemas.openxmlformats.org/officeDocument/2006/relationships/slide" Target="/ppt/slides/slide36.xml" Id="R63185ba19485440e" /><Relationship Type="http://schemas.openxmlformats.org/officeDocument/2006/relationships/slide" Target="/ppt/slides/slide37.xml" Id="R4d49537d64604f91" /><Relationship Type="http://schemas.openxmlformats.org/officeDocument/2006/relationships/slide" Target="/ppt/slides/slide38.xml" Id="R64f475c787884846" /><Relationship Type="http://schemas.openxmlformats.org/officeDocument/2006/relationships/slide" Target="/ppt/slides/slide39.xml" Id="R283e4f2161e04658" /><Relationship Type="http://schemas.openxmlformats.org/officeDocument/2006/relationships/slide" Target="/ppt/slides/slide40.xml" Id="Rb7c9ea5624a44d7f" /><Relationship Type="http://schemas.openxmlformats.org/officeDocument/2006/relationships/slide" Target="/ppt/slides/slide41.xml" Id="R0698c001932a4b01" /><Relationship Type="http://schemas.openxmlformats.org/officeDocument/2006/relationships/slide" Target="/ppt/slides/slide42.xml" Id="Rdbb5e1ea224542e7" /><Relationship Type="http://schemas.openxmlformats.org/officeDocument/2006/relationships/slide" Target="/ppt/slides/slide43.xml" Id="R66bb27ac1a924076" /><Relationship Type="http://schemas.openxmlformats.org/officeDocument/2006/relationships/slide" Target="/ppt/slides/slide44.xml" Id="R9267406569924cc1" /><Relationship Type="http://schemas.openxmlformats.org/officeDocument/2006/relationships/slide" Target="/ppt/slides/slide45.xml" Id="Rb9577b3c7dd34d94" /><Relationship Type="http://schemas.openxmlformats.org/officeDocument/2006/relationships/slide" Target="/ppt/slides/slide46.xml" Id="R2b3e46a060d84465" /><Relationship Type="http://schemas.openxmlformats.org/officeDocument/2006/relationships/slide" Target="/ppt/slides/slide47.xml" Id="R77d59c2f93104eef" /><Relationship Type="http://schemas.openxmlformats.org/officeDocument/2006/relationships/slide" Target="/ppt/slides/slide48.xml" Id="R2855a6d05f344b0d" /><Relationship Type="http://schemas.openxmlformats.org/officeDocument/2006/relationships/slide" Target="/ppt/slides/slide49.xml" Id="R911ef4622f344ceb" /><Relationship Type="http://schemas.openxmlformats.org/officeDocument/2006/relationships/slide" Target="/ppt/slides/slide50.xml" Id="R296af27b998b4a86" /><Relationship Type="http://schemas.openxmlformats.org/officeDocument/2006/relationships/slide" Target="/ppt/slides/slide51.xml" Id="R9e3e0c7351064eb0" /><Relationship Type="http://schemas.openxmlformats.org/officeDocument/2006/relationships/slide" Target="/ppt/slides/slide52.xml" Id="Rfd3460cf04e8485d" /><Relationship Type="http://schemas.openxmlformats.org/officeDocument/2006/relationships/slide" Target="/ppt/slides/slide53.xml" Id="Raa39660078a540f9" /><Relationship Type="http://schemas.openxmlformats.org/officeDocument/2006/relationships/slide" Target="/ppt/slides/slide54.xml" Id="R81f87769ec0f4aec" /><Relationship Type="http://schemas.openxmlformats.org/officeDocument/2006/relationships/slide" Target="/ppt/slides/slide55.xml" Id="R4674469921c34ba2" /><Relationship Type="http://schemas.openxmlformats.org/officeDocument/2006/relationships/slide" Target="/ppt/slides/slide56.xml" Id="Rc60de029b61c4c1c" /><Relationship Type="http://schemas.openxmlformats.org/officeDocument/2006/relationships/slide" Target="/ppt/slides/slide57.xml" Id="R78e3a29b4f3f447d" /><Relationship Type="http://schemas.openxmlformats.org/officeDocument/2006/relationships/slide" Target="/ppt/slides/slide58.xml" Id="Rafd0b5f862764fef" /><Relationship Type="http://schemas.openxmlformats.org/officeDocument/2006/relationships/slide" Target="/ppt/slides/slide59.xml" Id="R642c68ab1abf446e" /><Relationship Type="http://schemas.openxmlformats.org/officeDocument/2006/relationships/slide" Target="/ppt/slides/slide60.xml" Id="R4b55a30641cc4d13" /><Relationship Type="http://schemas.openxmlformats.org/officeDocument/2006/relationships/slide" Target="/ppt/slides/slide61.xml" Id="Rf6edb969e7064505" /><Relationship Type="http://schemas.openxmlformats.org/officeDocument/2006/relationships/slide" Target="/ppt/slides/slide62.xml" Id="Rcb35155edb9247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5a7b00a68d41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ideFX circuit">
      <a:dk1>
        <a:srgbClr val="06111F"/>
      </a:dk1>
      <a:lt1>
        <a:srgbClr val="F4F7FB"/>
      </a:lt1>
      <a:dk2>
        <a:srgbClr val="102238"/>
      </a:dk2>
      <a:lt2>
        <a:srgbClr val="A8B8CA"/>
      </a:lt2>
      <a:accent1>
        <a:srgbClr val="45A7FF"/>
      </a:accent1>
      <a:accent2>
        <a:srgbClr val="4DE0B0"/>
      </a:accent2>
      <a:accent3>
        <a:srgbClr val="A98AF2"/>
      </a:accent3>
      <a:accent4>
        <a:srgbClr val="F6B94D"/>
      </a:accent4>
      <a:accent5>
        <a:srgbClr val="FF5F70"/>
      </a:accent5>
      <a:accent6>
        <a:srgbClr val="A8B8CA"/>
      </a:accent6>
      <a:hlink>
        <a:srgbClr val="80C9FF"/>
      </a:hlink>
      <a:folHlink>
        <a:srgbClr val="B9A2FF"/>
      </a:folHlink>
    </a:clrScheme>
    <a:fontScheme name="">
      <a:majorFont>
        <a:latin typeface="Aptos"/>
        <a:ea typeface=""/>
        <a:cs typeface=""/>
      </a:majorFont>
      <a:minorFont>
        <a:latin typeface="Aptos"/>
        <a:ea typeface=""/>
        <a:cs typeface=""/>
      </a:minorFont>
    </a:fontScheme>
    <a:fmtScheme name="SideFX circu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9452bc1fe04a9b" /><Relationship Type="http://schemas.openxmlformats.org/officeDocument/2006/relationships/notesMaster" Target="/ppt/notesMasters/notesMaster1.xml" Id="Rc7fd3822057444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77d3388ee54feb" /><Relationship Type="http://schemas.openxmlformats.org/officeDocument/2006/relationships/notesMaster" Target="/ppt/notesMasters/notesMaster1.xml" Id="R287a09f643df47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6bfb58cf0e47e3" /><Relationship Type="http://schemas.openxmlformats.org/officeDocument/2006/relationships/notesMaster" Target="/ppt/notesMasters/notesMaster1.xml" Id="Reb5a678b640e42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b8f89b031c4e20" /><Relationship Type="http://schemas.openxmlformats.org/officeDocument/2006/relationships/notesMaster" Target="/ppt/notesMasters/notesMaster1.xml" Id="R7369607c557846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fe3f444a154db7" /><Relationship Type="http://schemas.openxmlformats.org/officeDocument/2006/relationships/notesMaster" Target="/ppt/notesMasters/notesMaster1.xml" Id="R30624e421feb4a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c3363df29c4d4e" /><Relationship Type="http://schemas.openxmlformats.org/officeDocument/2006/relationships/notesMaster" Target="/ppt/notesMasters/notesMaster1.xml" Id="Rebeb1c6fb32644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e3d5f14a964ee8" /><Relationship Type="http://schemas.openxmlformats.org/officeDocument/2006/relationships/notesMaster" Target="/ppt/notesMasters/notesMaster1.xml" Id="R47ac54180b8348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47c52809914e25" /><Relationship Type="http://schemas.openxmlformats.org/officeDocument/2006/relationships/notesMaster" Target="/ppt/notesMasters/notesMaster1.xml" Id="R74ca28ce45f545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579cc200e94677" /><Relationship Type="http://schemas.openxmlformats.org/officeDocument/2006/relationships/notesMaster" Target="/ppt/notesMasters/notesMaster1.xml" Id="Rbe41d07018394c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c51d3a2d5445cf" /><Relationship Type="http://schemas.openxmlformats.org/officeDocument/2006/relationships/notesMaster" Target="/ppt/notesMasters/notesMaster1.xml" Id="R90d313a8392845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df3704ac1e4564" /><Relationship Type="http://schemas.openxmlformats.org/officeDocument/2006/relationships/notesMaster" Target="/ppt/notesMasters/notesMaster1.xml" Id="R1f32ccea46a845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96c11c5d3c4678" /><Relationship Type="http://schemas.openxmlformats.org/officeDocument/2006/relationships/notesMaster" Target="/ppt/notesMasters/notesMaster1.xml" Id="Rc2114a83327a422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63b4c2bb0a4e05" /><Relationship Type="http://schemas.openxmlformats.org/officeDocument/2006/relationships/notesMaster" Target="/ppt/notesMasters/notesMaster1.xml" Id="Rfadb5cc58e7145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d8f8f59f2e43bd" /><Relationship Type="http://schemas.openxmlformats.org/officeDocument/2006/relationships/notesMaster" Target="/ppt/notesMasters/notesMaster1.xml" Id="R966614a7f86e45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1d26974de248c3" /><Relationship Type="http://schemas.openxmlformats.org/officeDocument/2006/relationships/notesMaster" Target="/ppt/notesMasters/notesMaster1.xml" Id="R34a2b16c1baf46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6426b4df84472b" /><Relationship Type="http://schemas.openxmlformats.org/officeDocument/2006/relationships/notesMaster" Target="/ppt/notesMasters/notesMaster1.xml" Id="R57206559682444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e318fc65ad41f5" /><Relationship Type="http://schemas.openxmlformats.org/officeDocument/2006/relationships/notesMaster" Target="/ppt/notesMasters/notesMaster1.xml" Id="R3068234eb02f48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9494b3b7a64944" /><Relationship Type="http://schemas.openxmlformats.org/officeDocument/2006/relationships/notesMaster" Target="/ppt/notesMasters/notesMaster1.xml" Id="Refb8cdbe44b5492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3abb225958d4524" /><Relationship Type="http://schemas.openxmlformats.org/officeDocument/2006/relationships/notesMaster" Target="/ppt/notesMasters/notesMaster1.xml" Id="Raf272684fdb942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0396760990843b5" /><Relationship Type="http://schemas.openxmlformats.org/officeDocument/2006/relationships/notesMaster" Target="/ppt/notesMasters/notesMaster1.xml" Id="R160a9f1f884d41b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d64317b13274dad" /><Relationship Type="http://schemas.openxmlformats.org/officeDocument/2006/relationships/notesMaster" Target="/ppt/notesMasters/notesMaster1.xml" Id="R473a701964ab4c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1659734ab2a4382" /><Relationship Type="http://schemas.openxmlformats.org/officeDocument/2006/relationships/notesMaster" Target="/ppt/notesMasters/notesMaster1.xml" Id="R892827c67b89405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20f8a6505644c15" /><Relationship Type="http://schemas.openxmlformats.org/officeDocument/2006/relationships/notesMaster" Target="/ppt/notesMasters/notesMaster1.xml" Id="R6bcb0faf1cf34ce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d16813618fb4a84" /><Relationship Type="http://schemas.openxmlformats.org/officeDocument/2006/relationships/notesMaster" Target="/ppt/notesMasters/notesMaster1.xml" Id="R0c57dd5f4688486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4c5ec8be20a4ca1" /><Relationship Type="http://schemas.openxmlformats.org/officeDocument/2006/relationships/notesMaster" Target="/ppt/notesMasters/notesMaster1.xml" Id="R935121da40874af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777b1a0326f43b4" /><Relationship Type="http://schemas.openxmlformats.org/officeDocument/2006/relationships/notesMaster" Target="/ppt/notesMasters/notesMaster1.xml" Id="Rfa1dab30ee8b4e1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ff0f8269c674d53" /><Relationship Type="http://schemas.openxmlformats.org/officeDocument/2006/relationships/notesMaster" Target="/ppt/notesMasters/notesMaster1.xml" Id="R5f485e1a8a3f403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b406543553e4d0a" /><Relationship Type="http://schemas.openxmlformats.org/officeDocument/2006/relationships/notesMaster" Target="/ppt/notesMasters/notesMaster1.xml" Id="Rc6492dd1437b498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eef2b0c8aad4ddc" /><Relationship Type="http://schemas.openxmlformats.org/officeDocument/2006/relationships/notesMaster" Target="/ppt/notesMasters/notesMaster1.xml" Id="Ra8cc51427f5f430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c04d3c23baf4f7f" /><Relationship Type="http://schemas.openxmlformats.org/officeDocument/2006/relationships/notesMaster" Target="/ppt/notesMasters/notesMaster1.xml" Id="Rd7d8921aa2d1472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0bd1bff3d2c4573" /><Relationship Type="http://schemas.openxmlformats.org/officeDocument/2006/relationships/notesMaster" Target="/ppt/notesMasters/notesMaster1.xml" Id="Rbb9ed0da606e4b1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4391a8f26d64230" /><Relationship Type="http://schemas.openxmlformats.org/officeDocument/2006/relationships/notesMaster" Target="/ppt/notesMasters/notesMaster1.xml" Id="Rb7ebbf99fbf14d2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1aa8bba3a8b431c" /><Relationship Type="http://schemas.openxmlformats.org/officeDocument/2006/relationships/notesMaster" Target="/ppt/notesMasters/notesMaster1.xml" Id="R409f56367775453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d52c51579b24cd2" /><Relationship Type="http://schemas.openxmlformats.org/officeDocument/2006/relationships/notesMaster" Target="/ppt/notesMasters/notesMaster1.xml" Id="R5ce6b75973784d0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119c2c615984b9a" /><Relationship Type="http://schemas.openxmlformats.org/officeDocument/2006/relationships/notesMaster" Target="/ppt/notesMasters/notesMaster1.xml" Id="R680a275291994ad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e527c84921f482c" /><Relationship Type="http://schemas.openxmlformats.org/officeDocument/2006/relationships/notesMaster" Target="/ppt/notesMasters/notesMaster1.xml" Id="R6707d783998a4d4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176b9e65e994998" /><Relationship Type="http://schemas.openxmlformats.org/officeDocument/2006/relationships/notesMaster" Target="/ppt/notesMasters/notesMaster1.xml" Id="Rc9d2a7a34953431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317c7d86d304756" /><Relationship Type="http://schemas.openxmlformats.org/officeDocument/2006/relationships/notesMaster" Target="/ppt/notesMasters/notesMaster1.xml" Id="R165beed55870460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923a85a36b84756" /><Relationship Type="http://schemas.openxmlformats.org/officeDocument/2006/relationships/notesMaster" Target="/ppt/notesMasters/notesMaster1.xml" Id="R5716cfe4ca16445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c3f7a71d68c487b" /><Relationship Type="http://schemas.openxmlformats.org/officeDocument/2006/relationships/notesMaster" Target="/ppt/notesMasters/notesMaster1.xml" Id="Rd798ab13edb744e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7db21b0a00d403d" /><Relationship Type="http://schemas.openxmlformats.org/officeDocument/2006/relationships/notesMaster" Target="/ppt/notesMasters/notesMaster1.xml" Id="R484e8de7905149b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acb773df3614898" /><Relationship Type="http://schemas.openxmlformats.org/officeDocument/2006/relationships/notesMaster" Target="/ppt/notesMasters/notesMaster1.xml" Id="Rad1bc212d2da49c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1678730dac34d3a" /><Relationship Type="http://schemas.openxmlformats.org/officeDocument/2006/relationships/notesMaster" Target="/ppt/notesMasters/notesMaster1.xml" Id="R17e39d041dd7411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c9d2ad81d3c4565" /><Relationship Type="http://schemas.openxmlformats.org/officeDocument/2006/relationships/notesMaster" Target="/ppt/notesMasters/notesMaster1.xml" Id="Rbb0806fc2a9248f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3ccaa450ad64138" /><Relationship Type="http://schemas.openxmlformats.org/officeDocument/2006/relationships/notesMaster" Target="/ppt/notesMasters/notesMaster1.xml" Id="Rc4d30738d539422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3e58e96b8fc46a7" /><Relationship Type="http://schemas.openxmlformats.org/officeDocument/2006/relationships/notesMaster" Target="/ppt/notesMasters/notesMaster1.xml" Id="Rec588e27e4d8457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34c92e41e7f4e1f" /><Relationship Type="http://schemas.openxmlformats.org/officeDocument/2006/relationships/notesMaster" Target="/ppt/notesMasters/notesMaster1.xml" Id="R1d23e28366eb4ef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d909ff813b34176" /><Relationship Type="http://schemas.openxmlformats.org/officeDocument/2006/relationships/notesMaster" Target="/ppt/notesMasters/notesMaster1.xml" Id="R263fcd3cb295492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8e29b91866e4dad" /><Relationship Type="http://schemas.openxmlformats.org/officeDocument/2006/relationships/notesMaster" Target="/ppt/notesMasters/notesMaster1.xml" Id="R6a1cce9f5495481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2c863f8234648b0" /><Relationship Type="http://schemas.openxmlformats.org/officeDocument/2006/relationships/notesMaster" Target="/ppt/notesMasters/notesMaster1.xml" Id="Rc90e82a423ea490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643effdbd194575" /><Relationship Type="http://schemas.openxmlformats.org/officeDocument/2006/relationships/notesMaster" Target="/ppt/notesMasters/notesMaster1.xml" Id="R2704d1117da0413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acbe54fcc94423e" /><Relationship Type="http://schemas.openxmlformats.org/officeDocument/2006/relationships/notesMaster" Target="/ppt/notesMasters/notesMaster1.xml" Id="R4879ff99afb2483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8e12c60250b4670" /><Relationship Type="http://schemas.openxmlformats.org/officeDocument/2006/relationships/notesMaster" Target="/ppt/notesMasters/notesMaster1.xml" Id="Rfbc23987ea40471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21e695d2c844e68" /><Relationship Type="http://schemas.openxmlformats.org/officeDocument/2006/relationships/notesMaster" Target="/ppt/notesMasters/notesMaster1.xml" Id="Rfee49216e84b42b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dfe84b9734f4549" /><Relationship Type="http://schemas.openxmlformats.org/officeDocument/2006/relationships/notesMaster" Target="/ppt/notesMasters/notesMaster1.xml" Id="R7607defa93694f3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0367152b18b4e14" /><Relationship Type="http://schemas.openxmlformats.org/officeDocument/2006/relationships/notesMaster" Target="/ppt/notesMasters/notesMaster1.xml" Id="R8589485fced14b1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6339453d77f4038" /><Relationship Type="http://schemas.openxmlformats.org/officeDocument/2006/relationships/notesMaster" Target="/ppt/notesMasters/notesMaster1.xml" Id="R8a21bb5d4a094a9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046196de9064a67" /><Relationship Type="http://schemas.openxmlformats.org/officeDocument/2006/relationships/notesMaster" Target="/ppt/notesMasters/notesMaster1.xml" Id="Rfd1143e4687f4fa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00202fb437c4ceb" /><Relationship Type="http://schemas.openxmlformats.org/officeDocument/2006/relationships/notesMaster" Target="/ppt/notesMasters/notesMaster1.xml" Id="Rbc36e1f7b56e468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02a9cdfcec974ba2" /><Relationship Type="http://schemas.openxmlformats.org/officeDocument/2006/relationships/notesMaster" Target="/ppt/notesMasters/notesMaster1.xml" Id="R6882af084fda4de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70e79e40297478d" /><Relationship Type="http://schemas.openxmlformats.org/officeDocument/2006/relationships/notesMaster" Target="/ppt/notesMasters/notesMaster1.xml" Id="R784727135c4e486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7cbc9b7b8dc24eaf" /><Relationship Type="http://schemas.openxmlformats.org/officeDocument/2006/relationships/notesMaster" Target="/ppt/notesMasters/notesMaster1.xml" Id="Rb3162c7e645449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"capabilityId": "procedural-dungeon-governed-execution",</a:t>
            </a:r>
          </a:p>
          <a:p xmlns:a="http://schemas.openxmlformats.org/drawingml/2006/main">
            <a:r>
              <a:t>  "namespaceId": "sidefx:capabilities",</a:t>
            </a:r>
          </a:p>
          <a:p xmlns:a="http://schemas.openxmlformats.org/drawingml/2006/main">
            <a:r>
              <a:t>  "estateModelId": "34",</a:t>
            </a:r>
          </a:p>
          <a:p xmlns:a="http://schemas.openxmlformats.org/drawingml/2006/main">
            <a:r>
              <a:t>  "capabilityPk": "111391",</a:t>
            </a:r>
          </a:p>
          <a:p xmlns:a="http://schemas.openxmlformats.org/drawingml/2006/main">
            <a:r>
              <a:t>  "capabilityVersionPk": "4852214",</a:t>
            </a:r>
          </a:p>
          <a:p xmlns:a="http://schemas.openxmlformats.org/drawingml/2006/main">
            <a:r>
              <a:t>  "definitionPk": "242285",</a:t>
            </a:r>
          </a:p>
          <a:p xmlns:a="http://schemas.openxmlformats.org/drawingml/2006/main">
            <a:r>
              <a:t>  "definitionDigest": "d9bdd073e0c340889b960d795aaf849dc9d45d89cae26acd25aa6c80b1e1bdaa",</a:t>
            </a:r>
          </a:p>
          <a:p xmlns:a="http://schemas.openxmlformats.org/drawingml/2006/main">
            <a:r>
              <a:t>  "name": "procedural-dungeon-governed-execution",</a:t>
            </a:r>
          </a:p>
          <a:p xmlns:a="http://schemas.openxmlformats.org/drawingml/2006/main">
            <a:r>
              <a:t>  "actor": "caller",</a:t>
            </a:r>
          </a:p>
          <a:p xmlns:a="http://schemas.openxmlformats.org/drawingml/2006/main">
            <a:r>
              <a:t>  "intent": "Execute a deterministic procedural fog-of-war dungeon inside a contract-governed runtime using admitted deterministic ontologies without hand-written game logic",</a:t>
            </a:r>
          </a:p>
          <a:p xmlns:a="http://schemas.openxmlformats.org/drawingml/2006/main">
            <a:r>
              <a:t>  "outcome": "A projected dungeon where BSP room layout and rasterization are evaluated strictly by declarative authorities",</a:t>
            </a:r>
          </a:p>
          <a:p xmlns:a="http://schemas.openxmlformats.org/drawingml/2006/main">
            <a:r>
              <a:t>  "experiencePromise": "Execute a deterministic procedural fog-of-war dungeon inside a contract-governed runtime using admitted deterministic ontologies without hand-written game logic",</a:t>
            </a:r>
          </a:p>
          <a:p xmlns:a="http://schemas.openxmlformats.org/drawingml/2006/main">
            <a:r>
              <a:t>  "rootScenarioId": "procedural-dungeon-governed-execution",</a:t>
            </a:r>
          </a:p>
          <a:p xmlns:a="http://schemas.openxmlformats.org/drawingml/2006/main">
            <a:r>
              <a:t>  "declaredRootScenarioId": "procedural-dungeon-governed-execution",</a:t>
            </a:r>
          </a:p>
          <a:p xmlns:a="http://schemas.openxmlformats.org/drawingml/2006/main">
            <a:r>
              <a:t>  "mode": "capability",</a:t>
            </a:r>
          </a:p>
          <a:p xmlns:a="http://schemas.openxmlformats.org/drawingml/2006/main">
            <a:r>
              <a:t>  "experienceId": "procedural-dungeon-governed-execution.v1",</a:t>
            </a:r>
          </a:p>
          <a:p xmlns:a="http://schemas.openxmlformats.org/drawingml/2006/main">
            <a:r>
              <a:t>  "observableConditions": [</a:t>
            </a:r>
          </a:p>
          <a:p xmlns:a="http://schemas.openxmlformats.org/drawingml/2006/main">
            <a:r>
              <a:t>    {</a:t>
            </a:r>
          </a:p>
          <a:p xmlns:a="http://schemas.openxmlformats.org/drawingml/2006/main">
            <a:r>
              <a:t>      "id": "procedural-dungeon-governed-execution",</a:t>
            </a:r>
          </a:p>
          <a:p xmlns:a="http://schemas.openxmlformats.org/drawingml/2006/main">
            <a:r>
              <a:t>      "statement": ""</a:t>
            </a:r>
          </a:p>
          <a:p xmlns:a="http://schemas.openxmlformats.org/drawingml/2006/main">
            <a:r>
              <a:t>    }</a:t>
            </a:r>
          </a:p>
          <a:p xmlns:a="http://schemas.openxmlformats.org/drawingml/2006/main">
            <a:r>
              <a:t>  ],</a:t>
            </a:r>
          </a:p>
          <a:p xmlns:a="http://schemas.openxmlformats.org/drawingml/2006/main">
            <a:r>
              <a:t>  "meaningSourceRef": "model:semantic_object_definition/242285/semantics/authority"</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model:capability_version/4852214</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"scenario": {</a:t>
            </a:r>
          </a:p>
          <a:p xmlns:a="http://schemas.openxmlformats.org/drawingml/2006/main">
            <a:r>
              <a:t>    "id": "procedural-dungeon-governed-execution",</a:t>
            </a:r>
          </a:p>
          <a:p xmlns:a="http://schemas.openxmlformats.org/drawingml/2006/main">
            <a:r>
              <a:t>    "name": "Procedural dungeon governed execution",</a:t>
            </a:r>
          </a:p>
          <a:p xmlns:a="http://schemas.openxmlformats.org/drawingml/2006/main">
            <a:r>
              <a:t>    "versionPk": "113602",</a:t>
            </a:r>
          </a:p>
          <a:p xmlns:a="http://schemas.openxmlformats.org/drawingml/2006/main">
            <a:r>
              <a:t>    "definitionDigest": "5eaf21d008ce615404a576684472693d455d33db4e90f64bd56a5a407bd1370a",</a:t>
            </a:r>
          </a:p>
          <a:p xmlns:a="http://schemas.openxmlformats.org/drawingml/2006/main">
            <a:r>
              <a:t>    "authorityId": "procedural-dungeon-governed-execution.v1",</a:t>
            </a:r>
          </a:p>
          <a:p xmlns:a="http://schemas.openxmlformats.org/drawingml/2006/main">
            <a:r>
              <a:t>    "eventId": "procedural-dungeon-governed-execution-requested",</a:t>
            </a:r>
          </a:p>
          <a:p xmlns:a="http://schemas.openxmlformats.org/drawingml/2006/main">
            <a:r>
              <a:t>    "inputId": "procedural-dungeon-governed-execution-request",</a:t>
            </a:r>
          </a:p>
          <a:p xmlns:a="http://schemas.openxmlformats.org/drawingml/2006/main">
            <a:r>
              <a:t>    "inputContractId": "dungeon-generation-seed-contract.v1",</a:t>
            </a:r>
          </a:p>
          <a:p xmlns:a="http://schemas.openxmlformats.org/drawingml/2006/main">
            <a:r>
              <a:t>    "outcomeId": "procedural-dungeon-governed-execution",</a:t>
            </a:r>
          </a:p>
          <a:p xmlns:a="http://schemas.openxmlformats.org/drawingml/2006/main">
            <a:r>
              <a:t>    "outcomeContractId": "dungeon-board-state-contract.v1",</a:t>
            </a:r>
          </a:p>
          <a:p xmlns:a="http://schemas.openxmlformats.org/drawingml/2006/main">
            <a:r>
              <a:t>    "terminal": true,</a:t>
            </a:r>
          </a:p>
          <a:p xmlns:a="http://schemas.openxmlformats.org/drawingml/2006/main">
            <a:r>
              <a:t>    "variants": [],</a:t>
            </a:r>
          </a:p>
          <a:p xmlns:a="http://schemas.openxmlformats.org/drawingml/2006/main">
            <a:r>
              <a:t>    "owned": true,</a:t>
            </a:r>
          </a:p>
          <a:p xmlns:a="http://schemas.openxmlformats.org/drawingml/2006/main">
            <a:r>
              <a:t>    "authored": {</a:t>
            </a:r>
          </a:p>
          <a:p xmlns:a="http://schemas.openxmlformats.org/drawingml/2006/main">
            <a:r>
              <a:t>      "keyword": "Scenario",</a:t>
            </a:r>
          </a:p>
          <a:p xmlns:a="http://schemas.openxmlformats.org/drawingml/2006/main">
            <a:r>
              <a:t>      "name": "Procedural dungeon governed execution",</a:t>
            </a:r>
          </a:p>
          <a:p xmlns:a="http://schemas.openxmlformats.org/drawingml/2006/main">
            <a:r>
              <a:t>      "description": "",</a:t>
            </a:r>
          </a:p>
          <a:p xmlns:a="http://schemas.openxmlformats.org/drawingml/2006/main">
            <a:r>
              <a:t>      "tags": [</a:t>
            </a:r>
          </a:p>
          <a:p xmlns:a="http://schemas.openxmlformats.org/drawingml/2006/main">
            <a:r>
              <a:t>        "@capability:procedural-dungeon-governed-execution",</a:t>
            </a:r>
          </a:p>
          <a:p xmlns:a="http://schemas.openxmlformats.org/drawingml/2006/main">
            <a:r>
              <a:t>        "@event:procedural-dungeon-governed-execution-requested",</a:t>
            </a:r>
          </a:p>
          <a:p xmlns:a="http://schemas.openxmlformats.org/drawingml/2006/main">
            <a:r>
              <a:t>        "@event-authority:procedural-dungeon-governed-execution.v1",</a:t>
            </a:r>
          </a:p>
          <a:p xmlns:a="http://schemas.openxmlformats.org/drawingml/2006/main">
            <a:r>
              <a:t>        "@input:procedural-dungeon-governed-execution-request",</a:t>
            </a:r>
          </a:p>
          <a:p xmlns:a="http://schemas.openxmlformats.org/drawingml/2006/main">
            <a:r>
              <a:t>        "@input-contract:dungeon-generation-seed-contract.v1",</a:t>
            </a:r>
          </a:p>
          <a:p xmlns:a="http://schemas.openxmlformats.org/drawingml/2006/main">
            <a:r>
              <a:t>        "@outcome:procedural-dungeon-governed-execution",</a:t>
            </a:r>
          </a:p>
          <a:p xmlns:a="http://schemas.openxmlformats.org/drawingml/2006/main">
            <a:r>
              <a:t>        "@outcome-contract:dungeon-board-state-contract.v1",</a:t>
            </a:r>
          </a:p>
          <a:p xmlns:a="http://schemas.openxmlformats.org/drawingml/2006/main">
            <a:r>
              <a:t>        "@root-scenario:procedural-dungeon-governed-execution",</a:t>
            </a:r>
          </a:p>
          <a:p xmlns:a="http://schemas.openxmlformats.org/drawingml/2006/main">
            <a:r>
              <a:t>        "@scenario:procedural-dungeon-governed-execution",</a:t>
            </a:r>
          </a:p>
          <a:p xmlns:a="http://schemas.openxmlformats.org/drawingml/2006/main">
            <a:r>
              <a:t>        "@outcome-terminal"</a:t>
            </a:r>
          </a:p>
          <a:p xmlns:a="http://schemas.openxmlformats.org/drawingml/2006/main">
            <a:r>
              <a:t>      ],</a:t>
            </a:r>
          </a:p>
          <a:p xmlns:a="http://schemas.openxmlformats.org/drawingml/2006/main">
            <a:r>
              <a:t>      "steps": [</a:t>
            </a:r>
          </a:p>
          <a:p xmlns:a="http://schemas.openxmlformats.org/drawingml/2006/main">
            <a:r>
              <a:t>        {</a:t>
            </a:r>
          </a:p>
          <a:p xmlns:a="http://schemas.openxmlformats.org/drawingml/2006/main">
            <a:r>
              <a:t>          "keyword": "Given",</a:t>
            </a:r>
          </a:p>
          <a:p xmlns:a="http://schemas.openxmlformats.org/drawingml/2006/main">
            <a:r>
              <a:t>          "keywordType": "Context",</a:t>
            </a:r>
          </a:p>
          <a:p xmlns:a="http://schemas.openxmlformats.org/drawingml/2006/main">
            <a:r>
              <a:t>          "text": "an initial deterministic generation seed"</a:t>
            </a:r>
          </a:p>
          <a:p xmlns:a="http://schemas.openxmlformats.org/drawingml/2006/main">
            <a:r>
              <a:t>        },</a:t>
            </a:r>
          </a:p>
          <a:p xmlns:a="http://schemas.openxmlformats.org/drawingml/2006/main">
            <a:r>
              <a:t>        {</a:t>
            </a:r>
          </a:p>
          <a:p xmlns:a="http://schemas.openxmlformats.org/drawingml/2006/main">
            <a:r>
              <a:t>          "keyword": "When",</a:t>
            </a:r>
          </a:p>
          <a:p xmlns:a="http://schemas.openxmlformats.org/drawingml/2006/main">
            <a:r>
              <a:t>          "keywordType": "Action",</a:t>
            </a:r>
          </a:p>
          <a:p xmlns:a="http://schemas.openxmlformats.org/drawingml/2006/main">
            <a:r>
              <a:t>          "text": "dungeon topology partitioning and rasterization authorities execute"</a:t>
            </a:r>
          </a:p>
          <a:p xmlns:a="http://schemas.openxmlformats.org/drawingml/2006/main">
            <a:r>
              <a:t>        },</a:t>
            </a:r>
          </a:p>
          <a:p xmlns:a="http://schemas.openxmlformats.org/drawingml/2006/main">
            <a:r>
              <a:t>        {</a:t>
            </a:r>
          </a:p>
          <a:p xmlns:a="http://schemas.openxmlformats.org/drawingml/2006/main">
            <a:r>
              <a:t>          "keyword": "Then",</a:t>
            </a:r>
          </a:p>
          <a:p xmlns:a="http://schemas.openxmlformats.org/drawingml/2006/main">
            <a:r>
              <a:t>          "keywordType": "Outcome",</a:t>
            </a:r>
          </a:p>
          <a:p xmlns:a="http://schemas.openxmlformats.org/drawingml/2006/main">
            <a:r>
              <a:t>          "text": "the 78x78 tile grid is partitioned and the player initial coordinate is placed on an admitted floor cell"</a:t>
            </a:r>
          </a:p>
          <a:p xmlns:a="http://schemas.openxmlformats.org/drawingml/2006/main">
            <a:r>
              <a:t>        }</a:t>
            </a:r>
          </a:p>
          <a:p xmlns:a="http://schemas.openxmlformats.org/drawingml/2006/main">
            <a:r>
              <a:t>      ],</a:t>
            </a:r>
          </a:p>
          <a:p xmlns:a="http://schemas.openxmlformats.org/drawingml/2006/main">
            <a:r>
              <a:t>      "examples": []</a:t>
            </a:r>
          </a:p>
          <a:p xmlns:a="http://schemas.openxmlformats.org/drawingml/2006/main">
            <a:r>
              <a:t>    },</a:t>
            </a:r>
          </a:p>
          <a:p xmlns:a="http://schemas.openxmlformats.org/drawingml/2006/main">
            <a:r>
              <a:t>    "inputDescription": "an initial deterministic generation seed",</a:t>
            </a:r>
          </a:p>
          <a:p xmlns:a="http://schemas.openxmlformats.org/drawingml/2006/main">
            <a:r>
              <a:t>    "eventDescription": "dungeon topology partitioning and rasterization authorities execute",</a:t>
            </a:r>
          </a:p>
          <a:p xmlns:a="http://schemas.openxmlformats.org/drawingml/2006/main">
            <a:r>
              <a:t>    "outcomeDescription": "the 78x78 tile grid is partitioned and the player initial coordinate is placed on an admitted floor cell",</a:t>
            </a:r>
          </a:p>
          <a:p xmlns:a="http://schemas.openxmlformats.org/drawingml/2006/main">
            <a:r>
              <a:t>    "terminalDisposition": "",</a:t>
            </a:r>
          </a:p>
          <a:p xmlns:a="http://schemas.openxmlformats.org/drawingml/2006/main">
            <a:r>
              <a:t>    "meaningSourceRef": "model:scenario_version/113602",</a:t>
            </a:r>
          </a:p>
          <a:p xmlns:a="http://schemas.openxmlformats.org/drawingml/2006/main">
            <a:r>
              <a:t>    "sourceRef": "graph:/scenarios/0",</a:t>
            </a:r>
          </a:p>
          <a:p xmlns:a="http://schemas.openxmlformats.org/drawingml/2006/main">
            <a:r>
              <a:t>    "ref": "graph:/scenarios/0",</a:t>
            </a:r>
          </a:p>
          <a:p xmlns:a="http://schemas.openxmlformats.org/drawingml/2006/main">
            <a:r>
              <a:t>    "root": true,</a:t>
            </a:r>
          </a:p>
          <a:p xmlns:a="http://schemas.openxmlformats.org/drawingml/2006/main">
            <a:r>
              <a:t>    "operationIds": [</a:t>
            </a:r>
          </a:p>
          <a:p xmlns:a="http://schemas.openxmlformats.org/drawingml/2006/main">
            <a:r>
              <a:t>      "operation:procedural-dungeon-governed-execution.v1:1"</a:t>
            </a:r>
          </a:p>
          <a:p xmlns:a="http://schemas.openxmlformats.org/drawingml/2006/main">
            <a:r>
              <a:t>    ]</a:t>
            </a:r>
          </a:p>
          <a:p xmlns:a="http://schemas.openxmlformats.org/drawingml/2006/main">
            <a:r>
              <a:t>  },</a:t>
            </a:r>
          </a:p>
          <a:p xmlns:a="http://schemas.openxmlformats.org/drawingml/2006/main">
            <a:r>
              <a:t>  "semantics": {</a:t>
            </a:r>
          </a:p>
          <a:p xmlns:a="http://schemas.openxmlformats.org/drawingml/2006/main">
            <a:r>
              <a:t>    "contractId": "capability-blueprint-projection.v1",</a:t>
            </a:r>
          </a:p>
          <a:p xmlns:a="http://schemas.openxmlformats.org/drawingml/2006/main">
            <a:r>
              <a:t>    "altitude": "scenario",</a:t>
            </a:r>
          </a:p>
          <a:p xmlns:a="http://schemas.openxmlformats.org/drawingml/2006/main">
            <a:r>
              <a:t>    "capabilityId": "procedural-dungeon-governed-execution",</a:t>
            </a:r>
          </a:p>
          <a:p xmlns:a="http://schemas.openxmlformats.org/drawingml/2006/main">
            <a:r>
              <a:t>    "scenarioId": "procedural-dungeon-governed-execution",</a:t>
            </a:r>
          </a:p>
          <a:p xmlns:a="http://schemas.openxmlformats.org/drawingml/2006/main">
            <a:r>
              <a:t>    "snapshotDigest": "d33bac21fecf05e9b4c48e1d6791f10ad6817f784fa1c35f5e4e6449c92c6f58",</a:t>
            </a:r>
          </a:p>
          <a:p xmlns:a="http://schemas.openxmlformats.org/drawingml/2006/main">
            <a:r>
              <a:t>    "nodes": [</a:t>
            </a:r>
          </a:p>
          <a:p xmlns:a="http://schemas.openxmlformats.org/drawingml/2006/main">
            <a:r>
              <a:t>      {</a:t>
            </a:r>
          </a:p>
          <a:p xmlns:a="http://schemas.openxmlformats.org/drawingml/2006/main">
            <a:r>
              <a:t>        "id": "input:procedural-dungeon-governed-execution",</a:t>
            </a:r>
          </a:p>
          <a:p xmlns:a="http://schemas.openxmlformats.org/drawingml/2006/main">
            <a:r>
              <a:t>        "kind": "input",</a:t>
            </a:r>
          </a:p>
          <a:p xmlns:a="http://schemas.openxmlformats.org/drawingml/2006/main">
            <a:r>
              <a:t>        "label": "procedural-dungeon-governed-execution-request",</a:t>
            </a:r>
          </a:p>
          <a:p xmlns:a="http://schemas.openxmlformats.org/drawingml/2006/main">
            <a:r>
              <a:t>        "ref": "graph:/scenarios/0",</a:t>
            </a:r>
          </a:p>
          <a:p xmlns:a="http://schemas.openxmlformats.org/drawingml/2006/main">
            <a:r>
              <a:t>        "scenarioId": "procedural-dungeon-governed-execution",</a:t>
            </a:r>
          </a:p>
          <a:p xmlns:a="http://schemas.openxmlformats.org/drawingml/2006/main">
            <a:r>
              <a:t>        "description": "an initial deterministic generation seed",</a:t>
            </a:r>
          </a:p>
          <a:p xmlns:a="http://schemas.openxmlformats.org/drawingml/2006/main">
            <a:r>
              <a:t>        "contractId": "dungeon-generation-seed-contract.v1"</a:t>
            </a:r>
          </a:p>
          <a:p xmlns:a="http://schemas.openxmlformats.org/drawingml/2006/main">
            <a:r>
              <a:t>      },</a:t>
            </a:r>
          </a:p>
          <a:p xmlns:a="http://schemas.openxmlformats.org/drawingml/2006/main">
            <a:r>
              <a:t>      {</a:t>
            </a:r>
          </a:p>
          <a:p xmlns:a="http://schemas.openxmlformats.org/drawingml/2006/main">
            <a:r>
              <a:t>        "id": "event:procedural-dungeon-governed-execution",</a:t>
            </a:r>
          </a:p>
          <a:p xmlns:a="http://schemas.openxmlformats.org/drawingml/2006/main">
            <a:r>
              <a:t>        "kind": "event",</a:t>
            </a:r>
          </a:p>
          <a:p xmlns:a="http://schemas.openxmlformats.org/drawingml/2006/main">
            <a:r>
              <a:t>        "label": "procedural-dungeon-governed-execution-requested",</a:t>
            </a:r>
          </a:p>
          <a:p xmlns:a="http://schemas.openxmlformats.org/drawingml/2006/main">
            <a:r>
              <a:t>        "ref": "graph:/scenarios/0",</a:t>
            </a:r>
          </a:p>
          <a:p xmlns:a="http://schemas.openxmlformats.org/drawingml/2006/main">
            <a:r>
              <a:t>        "scenarioId": "procedural-dungeon-governed-execution",</a:t>
            </a:r>
          </a:p>
          <a:p xmlns:a="http://schemas.openxmlformats.org/drawingml/2006/main">
            <a:r>
              <a:t>        "description": "dungeon topology partitioning and rasterization authorities execute",</a:t>
            </a:r>
          </a:p>
          <a:p xmlns:a="http://schemas.openxmlformats.org/drawingml/2006/main">
            <a:r>
              <a:t>        "authorityId": "procedural-dungeon-governed-execution.v1"</a:t>
            </a:r>
          </a:p>
          <a:p xmlns:a="http://schemas.openxmlformats.org/drawingml/2006/main">
            <a:r>
              <a:t>      },</a:t>
            </a:r>
          </a:p>
          <a:p xmlns:a="http://schemas.openxmlformats.org/drawingml/2006/main">
            <a:r>
              <a:t>      {</a:t>
            </a:r>
          </a:p>
          <a:p xmlns:a="http://schemas.openxmlformats.org/drawingml/2006/main">
            <a:r>
              <a:t>        "id": "outcome:procedural-dungeon-governed-execution",</a:t>
            </a:r>
          </a:p>
          <a:p xmlns:a="http://schemas.openxmlformats.org/drawingml/2006/main">
            <a:r>
              <a:t>        "kind": "terminal",</a:t>
            </a:r>
          </a:p>
          <a:p xmlns:a="http://schemas.openxmlformats.org/drawingml/2006/main">
            <a:r>
              <a:t>        "label": "procedural-dungeon-governed-execution",</a:t>
            </a:r>
          </a:p>
          <a:p xmlns:a="http://schemas.openxmlformats.org/drawingml/2006/main">
            <a:r>
              <a:t>        "ref": "graph:/scenarios/0",</a:t>
            </a:r>
          </a:p>
          <a:p xmlns:a="http://schemas.openxmlformats.org/drawingml/2006/main">
            <a:r>
              <a:t>        "scenarioId": "procedural-dungeon-governed-execution",</a:t>
            </a:r>
          </a:p>
          <a:p xmlns:a="http://schemas.openxmlformats.org/drawingml/2006/main">
            <a:r>
              <a:t>        "description": "the 78x78 tile grid is partitioned and the player initial coordinate is placed on an admitted floor cell",</a:t>
            </a:r>
          </a:p>
          <a:p xmlns:a="http://schemas.openxmlformats.org/drawingml/2006/main">
            <a:r>
              <a:t>        "contractId": "dungeon-board-state-contract.v1"</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"id": "B1",</a:t>
            </a:r>
          </a:p>
          <a:p xmlns:a="http://schemas.openxmlformats.org/drawingml/2006/main">
            <a:r>
              <a:t>        "from": "input:procedural-dungeon-governed-execution",</a:t>
            </a:r>
          </a:p>
          <a:p xmlns:a="http://schemas.openxmlformats.org/drawingml/2006/main">
            <a:r>
              <a:t>        "to": "event:procedural-dungeon-governed-execution",</a:t>
            </a:r>
          </a:p>
          <a:p xmlns:a="http://schemas.openxmlformats.org/drawingml/2006/main">
            <a:r>
              <a:t>        "kind": "semantic-input",</a:t>
            </a:r>
          </a:p>
          <a:p xmlns:a="http://schemas.openxmlformats.org/drawingml/2006/main">
            <a:r>
              <a:t>        "ref": "graph:/scenarios/0",</a:t>
            </a:r>
          </a:p>
          <a:p xmlns:a="http://schemas.openxmlformats.org/drawingml/2006/main">
            <a:r>
              <a:t>        "label": "Given → When",</a:t>
            </a:r>
          </a:p>
          <a:p xmlns:a="http://schemas.openxmlformats.org/drawingml/2006/main">
            <a:r>
              <a:t>        "basis": "scenario semantic positions"</a:t>
            </a:r>
          </a:p>
          <a:p xmlns:a="http://schemas.openxmlformats.org/drawingml/2006/main">
            <a:r>
              <a:t>      },</a:t>
            </a:r>
          </a:p>
          <a:p xmlns:a="http://schemas.openxmlformats.org/drawingml/2006/main">
            <a:r>
              <a:t>      {</a:t>
            </a:r>
          </a:p>
          <a:p xmlns:a="http://schemas.openxmlformats.org/drawingml/2006/main">
            <a:r>
              <a:t>        "id": "B2",</a:t>
            </a:r>
          </a:p>
          <a:p xmlns:a="http://schemas.openxmlformats.org/drawingml/2006/main">
            <a:r>
              <a:t>        "from": "event:procedural-dungeon-governed-execution",</a:t>
            </a:r>
          </a:p>
          <a:p xmlns:a="http://schemas.openxmlformats.org/drawingml/2006/main">
            <a:r>
              <a:t>        "to": "outcome:procedural-dungeon-governed-execution",</a:t>
            </a:r>
          </a:p>
          <a:p xmlns:a="http://schemas.openxmlformats.org/drawingml/2006/main">
            <a:r>
              <a:t>        "kind": "semantic-outcome",</a:t>
            </a:r>
          </a:p>
          <a:p xmlns:a="http://schemas.openxmlformats.org/drawingml/2006/main">
            <a:r>
              <a:t>        "ref": "graph:/scenarios/0",</a:t>
            </a:r>
          </a:p>
          <a:p xmlns:a="http://schemas.openxmlformats.org/drawingml/2006/main">
            <a:r>
              <a:t>        "label": "When → Then",</a:t>
            </a:r>
          </a:p>
          <a:p xmlns:a="http://schemas.openxmlformats.org/drawingml/2006/main">
            <a:r>
              <a:t>        "basis": "scenario semantic positions; not an execution receipt"</a:t>
            </a:r>
          </a:p>
          <a:p xmlns:a="http://schemas.openxmlformats.org/drawingml/2006/main">
            <a:r>
              <a:t>      }</a:t>
            </a:r>
          </a:p>
          <a:p xmlns:a="http://schemas.openxmlformats.org/drawingml/2006/main">
            <a:r>
              <a:t>    ],</a:t>
            </a:r>
          </a:p>
          <a:p xmlns:a="http://schemas.openxmlformats.org/drawingml/2006/main">
            <a:r>
              <a:t>    "scope": "Scenario semantic positions; not execution sequencing.",</a:t>
            </a:r>
          </a:p>
          <a:p xmlns:a="http://schemas.openxmlformats.org/drawingml/2006/main">
            <a:r>
              <a:t>    "topologyDigest": "47ceb6c026c7dd23927e71c13fb7c723e56a0a1e14f73798753b28c7066d7733"</a:t>
            </a:r>
          </a:p>
          <a:p xmlns:a="http://schemas.openxmlformats.org/drawingml/2006/main">
            <a:r>
              <a:t>  },</a:t>
            </a:r>
          </a:p>
          <a:p xmlns:a="http://schemas.openxmlformats.org/drawingml/2006/main">
            <a:r>
              <a:t>  "involvement": [</a:t>
            </a:r>
          </a:p>
          <a:p xmlns:a="http://schemas.openxmlformats.org/drawingml/2006/main">
            <a:r>
              <a:t>    {</a:t>
            </a:r>
          </a:p>
          <a:p xmlns:a="http://schemas.openxmlformats.org/drawingml/2006/main">
            <a:r>
              <a:t>      "id": "scenario-provider:procedural-dungeon-governed-execution:provider:sda-declared-read-graph-provider.v1",</a:t>
            </a:r>
          </a:p>
          <a:p xmlns:a="http://schemas.openxmlformats.org/drawingml/2006/main">
            <a:r>
              <a:t>      "from": "scenario:procedural-dungeon-governed-execution",</a:t>
            </a:r>
          </a:p>
          <a:p xmlns:a="http://schemas.openxmlformats.org/drawingml/2006/main">
            <a:r>
              <a:t>      "to": "provider:sda-declared-read-graph-provider.v1",</a:t>
            </a:r>
          </a:p>
          <a:p xmlns:a="http://schemas.openxmlformats.org/drawingml/2006/main">
            <a:r>
              <a:t>      "kind": "scenario-provider",</a:t>
            </a:r>
          </a:p>
          <a:p xmlns:a="http://schemas.openxmlformats.org/drawingml/2006/main">
            <a:r>
              <a:t>      "collapsed": true,</a:t>
            </a:r>
          </a:p>
          <a:p xmlns:a="http://schemas.openxmlformats.org/drawingml/2006/main">
            <a:r>
              <a:t>      "label": "declared provider involvement",</a:t>
            </a:r>
          </a:p>
          <a:p xmlns:a="http://schemas.openxmlformats.org/drawingml/2006/main">
            <a:r>
              <a:t>      "basis": "owning scenario operations and explicit port bindings",</a:t>
            </a:r>
          </a:p>
          <a:p xmlns:a="http://schemas.openxmlformats.org/drawingml/2006/main">
            <a:r>
              <a:t>      "ref": "graph:/scenarios/0",</a:t>
            </a:r>
          </a:p>
          <a:p xmlns:a="http://schemas.openxmlformats.org/drawingml/2006/main">
            <a:r>
              <a:t>      "sourceEdgeIds": [</a:t>
            </a:r>
          </a:p>
          <a:p xmlns:a="http://schemas.openxmlformats.org/drawingml/2006/main">
            <a:r>
              <a:t>        "B3",</a:t>
            </a:r>
          </a:p>
          <a:p xmlns:a="http://schemas.openxmlformats.org/drawingml/2006/main">
            <a:r>
              <a:t>        "B6",</a:t>
            </a:r>
          </a:p>
          <a:p xmlns:a="http://schemas.openxmlformats.org/drawingml/2006/main">
            <a:r>
              <a:t>        "B7",</a:t>
            </a:r>
          </a:p>
          <a:p xmlns:a="http://schemas.openxmlformats.org/drawingml/2006/main">
            <a:r>
              <a:t>        "B8"</a:t>
            </a:r>
          </a:p>
          <a:p xmlns:a="http://schemas.openxmlformats.org/drawingml/2006/main">
            <a:r>
              <a:t>      ],</a:t>
            </a:r>
          </a:p>
          <a:p xmlns:a="http://schemas.openxmlformats.org/drawingml/2006/main">
            <a:r>
              <a:t>      "sourceRefs": [</a:t>
            </a:r>
          </a:p>
          <a:p xmlns:a="http://schemas.openxmlformats.org/drawingml/2006/main">
            <a:r>
              <a:t>        "graph:/executionAuthorities/0/operations/0",</a:t>
            </a:r>
          </a:p>
          <a:p xmlns:a="http://schemas.openxmlformats.org/drawingml/2006/main">
            <a:r>
              <a:t>        "graph:/interfaceAuthority/portBindings/1"</a:t>
            </a:r>
          </a:p>
          <a:p xmlns:a="http://schemas.openxmlformats.org/drawingml/2006/main">
            <a:r>
              <a:t>      ],</a:t>
            </a:r>
          </a:p>
          <a:p xmlns:a="http://schemas.openxmlformats.org/drawingml/2006/main">
            <a:r>
              <a:t>      "via": [</a:t>
            </a:r>
          </a:p>
          <a:p xmlns:a="http://schemas.openxmlformats.org/drawingml/2006/main">
            <a:r>
              <a:t>        {</a:t>
            </a:r>
          </a:p>
          <a:p xmlns:a="http://schemas.openxmlformats.org/drawingml/2006/main">
            <a:r>
              <a:t>          "operationId": "operation:procedural-dungeon-governed-execution.v1:1",</a:t>
            </a:r>
          </a:p>
          <a:p xmlns:a="http://schemas.openxmlformats.org/drawingml/2006/main">
            <a:r>
              <a:t>          "portId": "topology-and-rasterize-transform-port",</a:t>
            </a:r>
          </a:p>
          <a:p xmlns:a="http://schemas.openxmlformats.org/drawingml/2006/main">
            <a:r>
              <a:t>          "bindingId": "binding:topology-and-rasterize-transform-port",</a:t>
            </a:r>
          </a:p>
          <a:p xmlns:a="http://schemas.openxmlformats.org/drawingml/2006/main">
            <a:r>
              <a:t>          "sourceEdgeIds": [</a:t>
            </a:r>
          </a:p>
          <a:p xmlns:a="http://schemas.openxmlformats.org/drawingml/2006/main">
            <a:r>
              <a:t>            "B3",</a:t>
            </a:r>
          </a:p>
          <a:p xmlns:a="http://schemas.openxmlformats.org/drawingml/2006/main">
            <a:r>
              <a:t>            "B6",</a:t>
            </a:r>
          </a:p>
          <a:p xmlns:a="http://schemas.openxmlformats.org/drawingml/2006/main">
            <a:r>
              <a:t>            "B7",</a:t>
            </a:r>
          </a:p>
          <a:p xmlns:a="http://schemas.openxmlformats.org/drawingml/2006/main">
            <a:r>
              <a:t>            "B8"</a:t>
            </a:r>
          </a:p>
          <a:p xmlns:a="http://schemas.openxmlformats.org/drawingml/2006/main">
            <a:r>
              <a:t>          ],</a:t>
            </a:r>
          </a:p>
          <a:p xmlns:a="http://schemas.openxmlformats.org/drawingml/2006/main">
            <a:r>
              <a:t>          "basis": "declared provider"</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"issues": []</a:t>
            </a:r>
          </a:p>
          <a:p xmlns:a="http://schemas.openxmlformats.org/drawingml/2006/main">
            <a:r>
              <a:t>}</a:t>
            </a:r>
          </a:p>
          <a:p xmlns:a="http://schemas.openxmlformats.org/drawingml/2006/main">
            <a:r>
              <a:t/>
            </a:r>
          </a:p>
          <a:p xmlns:a="http://schemas.openxmlformats.org/drawingml/2006/main">
            <a:r>
              <a:t>Interpretation / scope: Input/Event/Outcome are scenario semantics. Provider wires retain exact binding or testimony references. Disclosed operations are a subset; the complete Event is linked. Binding findings expose affected declared operations with amber inspection overlays, without adding provider nodes or edges. Their component shapes follow the same declared-binding rules as the complete execution circuit. Decorative contacts add no declared ports. No installation, execution or monotonic proof is asserted.</a:t>
            </a:r>
          </a:p>
          <a:p xmlns:a="http://schemas.openxmlformats.org/drawingml/2006/main">
            <a:r>
              <a:t/>
            </a:r>
          </a:p>
          <a:p xmlns:a="http://schemas.openxmlformats.org/drawingml/2006/main">
            <a:r>
              <a:t>Evidence references:</a:t>
            </a:r>
          </a:p>
          <a:p xmlns:a="http://schemas.openxmlformats.org/drawingml/2006/main">
            <a:r>
              <a:t>graph:/scenarios/0</a:t>
            </a:r>
          </a:p>
          <a:p xmlns:a="http://schemas.openxmlformats.org/drawingml/2006/main">
            <a:r>
              <a:t>graph:/executionAuthorities/0/operations/0</a:t>
            </a:r>
          </a:p>
          <a:p xmlns:a="http://schemas.openxmlformats.org/drawingml/2006/main">
            <a:r>
              <a:t>graph:/interfaceAuthority/portBindings/1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"projection": {</a:t>
            </a:r>
          </a:p>
          <a:p xmlns:a="http://schemas.openxmlformats.org/drawingml/2006/main">
            <a:r>
              <a:t>    "contractId": "capability-blueprint-projection.v1",</a:t>
            </a:r>
          </a:p>
          <a:p xmlns:a="http://schemas.openxmlformats.org/drawingml/2006/main">
            <a:r>
              <a:t>    "altitude": "capability",</a:t>
            </a:r>
          </a:p>
          <a:p xmlns:a="http://schemas.openxmlformats.org/drawingml/2006/main">
            <a:r>
              <a:t>    "capabilityId": "procedural-dungeon-governed-execution",</a:t>
            </a:r>
          </a:p>
          <a:p xmlns:a="http://schemas.openxmlformats.org/drawingml/2006/main">
            <a:r>
              <a:t>    "scenarioId": "procedural-dungeon-governed-execution",</a:t>
            </a:r>
          </a:p>
          <a:p xmlns:a="http://schemas.openxmlformats.org/drawingml/2006/main">
            <a:r>
              <a:t>    "snapshotDigest": "d33bac21fecf05e9b4c48e1d6791f10ad6817f784fa1c35f5e4e6449c92c6f58",</a:t>
            </a:r>
          </a:p>
          <a:p xmlns:a="http://schemas.openxmlformats.org/drawingml/2006/main">
            <a:r>
              <a:t>    "nodes": [</a:t>
            </a:r>
          </a:p>
          <a:p xmlns:a="http://schemas.openxmlformats.org/drawingml/2006/main">
            <a:r>
              <a:t>      {</a:t>
            </a:r>
          </a:p>
          <a:p xmlns:a="http://schemas.openxmlformats.org/drawingml/2006/main">
            <a:r>
              <a:t>        "id": "scenario:procedural-dungeon-governed-execution",</a:t>
            </a:r>
          </a:p>
          <a:p xmlns:a="http://schemas.openxmlformats.org/drawingml/2006/main">
            <a:r>
              <a:t>        "kind": "scenario",</a:t>
            </a:r>
          </a:p>
          <a:p xmlns:a="http://schemas.openxmlformats.org/drawingml/2006/main">
            <a:r>
              <a:t>        "label": "Procedural dungeon governed execution",</a:t>
            </a:r>
          </a:p>
          <a:p xmlns:a="http://schemas.openxmlformats.org/drawingml/2006/main">
            <a:r>
              <a:t>        "ref": "graph:/scenarios/0",</a:t>
            </a:r>
          </a:p>
          <a:p xmlns:a="http://schemas.openxmlformats.org/drawingml/2006/main">
            <a:r>
              <a:t>        "scenarioId": "procedural-dungeon-governed-execution"</a:t>
            </a:r>
          </a:p>
          <a:p xmlns:a="http://schemas.openxmlformats.org/drawingml/2006/main">
            <a:r>
              <a:t>      },</a:t>
            </a:r>
          </a:p>
          <a:p xmlns:a="http://schemas.openxmlformats.org/drawingml/2006/main">
            <a:r>
              <a:t>      {</a:t>
            </a:r>
          </a:p>
          <a:p xmlns:a="http://schemas.openxmlformats.org/drawingml/2006/main">
            <a:r>
              <a:t>        "id": "provider:sda-declared-read-graph-provider.v1",</a:t>
            </a:r>
          </a:p>
          <a:p xmlns:a="http://schemas.openxmlformats.org/drawingml/2006/main">
            <a:r>
              <a:t>        "kind": "provider",</a:t>
            </a:r>
          </a:p>
          <a:p xmlns:a="http://schemas.openxmlformats.org/drawingml/2006/main">
            <a:r>
              <a:t>        "label": "Declared Read Graph Provider (query runner)",</a:t>
            </a:r>
          </a:p>
          <a:p xmlns:a="http://schemas.openxmlformats.org/drawingml/2006/main">
            <a:r>
              <a:t>        "ref": "graph:/interfaceAuthority/portBindings/1"</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"id": "scenario-provider:procedural-dungeon-governed-execution:provider:sda-declared-read-graph-provider.v1",</a:t>
            </a:r>
          </a:p>
          <a:p xmlns:a="http://schemas.openxmlformats.org/drawingml/2006/main">
            <a:r>
              <a:t>        "from": "scenario:procedural-dungeon-governed-execution",</a:t>
            </a:r>
          </a:p>
          <a:p xmlns:a="http://schemas.openxmlformats.org/drawingml/2006/main">
            <a:r>
              <a:t>        "to": "provider:sda-declared-read-graph-provider.v1",</a:t>
            </a:r>
          </a:p>
          <a:p xmlns:a="http://schemas.openxmlformats.org/drawingml/2006/main">
            <a:r>
              <a:t>        "kind": "scenario-provider",</a:t>
            </a:r>
          </a:p>
          <a:p xmlns:a="http://schemas.openxmlformats.org/drawingml/2006/main">
            <a:r>
              <a:t>        "collapsed": true,</a:t>
            </a:r>
          </a:p>
          <a:p xmlns:a="http://schemas.openxmlformats.org/drawingml/2006/main">
            <a:r>
              <a:t>        "label": "declared provider involvement",</a:t>
            </a:r>
          </a:p>
          <a:p xmlns:a="http://schemas.openxmlformats.org/drawingml/2006/main">
            <a:r>
              <a:t>        "basis": "owning scenario operations and explicit port bindings",</a:t>
            </a:r>
          </a:p>
          <a:p xmlns:a="http://schemas.openxmlformats.org/drawingml/2006/main">
            <a:r>
              <a:t>        "ref": "graph:/scenarios/0",</a:t>
            </a:r>
          </a:p>
          <a:p xmlns:a="http://schemas.openxmlformats.org/drawingml/2006/main">
            <a:r>
              <a:t>        "sourceEdgeIds": [</a:t>
            </a:r>
          </a:p>
          <a:p xmlns:a="http://schemas.openxmlformats.org/drawingml/2006/main">
            <a:r>
              <a:t>          "B3",</a:t>
            </a:r>
          </a:p>
          <a:p xmlns:a="http://schemas.openxmlformats.org/drawingml/2006/main">
            <a:r>
              <a:t>          "B6",</a:t>
            </a:r>
          </a:p>
          <a:p xmlns:a="http://schemas.openxmlformats.org/drawingml/2006/main">
            <a:r>
              <a:t>          "B7",</a:t>
            </a:r>
          </a:p>
          <a:p xmlns:a="http://schemas.openxmlformats.org/drawingml/2006/main">
            <a:r>
              <a:t>          "B8"</a:t>
            </a:r>
          </a:p>
          <a:p xmlns:a="http://schemas.openxmlformats.org/drawingml/2006/main">
            <a:r>
              <a:t>        ],</a:t>
            </a:r>
          </a:p>
          <a:p xmlns:a="http://schemas.openxmlformats.org/drawingml/2006/main">
            <a:r>
              <a:t>        "sourceRefs": [</a:t>
            </a:r>
          </a:p>
          <a:p xmlns:a="http://schemas.openxmlformats.org/drawingml/2006/main">
            <a:r>
              <a:t>          "graph:/executionAuthorities/0/operations/0",</a:t>
            </a:r>
          </a:p>
          <a:p xmlns:a="http://schemas.openxmlformats.org/drawingml/2006/main">
            <a:r>
              <a:t>          "graph:/interfaceAuthority/portBindings/1"</a:t>
            </a:r>
          </a:p>
          <a:p xmlns:a="http://schemas.openxmlformats.org/drawingml/2006/main">
            <a:r>
              <a:t>        ],</a:t>
            </a:r>
          </a:p>
          <a:p xmlns:a="http://schemas.openxmlformats.org/drawingml/2006/main">
            <a:r>
              <a:t>        "via": [</a:t>
            </a:r>
          </a:p>
          <a:p xmlns:a="http://schemas.openxmlformats.org/drawingml/2006/main">
            <a:r>
              <a:t>          {</a:t>
            </a:r>
          </a:p>
          <a:p xmlns:a="http://schemas.openxmlformats.org/drawingml/2006/main">
            <a:r>
              <a:t>            "operationId": "operation:procedural-dungeon-governed-execution.v1:1",</a:t>
            </a:r>
          </a:p>
          <a:p xmlns:a="http://schemas.openxmlformats.org/drawingml/2006/main">
            <a:r>
              <a:t>            "portId": "topology-and-rasterize-transform-port",</a:t>
            </a:r>
          </a:p>
          <a:p xmlns:a="http://schemas.openxmlformats.org/drawingml/2006/main">
            <a:r>
              <a:t>            "bindingId": "binding:topology-and-rasterize-transform-port",</a:t>
            </a:r>
          </a:p>
          <a:p xmlns:a="http://schemas.openxmlformats.org/drawingml/2006/main">
            <a:r>
              <a:t>            "sourceEdgeIds": [</a:t>
            </a:r>
          </a:p>
          <a:p xmlns:a="http://schemas.openxmlformats.org/drawingml/2006/main">
            <a:r>
              <a:t>              "B3",</a:t>
            </a:r>
          </a:p>
          <a:p xmlns:a="http://schemas.openxmlformats.org/drawingml/2006/main">
            <a:r>
              <a:t>              "B6",</a:t>
            </a:r>
          </a:p>
          <a:p xmlns:a="http://schemas.openxmlformats.org/drawingml/2006/main">
            <a:r>
              <a:t>              "B7",</a:t>
            </a:r>
          </a:p>
          <a:p xmlns:a="http://schemas.openxmlformats.org/drawingml/2006/main">
            <a:r>
              <a:t>              "B8"</a:t>
            </a:r>
          </a:p>
          <a:p xmlns:a="http://schemas.openxmlformats.org/drawingml/2006/main">
            <a:r>
              <a:t>            ],</a:t>
            </a:r>
          </a:p>
          <a:p xmlns:a="http://schemas.openxmlformats.org/drawingml/2006/main">
            <a:r>
              <a:t>            "basis": "declared provider"</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"scope": "Root-connected scenario topology and declared provider involvement; collapsed links retain exact operation and binding evidence, not observed execution.",</a:t>
            </a:r>
          </a:p>
          <a:p xmlns:a="http://schemas.openxmlformats.org/drawingml/2006/main">
            <a:r>
              <a:t>    "topologyDigest": "e76e1891b48eb6b5136aa2c901308d6024923ad15b4b1a3822d7778ecbb28ca2"</a:t>
            </a:r>
          </a:p>
          <a:p xmlns:a="http://schemas.openxmlformats.org/drawingml/2006/main">
            <a:r>
              <a:t>  },</a:t>
            </a:r>
          </a:p>
          <a:p xmlns:a="http://schemas.openxmlformats.org/drawingml/2006/main">
            <a:r>
              <a:t>  "scenarioContext": [</a:t>
            </a:r>
          </a:p>
          <a:p xmlns:a="http://schemas.openxmlformats.org/drawingml/2006/main">
            <a:r>
              <a:t>    {</a:t>
            </a:r>
          </a:p>
          <a:p xmlns:a="http://schemas.openxmlformats.org/drawingml/2006/main">
            <a:r>
              <a:t>      "id": "procedural-dungeon-governed-execution",</a:t>
            </a:r>
          </a:p>
          <a:p xmlns:a="http://schemas.openxmlformats.org/drawingml/2006/main">
            <a:r>
              <a:t>      "name": "Procedural dungeon governed execution",</a:t>
            </a:r>
          </a:p>
          <a:p xmlns:a="http://schemas.openxmlformats.org/drawingml/2006/main">
            <a:r>
              <a:t>      "versionPk": "113602",</a:t>
            </a:r>
          </a:p>
          <a:p xmlns:a="http://schemas.openxmlformats.org/drawingml/2006/main">
            <a:r>
              <a:t>      "definitionDigest": "5eaf21d008ce615404a576684472693d455d33db4e90f64bd56a5a407bd1370a",</a:t>
            </a:r>
          </a:p>
          <a:p xmlns:a="http://schemas.openxmlformats.org/drawingml/2006/main">
            <a:r>
              <a:t>      "authorityId": "procedural-dungeon-governed-execution.v1",</a:t>
            </a:r>
          </a:p>
          <a:p xmlns:a="http://schemas.openxmlformats.org/drawingml/2006/main">
            <a:r>
              <a:t>      "eventId": "procedural-dungeon-governed-execution-requested",</a:t>
            </a:r>
          </a:p>
          <a:p xmlns:a="http://schemas.openxmlformats.org/drawingml/2006/main">
            <a:r>
              <a:t>      "inputId": "procedural-dungeon-governed-execution-request",</a:t>
            </a:r>
          </a:p>
          <a:p xmlns:a="http://schemas.openxmlformats.org/drawingml/2006/main">
            <a:r>
              <a:t>      "inputContractId": "dungeon-generation-seed-contract.v1",</a:t>
            </a:r>
          </a:p>
          <a:p xmlns:a="http://schemas.openxmlformats.org/drawingml/2006/main">
            <a:r>
              <a:t>      "outcomeId": "procedural-dungeon-governed-execution",</a:t>
            </a:r>
          </a:p>
          <a:p xmlns:a="http://schemas.openxmlformats.org/drawingml/2006/main">
            <a:r>
              <a:t>      "outcomeContractId": "dungeon-board-state-contract.v1",</a:t>
            </a:r>
          </a:p>
          <a:p xmlns:a="http://schemas.openxmlformats.org/drawingml/2006/main">
            <a:r>
              <a:t>      "terminal": true,</a:t>
            </a:r>
          </a:p>
          <a:p xmlns:a="http://schemas.openxmlformats.org/drawingml/2006/main">
            <a:r>
              <a:t>      "variants": [],</a:t>
            </a:r>
          </a:p>
          <a:p xmlns:a="http://schemas.openxmlformats.org/drawingml/2006/main">
            <a:r>
              <a:t>      "owned": true,</a:t>
            </a:r>
          </a:p>
          <a:p xmlns:a="http://schemas.openxmlformats.org/drawingml/2006/main">
            <a:r>
              <a:t>      "authored": {</a:t>
            </a:r>
          </a:p>
          <a:p xmlns:a="http://schemas.openxmlformats.org/drawingml/2006/main">
            <a:r>
              <a:t>        "keyword": "Scenario",</a:t>
            </a:r>
          </a:p>
          <a:p xmlns:a="http://schemas.openxmlformats.org/drawingml/2006/main">
            <a:r>
              <a:t>        "name": "Procedural dungeon governed execution",</a:t>
            </a:r>
          </a:p>
          <a:p xmlns:a="http://schemas.openxmlformats.org/drawingml/2006/main">
            <a:r>
              <a:t>        "description": "",</a:t>
            </a:r>
          </a:p>
          <a:p xmlns:a="http://schemas.openxmlformats.org/drawingml/2006/main">
            <a:r>
              <a:t>        "tags": [</a:t>
            </a:r>
          </a:p>
          <a:p xmlns:a="http://schemas.openxmlformats.org/drawingml/2006/main">
            <a:r>
              <a:t>          "@capability:procedural-dungeon-governed-execution",</a:t>
            </a:r>
          </a:p>
          <a:p xmlns:a="http://schemas.openxmlformats.org/drawingml/2006/main">
            <a:r>
              <a:t>          "@event:procedural-dungeon-governed-execution-requested",</a:t>
            </a:r>
          </a:p>
          <a:p xmlns:a="http://schemas.openxmlformats.org/drawingml/2006/main">
            <a:r>
              <a:t>          "@event-authority:procedural-dungeon-governed-execution.v1",</a:t>
            </a:r>
          </a:p>
          <a:p xmlns:a="http://schemas.openxmlformats.org/drawingml/2006/main">
            <a:r>
              <a:t>          "@input:procedural-dungeon-governed-execution-request",</a:t>
            </a:r>
          </a:p>
          <a:p xmlns:a="http://schemas.openxmlformats.org/drawingml/2006/main">
            <a:r>
              <a:t>          "@input-contract:dungeon-generation-seed-contract.v1",</a:t>
            </a:r>
          </a:p>
          <a:p xmlns:a="http://schemas.openxmlformats.org/drawingml/2006/main">
            <a:r>
              <a:t>          "@outcome:procedural-dungeon-governed-execution",</a:t>
            </a:r>
          </a:p>
          <a:p xmlns:a="http://schemas.openxmlformats.org/drawingml/2006/main">
            <a:r>
              <a:t>          "@outcome-contract:dungeon-board-state-contract.v1",</a:t>
            </a:r>
          </a:p>
          <a:p xmlns:a="http://schemas.openxmlformats.org/drawingml/2006/main">
            <a:r>
              <a:t>          "@root-scenario:procedural-dungeon-governed-execution",</a:t>
            </a:r>
          </a:p>
          <a:p xmlns:a="http://schemas.openxmlformats.org/drawingml/2006/main">
            <a:r>
              <a:t>          "@scenario:procedural-dungeon-governed-execution",</a:t>
            </a:r>
          </a:p>
          <a:p xmlns:a="http://schemas.openxmlformats.org/drawingml/2006/main">
            <a:r>
              <a:t>          "@outcome-terminal"</a:t>
            </a:r>
          </a:p>
          <a:p xmlns:a="http://schemas.openxmlformats.org/drawingml/2006/main">
            <a:r>
              <a:t>        ],</a:t>
            </a:r>
          </a:p>
          <a:p xmlns:a="http://schemas.openxmlformats.org/drawingml/2006/main">
            <a:r>
              <a:t>        "steps": [</a:t>
            </a:r>
          </a:p>
          <a:p xmlns:a="http://schemas.openxmlformats.org/drawingml/2006/main">
            <a:r>
              <a:t>          {</a:t>
            </a:r>
          </a:p>
          <a:p xmlns:a="http://schemas.openxmlformats.org/drawingml/2006/main">
            <a:r>
              <a:t>            "keyword": "Given",</a:t>
            </a:r>
          </a:p>
          <a:p xmlns:a="http://schemas.openxmlformats.org/drawingml/2006/main">
            <a:r>
              <a:t>            "keywordType": "Context",</a:t>
            </a:r>
          </a:p>
          <a:p xmlns:a="http://schemas.openxmlformats.org/drawingml/2006/main">
            <a:r>
              <a:t>            "text": "an initial deterministic generation seed"</a:t>
            </a:r>
          </a:p>
          <a:p xmlns:a="http://schemas.openxmlformats.org/drawingml/2006/main">
            <a:r>
              <a:t>          },</a:t>
            </a:r>
          </a:p>
          <a:p xmlns:a="http://schemas.openxmlformats.org/drawingml/2006/main">
            <a:r>
              <a:t>          {</a:t>
            </a:r>
          </a:p>
          <a:p xmlns:a="http://schemas.openxmlformats.org/drawingml/2006/main">
            <a:r>
              <a:t>            "keyword": "When",</a:t>
            </a:r>
          </a:p>
          <a:p xmlns:a="http://schemas.openxmlformats.org/drawingml/2006/main">
            <a:r>
              <a:t>            "keywordType": "Action",</a:t>
            </a:r>
          </a:p>
          <a:p xmlns:a="http://schemas.openxmlformats.org/drawingml/2006/main">
            <a:r>
              <a:t>            "text": "dungeon topology partitioning and rasterization authorities execute"</a:t>
            </a:r>
          </a:p>
          <a:p xmlns:a="http://schemas.openxmlformats.org/drawingml/2006/main">
            <a:r>
              <a:t>          },</a:t>
            </a:r>
          </a:p>
          <a:p xmlns:a="http://schemas.openxmlformats.org/drawingml/2006/main">
            <a:r>
              <a:t>          {</a:t>
            </a:r>
          </a:p>
          <a:p xmlns:a="http://schemas.openxmlformats.org/drawingml/2006/main">
            <a:r>
              <a:t>            "keyword": "Then",</a:t>
            </a:r>
          </a:p>
          <a:p xmlns:a="http://schemas.openxmlformats.org/drawingml/2006/main">
            <a:r>
              <a:t>            "keywordType": "Outcome",</a:t>
            </a:r>
          </a:p>
          <a:p xmlns:a="http://schemas.openxmlformats.org/drawingml/2006/main">
            <a:r>
              <a:t>            "text": "the 78x78 tile grid is partitioned and the player initial coordinate is placed on an admitted floor cell"</a:t>
            </a:r>
          </a:p>
          <a:p xmlns:a="http://schemas.openxmlformats.org/drawingml/2006/main">
            <a:r>
              <a:t>          }</a:t>
            </a:r>
          </a:p>
          <a:p xmlns:a="http://schemas.openxmlformats.org/drawingml/2006/main">
            <a:r>
              <a:t>        ],</a:t>
            </a:r>
          </a:p>
          <a:p xmlns:a="http://schemas.openxmlformats.org/drawingml/2006/main">
            <a:r>
              <a:t>        "examples": []</a:t>
            </a:r>
          </a:p>
          <a:p xmlns:a="http://schemas.openxmlformats.org/drawingml/2006/main">
            <a:r>
              <a:t>      },</a:t>
            </a:r>
          </a:p>
          <a:p xmlns:a="http://schemas.openxmlformats.org/drawingml/2006/main">
            <a:r>
              <a:t>      "inputDescription": "an initial deterministic generation seed",</a:t>
            </a:r>
          </a:p>
          <a:p xmlns:a="http://schemas.openxmlformats.org/drawingml/2006/main">
            <a:r>
              <a:t>      "eventDescription": "dungeon topology partitioning and rasterization authorities execute",</a:t>
            </a:r>
          </a:p>
          <a:p xmlns:a="http://schemas.openxmlformats.org/drawingml/2006/main">
            <a:r>
              <a:t>      "outcomeDescription": "the 78x78 tile grid is partitioned and the player initial coordinate is placed on an admitted floor cell",</a:t>
            </a:r>
          </a:p>
          <a:p xmlns:a="http://schemas.openxmlformats.org/drawingml/2006/main">
            <a:r>
              <a:t>      "terminalDisposition": "",</a:t>
            </a:r>
          </a:p>
          <a:p xmlns:a="http://schemas.openxmlformats.org/drawingml/2006/main">
            <a:r>
              <a:t>      "meaningSourceRef": "model:scenario_version/113602",</a:t>
            </a:r>
          </a:p>
          <a:p xmlns:a="http://schemas.openxmlformats.org/drawingml/2006/main">
            <a:r>
              <a:t>      "sourceRef": "graph:/scenarios/0",</a:t>
            </a:r>
          </a:p>
          <a:p xmlns:a="http://schemas.openxmlformats.org/drawingml/2006/main">
            <a:r>
              <a:t>      "ref": "graph:/scenarios/0",</a:t>
            </a:r>
          </a:p>
          <a:p xmlns:a="http://schemas.openxmlformats.org/drawingml/2006/main">
            <a:r>
              <a:t>      "root": true,</a:t>
            </a:r>
          </a:p>
          <a:p xmlns:a="http://schemas.openxmlformats.org/drawingml/2006/main">
            <a:r>
              <a:t>      "operationIds": [</a:t>
            </a:r>
          </a:p>
          <a:p xmlns:a="http://schemas.openxmlformats.org/drawingml/2006/main">
            <a:r>
              <a:t>        "operation:procedural-dungeon-governed-execution.v1:1"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"inputContract": {</a:t>
            </a:r>
          </a:p>
          <a:p xmlns:a="http://schemas.openxmlformats.org/drawingml/2006/main">
            <a:r>
              <a:t>    "id": "dungeon-generation-seed-contract.v1",</a:t>
            </a:r>
          </a:p>
          <a:p xmlns:a="http://schemas.openxmlformats.org/drawingml/2006/main">
            <a:r>
              <a:t>    "schemaId": "",</a:t>
            </a:r>
          </a:p>
          <a:p xmlns:a="http://schemas.openxmlformats.org/drawingml/2006/main">
            <a:r>
              <a:t>    "title": "dungeon-generation-seed-contract.v1",</a:t>
            </a:r>
          </a:p>
          <a:p xmlns:a="http://schemas.openxmlformats.org/drawingml/2006/main">
            <a:r>
              <a:t>    "type": "object",</a:t>
            </a:r>
          </a:p>
          <a:p xmlns:a="http://schemas.openxmlformats.org/drawingml/2006/main">
            <a:r>
              <a:t>    "required": [</a:t>
            </a:r>
          </a:p>
          <a:p xmlns:a="http://schemas.openxmlformats.org/drawingml/2006/main">
            <a:r>
              <a:t>      "seed"</a:t>
            </a:r>
          </a:p>
          <a:p xmlns:a="http://schemas.openxmlformats.org/drawingml/2006/main">
            <a:r>
              <a:t>    ],</a:t>
            </a:r>
          </a:p>
          <a:p xmlns:a="http://schemas.openxmlformats.org/drawingml/2006/main">
            <a:r>
              <a:t>    "properties": [</a:t>
            </a:r>
          </a:p>
          <a:p xmlns:a="http://schemas.openxmlformats.org/drawingml/2006/main">
            <a:r>
              <a:t>      "seed"</a:t>
            </a:r>
          </a:p>
          <a:p xmlns:a="http://schemas.openxmlformats.org/drawingml/2006/main">
            <a:r>
              <a:t>    ],</a:t>
            </a:r>
          </a:p>
          <a:p xmlns:a="http://schemas.openxmlformats.org/drawingml/2006/main">
            <a:r>
              <a:t>    "description": "",</a:t>
            </a:r>
          </a:p>
          <a:p xmlns:a="http://schemas.openxmlformats.org/drawingml/2006/main">
            <a:r>
              <a:t>    "fields": [</a:t>
            </a:r>
          </a:p>
          <a:p xmlns:a="http://schemas.openxmlformats.org/drawingml/2006/main">
            <a:r>
              <a:t>      {</a:t>
            </a:r>
          </a:p>
          <a:p xmlns:a="http://schemas.openxmlformats.org/drawingml/2006/main">
            <a:r>
              <a:t>        "path": "$",</a:t>
            </a:r>
          </a:p>
          <a:p xmlns:a="http://schemas.openxmlformats.org/drawingml/2006/main">
            <a:r>
              <a:t>        "type": "object",</a:t>
            </a:r>
          </a:p>
          <a:p xmlns:a="http://schemas.openxmlformats.org/drawingml/2006/main">
            <a:r>
              <a:t>        "description": "",</a:t>
            </a:r>
          </a:p>
          <a:p xmlns:a="http://schemas.openxmlformats.org/drawingml/2006/main">
            <a:r>
              <a:t>        "required": false,</a:t>
            </a:r>
          </a:p>
          <a:p xmlns:a="http://schemas.openxmlformats.org/drawingml/2006/main">
            <a:r>
              <a:t>        "reference": "",</a:t>
            </a:r>
          </a:p>
          <a:p xmlns:a="http://schemas.openxmlformats.org/drawingml/2006/main">
            <a:r>
              <a:t>        "additionalProperties": false</a:t>
            </a:r>
          </a:p>
          <a:p xmlns:a="http://schemas.openxmlformats.org/drawingml/2006/main">
            <a:r>
              <a:t>      },</a:t>
            </a:r>
          </a:p>
          <a:p xmlns:a="http://schemas.openxmlformats.org/drawingml/2006/main">
            <a:r>
              <a:t>      {</a:t>
            </a:r>
          </a:p>
          <a:p xmlns:a="http://schemas.openxmlformats.org/drawingml/2006/main">
            <a:r>
              <a:t>        "path": "$/seed",</a:t>
            </a:r>
          </a:p>
          <a:p xmlns:a="http://schemas.openxmlformats.org/drawingml/2006/main">
            <a:r>
              <a:t>        "type": "integer",</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"minimum": 1,</a:t>
            </a:r>
          </a:p>
          <a:p xmlns:a="http://schemas.openxmlformats.org/drawingml/2006/main">
            <a:r>
              <a:t>        "maximum": 2147483647</a:t>
            </a:r>
          </a:p>
          <a:p xmlns:a="http://schemas.openxmlformats.org/drawingml/2006/main">
            <a:r>
              <a:t>      }</a:t>
            </a:r>
          </a:p>
          <a:p xmlns:a="http://schemas.openxmlformats.org/drawingml/2006/main">
            <a:r>
              <a:t>    ],</a:t>
            </a:r>
          </a:p>
          <a:p xmlns:a="http://schemas.openxmlformats.org/drawingml/2006/main">
            <a:r>
              <a:t>    "emptyObjectEvidence": {</a:t>
            </a:r>
          </a:p>
          <a:p xmlns:a="http://schemas.openxmlformats.org/drawingml/2006/main">
            <a:r>
              <a:t>      "admitted": false</a:t>
            </a:r>
          </a:p>
          <a:p xmlns:a="http://schemas.openxmlformats.org/drawingml/2006/main">
            <a:r>
              <a:t>    },</a:t>
            </a:r>
          </a:p>
          <a:p xmlns:a="http://schemas.openxmlformats.org/drawingml/2006/main">
            <a:r>
              <a:t>    "schemaDigest": "aa44b0eb092c0bbcdb57287f6a8fe0b9190795924d1f4db7686c3f02e05b36d8",</a:t>
            </a:r>
          </a:p>
          <a:p xmlns:a="http://schemas.openxmlformats.org/drawingml/2006/main">
            <a:r>
              <a:t>    "sourceRef": "graph:/contractAuthorities/contracts/dungeon-generation-seed-contract.v1"</a:t>
            </a:r>
          </a:p>
          <a:p xmlns:a="http://schemas.openxmlformats.org/drawingml/2006/main">
            <a:r>
              <a:t>  }</a:t>
            </a:r>
          </a:p>
          <a:p xmlns:a="http://schemas.openxmlformats.org/drawingml/2006/main">
            <a:r>
              <a:t>}</a:t>
            </a:r>
          </a:p>
          <a:p xmlns:a="http://schemas.openxmlformats.org/drawingml/2006/main">
            <a:r>
              <a:t/>
            </a:r>
          </a:p>
          <a:p xmlns:a="http://schemas.openxmlformats.org/drawingml/2006/main">
            <a:r>
              <a:t>Interpretation / scope: Only root-connected declared scenarios become scenario cards. Provider badges retain exact operation and binding paths, including testimony references. Input and outcome frames summarize the root scenario semantic contract; they do not prove execution routing or observed success. Selection denotes the drill-down target, not runtime state. Unconnected declarations remain in the inventory. No stages are promoted to scenarios.</a:t>
            </a:r>
          </a:p>
          <a:p xmlns:a="http://schemas.openxmlformats.org/drawingml/2006/main">
            <a:r>
              <a:t/>
            </a:r>
          </a:p>
          <a:p xmlns:a="http://schemas.openxmlformats.org/drawingml/2006/main">
            <a:r>
              <a:t>Evidence references:</a:t>
            </a:r>
          </a:p>
          <a:p xmlns:a="http://schemas.openxmlformats.org/drawingml/2006/main">
            <a:r>
              <a:t>graph:/scenarios/0</a:t>
            </a:r>
          </a:p>
          <a:p xmlns:a="http://schemas.openxmlformats.org/drawingml/2006/main">
            <a:r>
              <a:t>graph:/interfaceAuthority/portBindings/1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"contractId": "capability-blueprint-projection.v1",</a:t>
            </a:r>
          </a:p>
          <a:p xmlns:a="http://schemas.openxmlformats.org/drawingml/2006/main">
            <a:r>
              <a:t>  "altitude": "scenario",</a:t>
            </a:r>
          </a:p>
          <a:p xmlns:a="http://schemas.openxmlformats.org/drawingml/2006/main">
            <a:r>
              <a:t>  "capabilityId": "procedural-dungeon-governed-execution",</a:t>
            </a:r>
          </a:p>
          <a:p xmlns:a="http://schemas.openxmlformats.org/drawingml/2006/main">
            <a:r>
              <a:t>  "scenarioId": "procedural-dungeon-governed-execution",</a:t>
            </a:r>
          </a:p>
          <a:p xmlns:a="http://schemas.openxmlformats.org/drawingml/2006/main">
            <a:r>
              <a:t>  "snapshotDigest": "d33bac21fecf05e9b4c48e1d6791f10ad6817f784fa1c35f5e4e6449c92c6f58",</a:t>
            </a:r>
          </a:p>
          <a:p xmlns:a="http://schemas.openxmlformats.org/drawingml/2006/main">
            <a:r>
              <a:t>  "nodes": [</a:t>
            </a:r>
          </a:p>
          <a:p xmlns:a="http://schemas.openxmlformats.org/drawingml/2006/main">
            <a:r>
              <a:t>    {</a:t>
            </a:r>
          </a:p>
          <a:p xmlns:a="http://schemas.openxmlformats.org/drawingml/2006/main">
            <a:r>
              <a:t>      "id": "input:procedural-dungeon-governed-execution",</a:t>
            </a:r>
          </a:p>
          <a:p xmlns:a="http://schemas.openxmlformats.org/drawingml/2006/main">
            <a:r>
              <a:t>      "kind": "input",</a:t>
            </a:r>
          </a:p>
          <a:p xmlns:a="http://schemas.openxmlformats.org/drawingml/2006/main">
            <a:r>
              <a:t>      "label": "procedural-dungeon-governed-execution-request",</a:t>
            </a:r>
          </a:p>
          <a:p xmlns:a="http://schemas.openxmlformats.org/drawingml/2006/main">
            <a:r>
              <a:t>      "ref": "graph:/scenarios/0",</a:t>
            </a:r>
          </a:p>
          <a:p xmlns:a="http://schemas.openxmlformats.org/drawingml/2006/main">
            <a:r>
              <a:t>      "scenarioId": "procedural-dungeon-governed-execution",</a:t>
            </a:r>
          </a:p>
          <a:p xmlns:a="http://schemas.openxmlformats.org/drawingml/2006/main">
            <a:r>
              <a:t>      "description": "an initial deterministic generation seed",</a:t>
            </a:r>
          </a:p>
          <a:p xmlns:a="http://schemas.openxmlformats.org/drawingml/2006/main">
            <a:r>
              <a:t>      "contractId": "dungeon-generation-seed-contract.v1"</a:t>
            </a:r>
          </a:p>
          <a:p xmlns:a="http://schemas.openxmlformats.org/drawingml/2006/main">
            <a:r>
              <a:t>    },</a:t>
            </a:r>
          </a:p>
          <a:p xmlns:a="http://schemas.openxmlformats.org/drawingml/2006/main">
            <a:r>
              <a:t>    {</a:t>
            </a:r>
          </a:p>
          <a:p xmlns:a="http://schemas.openxmlformats.org/drawingml/2006/main">
            <a:r>
              <a:t>      "id": "event:procedural-dungeon-governed-execution",</a:t>
            </a:r>
          </a:p>
          <a:p xmlns:a="http://schemas.openxmlformats.org/drawingml/2006/main">
            <a:r>
              <a:t>      "kind": "event",</a:t>
            </a:r>
          </a:p>
          <a:p xmlns:a="http://schemas.openxmlformats.org/drawingml/2006/main">
            <a:r>
              <a:t>      "label": "procedural-dungeon-governed-execution-requested",</a:t>
            </a:r>
          </a:p>
          <a:p xmlns:a="http://schemas.openxmlformats.org/drawingml/2006/main">
            <a:r>
              <a:t>      "ref": "graph:/scenarios/0",</a:t>
            </a:r>
          </a:p>
          <a:p xmlns:a="http://schemas.openxmlformats.org/drawingml/2006/main">
            <a:r>
              <a:t>      "scenarioId": "procedural-dungeon-governed-execution",</a:t>
            </a:r>
          </a:p>
          <a:p xmlns:a="http://schemas.openxmlformats.org/drawingml/2006/main">
            <a:r>
              <a:t>      "description": "dungeon topology partitioning and rasterization authorities execute",</a:t>
            </a:r>
          </a:p>
          <a:p xmlns:a="http://schemas.openxmlformats.org/drawingml/2006/main">
            <a:r>
              <a:t>      "authorityId": "procedural-dungeon-governed-execution.v1"</a:t>
            </a:r>
          </a:p>
          <a:p xmlns:a="http://schemas.openxmlformats.org/drawingml/2006/main">
            <a:r>
              <a:t>    },</a:t>
            </a:r>
          </a:p>
          <a:p xmlns:a="http://schemas.openxmlformats.org/drawingml/2006/main">
            <a:r>
              <a:t>    {</a:t>
            </a:r>
          </a:p>
          <a:p xmlns:a="http://schemas.openxmlformats.org/drawingml/2006/main">
            <a:r>
              <a:t>      "id": "outcome:procedural-dungeon-governed-execution",</a:t>
            </a:r>
          </a:p>
          <a:p xmlns:a="http://schemas.openxmlformats.org/drawingml/2006/main">
            <a:r>
              <a:t>      "kind": "terminal",</a:t>
            </a:r>
          </a:p>
          <a:p xmlns:a="http://schemas.openxmlformats.org/drawingml/2006/main">
            <a:r>
              <a:t>      "label": "procedural-dungeon-governed-execution",</a:t>
            </a:r>
          </a:p>
          <a:p xmlns:a="http://schemas.openxmlformats.org/drawingml/2006/main">
            <a:r>
              <a:t>      "ref": "graph:/scenarios/0",</a:t>
            </a:r>
          </a:p>
          <a:p xmlns:a="http://schemas.openxmlformats.org/drawingml/2006/main">
            <a:r>
              <a:t>      "scenarioId": "procedural-dungeon-governed-execution",</a:t>
            </a:r>
          </a:p>
          <a:p xmlns:a="http://schemas.openxmlformats.org/drawingml/2006/main">
            <a:r>
              <a:t>      "description": "the 78x78 tile grid is partitioned and the player initial coordinate is placed on an admitted floor cell",</a:t>
            </a:r>
          </a:p>
          <a:p xmlns:a="http://schemas.openxmlformats.org/drawingml/2006/main">
            <a:r>
              <a:t>      "contractId": "dungeon-board-state-contract.v1"</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a:t>
            </a:r>
          </a:p>
          <a:p xmlns:a="http://schemas.openxmlformats.org/drawingml/2006/main">
            <a:r>
              <a:t>      "id": "B1",</a:t>
            </a:r>
          </a:p>
          <a:p xmlns:a="http://schemas.openxmlformats.org/drawingml/2006/main">
            <a:r>
              <a:t>      "from": "input:procedural-dungeon-governed-execution",</a:t>
            </a:r>
          </a:p>
          <a:p xmlns:a="http://schemas.openxmlformats.org/drawingml/2006/main">
            <a:r>
              <a:t>      "to": "event:procedural-dungeon-governed-execution",</a:t>
            </a:r>
          </a:p>
          <a:p xmlns:a="http://schemas.openxmlformats.org/drawingml/2006/main">
            <a:r>
              <a:t>      "kind": "semantic-input",</a:t>
            </a:r>
          </a:p>
          <a:p xmlns:a="http://schemas.openxmlformats.org/drawingml/2006/main">
            <a:r>
              <a:t>      "ref": "graph:/scenarios/0",</a:t>
            </a:r>
          </a:p>
          <a:p xmlns:a="http://schemas.openxmlformats.org/drawingml/2006/main">
            <a:r>
              <a:t>      "label": "Given → When",</a:t>
            </a:r>
          </a:p>
          <a:p xmlns:a="http://schemas.openxmlformats.org/drawingml/2006/main">
            <a:r>
              <a:t>      "basis": "scenario semantic positions"</a:t>
            </a:r>
          </a:p>
          <a:p xmlns:a="http://schemas.openxmlformats.org/drawingml/2006/main">
            <a:r>
              <a:t>    },</a:t>
            </a:r>
          </a:p>
          <a:p xmlns:a="http://schemas.openxmlformats.org/drawingml/2006/main">
            <a:r>
              <a:t>    {</a:t>
            </a:r>
          </a:p>
          <a:p xmlns:a="http://schemas.openxmlformats.org/drawingml/2006/main">
            <a:r>
              <a:t>      "id": "B2",</a:t>
            </a:r>
          </a:p>
          <a:p xmlns:a="http://schemas.openxmlformats.org/drawingml/2006/main">
            <a:r>
              <a:t>      "from": "event:procedural-dungeon-governed-execution",</a:t>
            </a:r>
          </a:p>
          <a:p xmlns:a="http://schemas.openxmlformats.org/drawingml/2006/main">
            <a:r>
              <a:t>      "to": "outcome:procedural-dungeon-governed-execution",</a:t>
            </a:r>
          </a:p>
          <a:p xmlns:a="http://schemas.openxmlformats.org/drawingml/2006/main">
            <a:r>
              <a:t>      "kind": "semantic-outcome",</a:t>
            </a:r>
          </a:p>
          <a:p xmlns:a="http://schemas.openxmlformats.org/drawingml/2006/main">
            <a:r>
              <a:t>      "ref": "graph:/scenarios/0",</a:t>
            </a:r>
          </a:p>
          <a:p xmlns:a="http://schemas.openxmlformats.org/drawingml/2006/main">
            <a:r>
              <a:t>      "label": "When → Then",</a:t>
            </a:r>
          </a:p>
          <a:p xmlns:a="http://schemas.openxmlformats.org/drawingml/2006/main">
            <a:r>
              <a:t>      "basis": "scenario semantic positions; not an execution receipt"</a:t>
            </a:r>
          </a:p>
          <a:p xmlns:a="http://schemas.openxmlformats.org/drawingml/2006/main">
            <a:r>
              <a:t>    }</a:t>
            </a:r>
          </a:p>
          <a:p xmlns:a="http://schemas.openxmlformats.org/drawingml/2006/main">
            <a:r>
              <a:t>  ],</a:t>
            </a:r>
          </a:p>
          <a:p xmlns:a="http://schemas.openxmlformats.org/drawingml/2006/main">
            <a:r>
              <a:t>  "scope": "Scenario semantic positions; not execution sequencing.",</a:t>
            </a:r>
          </a:p>
          <a:p xmlns:a="http://schemas.openxmlformats.org/drawingml/2006/main">
            <a:r>
              <a:t>  "topologyDigest": "47ceb6c026c7dd23927e71c13fb7c723e56a0a1e14f73798753b28c7066d7733"</a:t>
            </a:r>
          </a:p>
          <a:p xmlns:a="http://schemas.openxmlformats.org/drawingml/2006/main">
            <a:r>
              <a:t>}</a:t>
            </a:r>
          </a:p>
          <a:p xmlns:a="http://schemas.openxmlformats.org/drawingml/2006/main">
            <a:r>
              <a:t/>
            </a:r>
          </a:p>
          <a:p xmlns:a="http://schemas.openxmlformats.org/drawingml/2006/main">
            <a:r>
              <a:t>Interpretation / scope: Scenario semantic positions; not execution sequencing.</a:t>
            </a:r>
          </a:p>
          <a:p xmlns:a="http://schemas.openxmlformats.org/drawingml/2006/main">
            <a:r>
              <a:t/>
            </a:r>
          </a:p>
          <a:p xmlns:a="http://schemas.openxmlformats.org/drawingml/2006/main">
            <a:r>
              <a:t>Evidence references:</a:t>
            </a:r>
          </a:p>
          <a:p xmlns:a="http://schemas.openxmlformats.org/drawingml/2006/main">
            <a:r>
              <a:t>graph:/scenarios/0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"contractId": "capability-blueprint-projection.v1",</a:t>
            </a:r>
          </a:p>
          <a:p xmlns:a="http://schemas.openxmlformats.org/drawingml/2006/main">
            <a:r>
              <a:t>  "altitude": "event",</a:t>
            </a:r>
          </a:p>
          <a:p xmlns:a="http://schemas.openxmlformats.org/drawingml/2006/main">
            <a:r>
              <a:t>  "capabilityId": "procedural-dungeon-governed-execution",</a:t>
            </a:r>
          </a:p>
          <a:p xmlns:a="http://schemas.openxmlformats.org/drawingml/2006/main">
            <a:r>
              <a:t>  "scenarioId": "procedural-dungeon-governed-execution",</a:t>
            </a:r>
          </a:p>
          <a:p xmlns:a="http://schemas.openxmlformats.org/drawingml/2006/main">
            <a:r>
              <a:t>  "snapshotDigest": "d33bac21fecf05e9b4c48e1d6791f10ad6817f784fa1c35f5e4e6449c92c6f58",</a:t>
            </a:r>
          </a:p>
          <a:p xmlns:a="http://schemas.openxmlformats.org/drawingml/2006/main">
            <a:r>
              <a:t>  "nodes": [</a:t>
            </a:r>
          </a:p>
          <a:p xmlns:a="http://schemas.openxmlformats.org/drawingml/2006/main">
            <a:r>
              <a:t>    {</a:t>
            </a:r>
          </a:p>
          <a:p xmlns:a="http://schemas.openxmlformats.org/drawingml/2006/main">
            <a:r>
              <a:t>      "id": "operation:procedural-dungeon-governed-execution.v1:1",</a:t>
            </a:r>
          </a:p>
          <a:p xmlns:a="http://schemas.openxmlformats.org/drawingml/2006/main">
            <a:r>
              <a:t>      "kind": "operation",</a:t>
            </a:r>
          </a:p>
          <a:p xmlns:a="http://schemas.openxmlformats.org/drawingml/2006/main">
            <a:r>
              <a:t>      "label": "topology-and-rasterize-transform-port",</a:t>
            </a:r>
          </a:p>
          <a:p xmlns:a="http://schemas.openxmlformats.org/drawingml/2006/main">
            <a:r>
              <a:t>      "ref": "graph:/executionAuthorities/0/operations/0",</a:t>
            </a:r>
          </a:p>
          <a:p xmlns:a="http://schemas.openxmlformats.org/drawingml/2006/main">
            <a:r>
              <a:t>      "semanticId": "op-partition-and-rasterize-dungeon",</a:t>
            </a:r>
          </a:p>
          <a:p xmlns:a="http://schemas.openxmlformats.org/drawingml/2006/main">
            <a:r>
              <a:t>      "scenarioId": "procedural-dungeon-governed-execution",</a:t>
            </a:r>
          </a:p>
          <a:p xmlns:a="http://schemas.openxmlformats.org/drawingml/2006/main">
            <a:r>
              <a:t>      "scenarioIds": [</a:t>
            </a:r>
          </a:p>
          <a:p xmlns:a="http://schemas.openxmlformats.org/drawingml/2006/main">
            <a:r>
              <a:t>        "procedural-dungeon-governed-execution"</a:t>
            </a:r>
          </a:p>
          <a:p xmlns:a="http://schemas.openxmlformats.org/drawingml/2006/main">
            <a:r>
              <a:t>      ],</a:t>
            </a:r>
          </a:p>
          <a:p xmlns:a="http://schemas.openxmlformats.org/drawingml/2006/main">
            <a:r>
              <a:t>      "authorityId": "procedural-dungeon-governed-execution.v1",</a:t>
            </a:r>
          </a:p>
          <a:p xmlns:a="http://schemas.openxmlformats.org/drawingml/2006/main">
            <a:r>
              <a:t>      "operationKind": "invoke-port",</a:t>
            </a:r>
          </a:p>
          <a:p xmlns:a="http://schemas.openxmlformats.org/drawingml/2006/main">
            <a:r>
              <a:t>      "ordinal": 1,</a:t>
            </a:r>
          </a:p>
          <a:p xmlns:a="http://schemas.openxmlformats.org/drawingml/2006/main">
            <a:r>
              <a:t>      "portId": "topology-and-rasterize-transform-port",</a:t>
            </a:r>
          </a:p>
          <a:p xmlns:a="http://schemas.openxmlformats.org/drawingml/2006/main">
            <a:r>
              <a:t>      "variants": []</a:t>
            </a:r>
          </a:p>
          <a:p xmlns:a="http://schemas.openxmlformats.org/drawingml/2006/main">
            <a:r>
              <a:t>    }</a:t>
            </a:r>
          </a:p>
          <a:p xmlns:a="http://schemas.openxmlformats.org/drawingml/2006/main">
            <a:r>
              <a:t>  ],</a:t>
            </a:r>
          </a:p>
          <a:p xmlns:a="http://schemas.openxmlformats.org/drawingml/2006/main">
            <a:r>
              <a:t>  "edges": [],</a:t>
            </a:r>
          </a:p>
          <a:p xmlns:a="http://schemas.openxmlformats.org/drawingml/2006/main">
            <a:r>
              <a:t>  "scope": "All selected Event operations; wires retain declared order, not proven runtime routing.",</a:t>
            </a:r>
          </a:p>
          <a:p xmlns:a="http://schemas.openxmlformats.org/drawingml/2006/main">
            <a:r>
              <a:t>  "topologyDigest": "1bcaf44cae54150df4badf4ce9af4b7710bd2ed54a6ae10f5dac449fdaaabd64"</a:t>
            </a:r>
          </a:p>
          <a:p xmlns:a="http://schemas.openxmlformats.org/drawingml/2006/main">
            <a:r>
              <a:t>}</a:t>
            </a:r>
          </a:p>
          <a:p xmlns:a="http://schemas.openxmlformats.org/drawingml/2006/main">
            <a:r>
              <a:t/>
            </a:r>
          </a:p>
          <a:p xmlns:a="http://schemas.openxmlformats.org/drawingml/2006/main">
            <a:r>
              <a:t>Interpretation / scope: All selected Event operations; wires retain declared order, not proven runtime routing. Rows are layout groups, not declared stages. Shapes follow exact platform bindings or operation kinds; unknown components remain unclassified. Glyph contacts are decorative, not additional declared ports. Action colors classify identifier prefixes only. All operation IDs and source edges are preserved. Canonical routing and monotonic proof remain unverified.</a:t>
            </a:r>
          </a:p>
          <a:p xmlns:a="http://schemas.openxmlformats.org/drawingml/2006/main">
            <a:r>
              <a:t/>
            </a:r>
          </a:p>
          <a:p xmlns:a="http://schemas.openxmlformats.org/drawingml/2006/main">
            <a:r>
              <a:t>Evidence references:</a:t>
            </a:r>
          </a:p>
          <a:p xmlns:a="http://schemas.openxmlformats.org/drawingml/2006/main">
            <a:r>
              <a:t>graph:/executionAuthorities/0/operations/0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"operation:procedural-dungeon-governed-execution.v1:1",</a:t>
            </a:r>
          </a:p>
          <a:p xmlns:a="http://schemas.openxmlformats.org/drawingml/2006/main">
            <a:r>
              <a:t>    "kind": "operation",</a:t>
            </a:r>
          </a:p>
          <a:p xmlns:a="http://schemas.openxmlformats.org/drawingml/2006/main">
            <a:r>
              <a:t>    "label": "topology-and-rasterize-transform-port",</a:t>
            </a:r>
          </a:p>
          <a:p xmlns:a="http://schemas.openxmlformats.org/drawingml/2006/main">
            <a:r>
              <a:t>    "ref": "graph:/executionAuthorities/0/operations/0",</a:t>
            </a:r>
          </a:p>
          <a:p xmlns:a="http://schemas.openxmlformats.org/drawingml/2006/main">
            <a:r>
              <a:t>    "semanticId": "op-partition-and-rasterize-dungeon",</a:t>
            </a:r>
          </a:p>
          <a:p xmlns:a="http://schemas.openxmlformats.org/drawingml/2006/main">
            <a:r>
              <a:t>    "scenarioId": "procedural-dungeon-governed-execution",</a:t>
            </a:r>
          </a:p>
          <a:p xmlns:a="http://schemas.openxmlformats.org/drawingml/2006/main">
            <a:r>
              <a:t>    "scenarioIds": [</a:t>
            </a:r>
          </a:p>
          <a:p xmlns:a="http://schemas.openxmlformats.org/drawingml/2006/main">
            <a:r>
              <a:t>      "procedural-dungeon-governed-execution"</a:t>
            </a:r>
          </a:p>
          <a:p xmlns:a="http://schemas.openxmlformats.org/drawingml/2006/main">
            <a:r>
              <a:t>    ],</a:t>
            </a:r>
          </a:p>
          <a:p xmlns:a="http://schemas.openxmlformats.org/drawingml/2006/main">
            <a:r>
              <a:t>    "authorityId": "procedural-dungeon-governed-execution.v1",</a:t>
            </a:r>
          </a:p>
          <a:p xmlns:a="http://schemas.openxmlformats.org/drawingml/2006/main">
            <a:r>
              <a:t>    "operationKind": "invoke-port",</a:t>
            </a:r>
          </a:p>
          <a:p xmlns:a="http://schemas.openxmlformats.org/drawingml/2006/main">
            <a:r>
              <a:t>    "ordinal": 1,</a:t>
            </a:r>
          </a:p>
          <a:p xmlns:a="http://schemas.openxmlformats.org/drawingml/2006/main">
            <a:r>
              <a:t>    "portId": "topology-and-rasterize-transform-port",</a:t>
            </a:r>
          </a:p>
          <a:p xmlns:a="http://schemas.openxmlformats.org/drawingml/2006/main">
            <a:r>
              <a:t>    "variants":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graph:/executionAuthorities/0/operations/0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contractId":"capability-blueprint-projection.v1","altitude":"provider","capabilityId":"procedural-dungeon-governed-execution","scenarioId":"procedural-dungeon-governed-execution","operationId":"operation:procedural-dungeon-governed-execution.v1:1","snapshotDigest":"d33bac21fecf05e9b4c48e1d6791f10ad6817f784fa1c35f5e4e6449c92c6f58","nodes":[{"id":"operation:procedural-dungeon-governed-execution.v1:1","kind":"operation","label":"topology-and-rasterize-transform-port","ref":"graph:/executionAuthorities/0/operations/0","semanticId":"op-partition-and-rasterize-dungeon","scenarioId":"procedural-dungeon-governed-execution","scenarioIds":["procedural-dungeon-governed-execution"],"authorityId":"procedural-dungeon-governed-execution.v1","operationKind":"invoke-port","ordinal":1,"portId":"topology-and-rasterize-transform-port","variants":[]},{"id":"port:topology-and-rasterize-transform-port","kind":"port","label":"topology-and-rasterize-transform-port","ref":"graph:/executionAuthorities/0/operations/0","portId":"topology-and-rasterize-transform-port"},{"id":"binding:topology-and-rasterize-transform-port","kind":"binding","label":"sda-embodiment-plan-port.v1","ref":"graph:/interfaceAuthority/portBindings/1","portId":"topology-and-rasterize-transform-port","platformCapabilityId":"sda-embodiment-plan-port.v1","declaredRead":true,"transformationId":"","configurationDigest":"cd9d0c29aa0fb87136005a734eb1896468ae91ee884b92727d97ceebaa9d119a","invocationCondition":null,"nestedInvocation":null,"providerIds":["sda-declared-read-graph-provider.v1"],"endpoints":[],"credentialReferences":[],"realizations":[{"field":"module","value":"languages/typescript/runtimes/node/semantic-execution-graph-declared-read-provider.mjs","sourcePointer":"/estateProvider/module"},{"field":"export","value":"createDeclaredReadProvider","sourcePointer":"/estateProvider/export"}],"selectors":{},"inputAdmission":null,"sourceRef":"graph:/interfaceAuthority/portBindings/1","used":true},{"id":"platform:sda-embodiment-plan-port.v1","kind":"platform","label":"sda-embodiment-plan-port.v1","ref":"graph:/interfaceAuthority/portBindings/1"},{"id":"provider:sda-declared-read-graph-provider.v1","kind":"provider","label":"Declared Read Graph Provider (query runner)","ref":"graph:/interfaceAuthority/portBindings/1"}],"edges":[{"id":"B3","from":"operation:procedural-dungeon-governed-execution.v1:1","to":"port:topology-and-rasterize-transform-port","kind":"port","ref":"graph:/executionAuthorities/0/operations/0","label":"invokes port"},{"id":"B6","from":"port:topology-and-rasterize-transform-port","to":"binding:topology-and-rasterize-transform-port","kind":"binding","ref":"graph:/interfaceAuthority/portBindings/1","label":"bound to"},{"id":"B7","from":"binding:topology-and-rasterize-transform-port","to":"platform:sda-embodiment-plan-port.v1","kind":"realization","ref":"graph:/interfaceAuthority/portBindings/1","label":"platform capability"},{"id":"B8","from":"platform:sda-embodiment-plan-port.v1","to":"provider:sda-declared-read-graph-provider.v1","kind":"provider-selection","ref":"graph:/interfaceAuthority/portBindings/1","label":"declared provider","bindingId":"binding:topology-and-rasterize-transform-port","platformBound":true}],"scope":"Selected operation, explicit port and binding ownership.","topologyDigest":"1c75368dc23fd1913f82dae456dd09e4686e71f18be17923aa2b6582f13910fa"}</a:t>
            </a:r>
          </a:p>
          <a:p xmlns:a="http://schemas.openxmlformats.org/drawingml/2006/main">
            <a:r>
              <a:t/>
            </a:r>
          </a:p>
          <a:p xmlns:a="http://schemas.openxmlformats.org/drawingml/2006/main">
            <a:r>
              <a:t>Evidence references:</a:t>
            </a:r>
          </a:p>
          <a:p xmlns:a="http://schemas.openxmlformats.org/drawingml/2006/main">
            <a:r>
              <a:t>graph:/executionAuthorities/0/operations/0</a:t>
            </a:r>
          </a:p>
          <a:p xmlns:a="http://schemas.openxmlformats.org/drawingml/2006/main">
            <a:r>
              <a:t>graph:/executionAuthorities/0/operations/0</a:t>
            </a:r>
          </a:p>
          <a:p xmlns:a="http://schemas.openxmlformats.org/drawingml/2006/main">
            <a:r>
              <a:t>graph:/executionAuthorities/0/operations/0</a:t>
            </a:r>
          </a:p>
          <a:p xmlns:a="http://schemas.openxmlformats.org/drawingml/2006/main">
            <a:r>
              <a:t>graph:/interfaceAuthority/portBindings/1</a:t>
            </a:r>
          </a:p>
          <a:p xmlns:a="http://schemas.openxmlformats.org/drawingml/2006/main">
            <a:r>
              <a:t>graph:/interfaceAuthority/portBindings/1</a:t>
            </a:r>
          </a:p>
          <a:p xmlns:a="http://schemas.openxmlformats.org/drawingml/2006/main">
            <a:r>
              <a:t>graph:/interfaceAuthority/portBindings/1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"provider": {</a:t>
            </a:r>
          </a:p>
          <a:p xmlns:a="http://schemas.openxmlformats.org/drawingml/2006/main">
            <a:r>
              <a:t>    "id": "provider:sda-declared-read-graph-provider.v1",</a:t>
            </a:r>
          </a:p>
          <a:p xmlns:a="http://schemas.openxmlformats.org/drawingml/2006/main">
            <a:r>
              <a:t>    "kind": "provider",</a:t>
            </a:r>
          </a:p>
          <a:p xmlns:a="http://schemas.openxmlformats.org/drawingml/2006/main">
            <a:r>
              <a:t>    "label": "Declared Read Graph Provider (query runner)",</a:t>
            </a:r>
          </a:p>
          <a:p xmlns:a="http://schemas.openxmlformats.org/drawingml/2006/main">
            <a:r>
              <a:t>    "ref": "graph:/interfaceAuthority/portBindings/1"</a:t>
            </a:r>
          </a:p>
          <a:p xmlns:a="http://schemas.openxmlformats.org/drawingml/2006/main">
            <a:r>
              <a:t>  },</a:t>
            </a:r>
          </a:p>
          <a:p xmlns:a="http://schemas.openxmlformats.org/drawingml/2006/main">
            <a:r>
              <a:t>  "uses": [</a:t>
            </a:r>
          </a:p>
          <a:p xmlns:a="http://schemas.openxmlformats.org/drawingml/2006/main">
            <a:r>
              <a:t>    {</a:t>
            </a:r>
          </a:p>
          <a:p xmlns:a="http://schemas.openxmlformats.org/drawingml/2006/main">
            <a:r>
              <a:t>      "operationId": "operation:procedural-dungeon-governed-execution.v1:1",</a:t>
            </a:r>
          </a:p>
          <a:p xmlns:a="http://schemas.openxmlformats.org/drawingml/2006/main">
            <a:r>
              <a:t>      "portId": "topology-and-rasterize-transform-port",</a:t>
            </a:r>
          </a:p>
          <a:p xmlns:a="http://schemas.openxmlformats.org/drawingml/2006/main">
            <a:r>
              <a:t>      "bindingId": "binding:topology-and-rasterize-transform-port",</a:t>
            </a:r>
          </a:p>
          <a:p xmlns:a="http://schemas.openxmlformats.org/drawingml/2006/main">
            <a:r>
              <a:t>      "sourceEdgeIds": [</a:t>
            </a:r>
          </a:p>
          <a:p xmlns:a="http://schemas.openxmlformats.org/drawingml/2006/main">
            <a:r>
              <a:t>        "B3",</a:t>
            </a:r>
          </a:p>
          <a:p xmlns:a="http://schemas.openxmlformats.org/drawingml/2006/main">
            <a:r>
              <a:t>        "B6",</a:t>
            </a:r>
          </a:p>
          <a:p xmlns:a="http://schemas.openxmlformats.org/drawingml/2006/main">
            <a:r>
              <a:t>        "B7",</a:t>
            </a:r>
          </a:p>
          <a:p xmlns:a="http://schemas.openxmlformats.org/drawingml/2006/main">
            <a:r>
              <a:t>        "B8"</a:t>
            </a:r>
          </a:p>
          <a:p xmlns:a="http://schemas.openxmlformats.org/drawingml/2006/main">
            <a:r>
              <a:t>      ],</a:t>
            </a:r>
          </a:p>
          <a:p xmlns:a="http://schemas.openxmlformats.org/drawingml/2006/main">
            <a:r>
              <a:t>      "basis": "declared provider",</a:t>
            </a:r>
          </a:p>
          <a:p xmlns:a="http://schemas.openxmlformats.org/drawingml/2006/main">
            <a:r>
              <a:t>      "scenarioId": "procedural-dungeon-governed-execution",</a:t>
            </a:r>
          </a:p>
          <a:p xmlns:a="http://schemas.openxmlformats.org/drawingml/2006/main">
            <a:r>
              <a:t>      "sourceRefs": [</a:t>
            </a:r>
          </a:p>
          <a:p xmlns:a="http://schemas.openxmlformats.org/drawingml/2006/main">
            <a:r>
              <a:t>        "graph:/executionAuthorities/0/operations/0",</a:t>
            </a:r>
          </a:p>
          <a:p xmlns:a="http://schemas.openxmlformats.org/drawingml/2006/main">
            <a:r>
              <a:t>        "graph:/interfaceAuthority/portBindings/1"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graph:/executionAuthorities/0/operations/0</a:t>
            </a:r>
          </a:p>
          <a:p xmlns:a="http://schemas.openxmlformats.org/drawingml/2006/main">
            <a:r>
              <a:t>graph:/interfaceAuthority/portBindings/1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"R01",</a:t>
            </a:r>
          </a:p>
          <a:p xmlns:a="http://schemas.openxmlformats.org/drawingml/2006/main">
            <a:r>
              <a:t>    "severity": "warning",</a:t>
            </a:r>
          </a:p>
          <a:p xmlns:a="http://schemas.openxmlformats.org/drawingml/2006/main">
            <a:r>
              <a:t>    "code": "BINDING_NOT_INVOKED",</a:t>
            </a:r>
          </a:p>
          <a:p xmlns:a="http://schemas.openxmlformats.org/drawingml/2006/main">
            <a:r>
              <a:t>    "message": "Binding procedural-dungeon-governed-execution-port has no invoking operation in the selected graph.",</a:t>
            </a:r>
          </a:p>
          <a:p xmlns:a="http://schemas.openxmlformats.org/drawingml/2006/main">
            <a:r>
              <a:t>    "nodeIds": [</a:t>
            </a:r>
          </a:p>
          <a:p xmlns:a="http://schemas.openxmlformats.org/drawingml/2006/main">
            <a:r>
              <a:t>      "binding:procedural-dungeon-governed-execution-port"</a:t>
            </a:r>
          </a:p>
          <a:p xmlns:a="http://schemas.openxmlformats.org/drawingml/2006/main">
            <a:r>
              <a:t>    ],</a:t>
            </a:r>
          </a:p>
          <a:p xmlns:a="http://schemas.openxmlformats.org/drawingml/2006/main">
            <a:r>
              <a:t>    "sourceRefs": [</a:t>
            </a:r>
          </a:p>
          <a:p xmlns:a="http://schemas.openxmlformats.org/drawingml/2006/main">
            <a:r>
              <a:t>      "graph:/interfaceAuthority/portBindings/0"</a:t>
            </a:r>
          </a:p>
          <a:p xmlns:a="http://schemas.openxmlformats.org/drawingml/2006/main">
            <a:r>
              <a:t>    ],</a:t>
            </a:r>
          </a:p>
          <a:p xmlns:a="http://schemas.openxmlformats.org/drawingml/2006/main">
            <a:r>
              <a:t>    "resolvedNodeIds": [</a:t>
            </a:r>
          </a:p>
          <a:p xmlns:a="http://schemas.openxmlformats.org/drawingml/2006/main">
            <a:r>
              <a:t>      "binding:procedural-dungeon-governed-execution-port"</a:t>
            </a:r>
          </a:p>
          <a:p xmlns:a="http://schemas.openxmlformats.org/drawingml/2006/main">
            <a:r>
              <a:t>    ],</a:t>
            </a:r>
          </a:p>
          <a:p xmlns:a="http://schemas.openxmlformats.org/drawingml/2006/main">
            <a:r>
              <a:t>    "scenarioIds": [],</a:t>
            </a:r>
          </a:p>
          <a:p xmlns:a="http://schemas.openxmlformats.org/drawingml/2006/main">
            <a:r>
              <a:t>    "addressStatus": "LOCATED",</a:t>
            </a:r>
          </a:p>
          <a:p xmlns:a="http://schemas.openxmlformats.org/drawingml/2006/main">
            <a:r>
              <a:t>    "repair": {</a:t>
            </a:r>
          </a:p>
          <a:p xmlns:a="http://schemas.openxmlformats.org/drawingml/2006/main">
            <a:r>
              <a:t>      "status": "MAPPED",</a:t>
            </a:r>
          </a:p>
          <a:p xmlns:a="http://schemas.openxmlformats.org/drawingml/2006/main">
            <a:r>
              <a:t>      "declaration": {</a:t>
            </a:r>
          </a:p>
          <a:p xmlns:a="http://schemas.openxmlformats.org/drawingml/2006/main">
            <a:r>
              <a:t>        "findingCode": "BINDING_NOT_INVOKED",</a:t>
            </a:r>
          </a:p>
          <a:p xmlns:a="http://schemas.openxmlformats.org/drawingml/2006/main">
            <a:r>
              <a:t>        "disposition": "REPAIR",</a:t>
            </a:r>
          </a:p>
          <a:p xmlns:a="http://schemas.openxmlformats.org/drawingml/2006/main">
            <a:r>
              <a:t>        "repairProcedure": "model.remove_scenario_operations",</a:t>
            </a:r>
          </a:p>
          <a:p xmlns:a="http://schemas.openxmlformats.org/drawingml/2006/main">
            <a:r>
              <a:t>        "parameterContract": "blueprint-finding-repair-parameters.v1",</a:t>
            </a:r>
          </a:p>
          <a:p xmlns:a="http://schemas.openxmlformats.org/drawingml/2006/main">
            <a:r>
              <a:t>        "requiredParameters": [</a:t>
            </a:r>
          </a:p>
          <a:p xmlns:a="http://schemas.openxmlformats.org/drawingml/2006/main">
            <a:r>
              <a:t>          "capability_id",</a:t>
            </a:r>
          </a:p>
          <a:p xmlns:a="http://schemas.openxmlformats.org/drawingml/2006/main">
            <a:r>
              <a:t>          "scenario"</a:t>
            </a:r>
          </a:p>
          <a:p xmlns:a="http://schemas.openxmlformats.org/drawingml/2006/main">
            <a:r>
              <a:t>        ],</a:t>
            </a:r>
          </a:p>
          <a:p xmlns:a="http://schemas.openxmlformats.org/drawingml/2006/main">
            <a:r>
              <a:t>        "parameterDefaults": {</a:t>
            </a:r>
          </a:p>
          <a:p xmlns:a="http://schemas.openxmlformats.org/drawingml/2006/main">
            <a:r>
              <a:t>          "operation_ids": null,</a:t>
            </a:r>
          </a:p>
          <a:p xmlns:a="http://schemas.openxmlformats.org/drawingml/2006/main">
            <a:r>
              <a:t>          "remove_uninvoked_bindings": true</a:t>
            </a:r>
          </a:p>
          <a:p xmlns:a="http://schemas.openxmlformats.org/drawingml/2006/main">
            <a:r>
              <a:t>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"capability_id",</a:t>
            </a:r>
          </a:p>
          <a:p xmlns:a="http://schemas.openxmlformats.org/drawingml/2006/main">
            <a:r>
              <a:t>        "scenario"</a:t>
            </a:r>
          </a:p>
          <a:p xmlns:a="http://schemas.openxmlformats.org/drawingml/2006/main">
            <a:r>
              <a:t>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"R02",</a:t>
            </a:r>
          </a:p>
          <a:p xmlns:a="http://schemas.openxmlformats.org/drawingml/2006/main">
            <a:r>
              <a:t>    "severity": "warning",</a:t>
            </a:r>
          </a:p>
          <a:p xmlns:a="http://schemas.openxmlformats.org/drawingml/2006/main">
            <a:r>
              <a:t>    "code": "CANONICAL_BLUEPRINT_EDGES_NOT_AVAILABLE",</a:t>
            </a:r>
          </a:p>
          <a:p xmlns:a="http://schemas.openxmlformats.org/drawingml/2006/main">
            <a:r>
              <a:t>    "message": "No selected canonical blueprint with edge records was returned. Operation order is not a proof of complete canonical semantics.",</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"CANONICAL_BLUEPRINT_EDGES_NOT_AVAILABLE",</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"R03",</a:t>
            </a:r>
          </a:p>
          <a:p xmlns:a="http://schemas.openxmlformats.org/drawingml/2006/main">
            <a:r>
              <a:t>    "severity": "warning",</a:t>
            </a:r>
          </a:p>
          <a:p xmlns:a="http://schemas.openxmlformats.org/drawingml/2006/main">
            <a:r>
              <a:t>    "code": "OBSERVABILITY_CONTRACT_NOT_RETAINED",</a:t>
            </a:r>
          </a:p>
          <a:p xmlns:a="http://schemas.openxmlformats.org/drawingml/2006/main">
            <a:r>
              <a:t>    "message": "The reader did not retain a per-cell observation contract. Runtime state is separate and unobserved.",</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"OBSERVABILITY_CONTRACT_NOT_RETAINED",</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"R04",</a:t>
            </a:r>
          </a:p>
          <a:p xmlns:a="http://schemas.openxmlformats.org/drawingml/2006/main">
            <a:r>
              <a:t>    "severity": "warning",</a:t>
            </a:r>
          </a:p>
          <a:p xmlns:a="http://schemas.openxmlformats.org/drawingml/2006/main">
            <a:r>
              <a:t>    "code": "MONOTONIC_PROGRESS_NOT_PROVEN",</a:t>
            </a:r>
          </a:p>
          <a:p xmlns:a="http://schemas.openxmlformats.org/drawingml/2006/main">
            <a:r>
              <a:t>    "message": "No complete semantic-progress proof was retained. Forward placement must not imply proven monotonicity.",</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"MONOTONIC_PROGRESS_NOT_PROVEN",</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graph:/interfaceAuthority/portBindings/0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"binding:procedural-dungeon-governed-execution-port",</a:t>
            </a:r>
          </a:p>
          <a:p xmlns:a="http://schemas.openxmlformats.org/drawingml/2006/main">
            <a:r>
              <a:t>    "kind": "binding",</a:t>
            </a:r>
          </a:p>
          <a:p xmlns:a="http://schemas.openxmlformats.org/drawingml/2006/main">
            <a:r>
              <a:t>    "label": "sda-authority-transformation-port.v1",</a:t>
            </a:r>
          </a:p>
          <a:p xmlns:a="http://schemas.openxmlformats.org/drawingml/2006/main">
            <a:r>
              <a:t>    "ref": "graph:/interfaceAuthority/portBindings/0",</a:t>
            </a:r>
          </a:p>
          <a:p xmlns:a="http://schemas.openxmlformats.org/drawingml/2006/main">
            <a:r>
              <a:t>    "portId": "procedural-dungeon-governed-execution-port",</a:t>
            </a:r>
          </a:p>
          <a:p xmlns:a="http://schemas.openxmlformats.org/drawingml/2006/main">
            <a:r>
              <a:t>    "platformCapabilityId": "sda-authority-transformation-port.v1",</a:t>
            </a:r>
          </a:p>
          <a:p xmlns:a="http://schemas.openxmlformats.org/drawingml/2006/main">
            <a:r>
              <a:t>    "declaredRead": false,</a:t>
            </a:r>
          </a:p>
          <a:p xmlns:a="http://schemas.openxmlformats.org/drawingml/2006/main">
            <a:r>
              <a:t>    "transformationId": "procedural-dungeon-governed-execution-transform.v1",</a:t>
            </a:r>
          </a:p>
          <a:p xmlns:a="http://schemas.openxmlformats.org/drawingml/2006/main">
            <a:r>
              <a:t>    "configurationDigest": "98f6707e66506421b302fb78bc9fb4af1c345f47c998eb637af3f6eeb3d6ee2a",</a:t>
            </a:r>
          </a:p>
          <a:p xmlns:a="http://schemas.openxmlformats.org/drawingml/2006/main">
            <a:r>
              <a:t>    "invocationCondition": null,</a:t>
            </a:r>
          </a:p>
          <a:p xmlns:a="http://schemas.openxmlformats.org/drawingml/2006/main">
            <a:r>
              <a:t>    "nestedInvocation": null,</a:t>
            </a:r>
          </a:p>
          <a:p xmlns:a="http://schemas.openxmlformats.org/drawingml/2006/main">
            <a:r>
              <a:t>    "providerIds": [],</a:t>
            </a:r>
          </a:p>
          <a:p xmlns:a="http://schemas.openxmlformats.org/drawingml/2006/main">
            <a:r>
              <a:t>    "endpoints": [],</a:t>
            </a:r>
          </a:p>
          <a:p xmlns:a="http://schemas.openxmlformats.org/drawingml/2006/main">
            <a:r>
              <a:t>    "credentialReferences": [],</a:t>
            </a:r>
          </a:p>
          <a:p xmlns:a="http://schemas.openxmlformats.org/drawingml/2006/main">
            <a:r>
              <a:t>    "realizations": [],</a:t>
            </a:r>
          </a:p>
          <a:p xmlns:a="http://schemas.openxmlformats.org/drawingml/2006/main">
            <a:r>
              <a:t>    "selectors": {</a:t>
            </a:r>
          </a:p>
          <a:p xmlns:a="http://schemas.openxmlformats.org/drawingml/2006/main">
            <a:r>
              <a:t>      "transformationId": "procedural-dungeon-governed-execution-transform.v1"</a:t>
            </a:r>
          </a:p>
          <a:p xmlns:a="http://schemas.openxmlformats.org/drawingml/2006/main">
            <a:r>
              <a:t>    },</a:t>
            </a:r>
          </a:p>
          <a:p xmlns:a="http://schemas.openxmlformats.org/drawingml/2006/main">
            <a:r>
              <a:t>    "inputAdmission": null,</a:t>
            </a:r>
          </a:p>
          <a:p xmlns:a="http://schemas.openxmlformats.org/drawingml/2006/main">
            <a:r>
              <a:t>    "sourceRef": "graph:/interfaceAuthority/portBindings/0",</a:t>
            </a:r>
          </a:p>
          <a:p xmlns:a="http://schemas.openxmlformats.org/drawingml/2006/main">
            <a:r>
              <a:t>    "used": false</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graph:/interfaceAuthority/portBindings/0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Feature parse</a:t>
            </a:r>
          </a:p>
          <a:p xmlns:a="http://schemas.openxmlformats.org/drawingml/2006/main">
            <a:r>
              <a:t>What need and feature frame this capability?</a:t>
            </a:r>
          </a:p>
          <a:p xmlns:a="http://schemas.openxmlformats.org/drawingml/2006/main">
            <a:r>
              <a:t>Write the configured text to standard output</a:t>
            </a:r>
          </a:p>
          <a:p xmlns:a="http://schemas.openxmlformats.org/drawingml/2006/main">
            <a:r>
              <a:t/>
            </a:r>
          </a:p>
          <a:p xmlns:a="http://schemas.openxmlformats.org/drawingml/2006/main">
            <a:r>
              <a:t>2. Capability meaning</a:t>
            </a:r>
          </a:p>
          <a:p xmlns:a="http://schemas.openxmlformats.org/drawingml/2006/main">
            <a:r>
              <a:t>Who needs the capability, for what purpose and outcome?</a:t>
            </a:r>
          </a:p>
          <a:p xmlns:a="http://schemas.openxmlformats.org/drawingml/2006/main">
            <a:r>
              <a:t>Execute a deterministic procedural fog-of-war dungeon inside a contract-governed runtime using admitted deterministic ontologies without hand-written game logic</a:t>
            </a:r>
          </a:p>
          <a:p xmlns:a="http://schemas.openxmlformats.org/drawingml/2006/main">
            <a:r>
              <a:t/>
            </a:r>
          </a:p>
          <a:p xmlns:a="http://schemas.openxmlformats.org/drawingml/2006/main">
            <a:r>
              <a:t>3. Scenario inputs/events/outcomes</a:t>
            </a:r>
          </a:p>
          <a:p xmlns:a="http://schemas.openxmlformats.org/drawingml/2006/main">
            <a:r>
              <a:t>What enters, what happens, and what can leave?</a:t>
            </a:r>
          </a:p>
          <a:p xmlns:a="http://schemas.openxmlformats.org/drawingml/2006/main">
            <a:r>
              <a:t>1 scenarios; 1 with authored steps; 0 transitions.</a:t>
            </a:r>
          </a:p>
          <a:p xmlns:a="http://schemas.openxmlformats.org/drawingml/2006/main">
            <a:r>
              <a:t/>
            </a:r>
          </a:p>
          <a:p xmlns:a="http://schemas.openxmlformats.org/drawingml/2006/main">
            <a:r>
              <a:t>4. Contracts and schemas</a:t>
            </a:r>
          </a:p>
          <a:p xmlns:a="http://schemas.openxmlformats.org/drawingml/2006/main">
            <a:r>
              <a:t>What makes each input or outcome well formed?</a:t>
            </a:r>
          </a:p>
          <a:p xmlns:a="http://schemas.openxmlformats.org/drawingml/2006/main">
            <a:r>
              <a:t>2 contracts with field types, required members and retained constraints.</a:t>
            </a:r>
          </a:p>
          <a:p xmlns:a="http://schemas.openxmlformats.org/drawingml/2006/main">
            <a:r>
              <a:t/>
            </a:r>
          </a:p>
          <a:p xmlns:a="http://schemas.openxmlformats.org/drawingml/2006/main">
            <a:r>
              <a:t>5. Semantic authority envelope</a:t>
            </a:r>
          </a:p>
          <a:p xmlns:a="http://schemas.openxmlformats.org/drawingml/2006/main">
            <a:r>
              <a:t>Which selected definitions establish the meaning?</a:t>
            </a:r>
          </a:p>
          <a:p xmlns:a="http://schemas.openxmlformats.org/drawingml/2006/main">
            <a:r>
              <a:t>Estate 34; capability version 4852214; selected definition 242285.</a:t>
            </a:r>
          </a:p>
          <a:p xmlns:a="http://schemas.openxmlformats.org/drawingml/2006/main">
            <a:r>
              <a:t/>
            </a:r>
          </a:p>
          <a:p xmlns:a="http://schemas.openxmlformats.org/drawingml/2006/main">
            <a:r>
              <a:t>6. Transformation AST</a:t>
            </a:r>
          </a:p>
          <a:p xmlns:a="http://schemas.openxmlformats.org/drawingml/2006/main">
            <a:r>
              <a:t>How are declared values transformed?</a:t>
            </a:r>
          </a:p>
          <a:p xmlns:a="http://schemas.openxmlformats.org/drawingml/2006/main">
            <a:r>
              <a:t>1 transformations; 5 expression nodes.</a:t>
            </a:r>
          </a:p>
          <a:p xmlns:a="http://schemas.openxmlformats.org/drawingml/2006/main">
            <a:r>
              <a:t/>
            </a:r>
          </a:p>
          <a:p xmlns:a="http://schemas.openxmlformats.org/drawingml/2006/main">
            <a:r>
              <a:t>Interpretation / scope: The numbered rail organizes explanatory context. It is not an execution path or evidence that authoring stages were completed.</a:t>
            </a:r>
          </a:p>
          <a:p xmlns:a="http://schemas.openxmlformats.org/drawingml/2006/main">
            <a:r>
              <a:t/>
            </a:r>
          </a:p>
          <a:p xmlns:a="http://schemas.openxmlformats.org/drawingml/2006/main">
            <a:r>
              <a:t>Evidence references:</a:t>
            </a:r>
          </a:p>
          <a:p xmlns:a="http://schemas.openxmlformats.org/drawingml/2006/main">
            <a:r>
              <a:t>model:scenario_version/91972</a:t>
            </a:r>
          </a:p>
          <a:p xmlns:a="http://schemas.openxmlformats.org/drawingml/2006/main">
            <a:r>
              <a:t>model:feature_version/183051</a:t>
            </a:r>
          </a:p>
          <a:p xmlns:a="http://schemas.openxmlformats.org/drawingml/2006/main">
            <a:r>
              <a:t>model:scenario_version/91973</a:t>
            </a:r>
          </a:p>
          <a:p xmlns:a="http://schemas.openxmlformats.org/drawingml/2006/main">
            <a:r>
              <a:t>model:semantic_object_definition/242285/semantics/authority</a:t>
            </a:r>
          </a:p>
          <a:p xmlns:a="http://schemas.openxmlformats.org/drawingml/2006/main">
            <a:r>
              <a:t>model:scenario_version/91974</a:t>
            </a:r>
          </a:p>
          <a:p xmlns:a="http://schemas.openxmlformats.org/drawingml/2006/main">
            <a:r>
              <a:t>graph:/scenarios/0</a:t>
            </a:r>
          </a:p>
          <a:p xmlns:a="http://schemas.openxmlformats.org/drawingml/2006/main">
            <a:r>
              <a:t>model:scenario_version/91975</a:t>
            </a:r>
          </a:p>
          <a:p xmlns:a="http://schemas.openxmlformats.org/drawingml/2006/main">
            <a:r>
              <a:t>graph:/contractAuthorities/contracts/dungeon-board-state-contract.v1</a:t>
            </a:r>
          </a:p>
          <a:p xmlns:a="http://schemas.openxmlformats.org/drawingml/2006/main">
            <a:r>
              <a:t>graph:/contractAuthorities/contracts/dungeon-generation-seed-contract.v1</a:t>
            </a:r>
          </a:p>
          <a:p xmlns:a="http://schemas.openxmlformats.org/drawingml/2006/main">
            <a:r>
              <a:t>model:scenario_version/91976</a:t>
            </a:r>
          </a:p>
          <a:p xmlns:a="http://schemas.openxmlformats.org/drawingml/2006/main">
            <a:r>
              <a:t>model:scenario_version/91977</a:t>
            </a:r>
          </a:p>
          <a:p xmlns:a="http://schemas.openxmlformats.org/drawingml/2006/main">
            <a:r>
              <a:t>graph:/semanticTransformations/0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Execution authorities and ports</a:t>
            </a:r>
          </a:p>
          <a:p xmlns:a="http://schemas.openxmlformats.org/drawingml/2006/main">
            <a:r>
              <a:t>Which operations and calls form the circuit?</a:t>
            </a:r>
          </a:p>
          <a:p xmlns:a="http://schemas.openxmlformats.org/drawingml/2006/main">
            <a:r>
              <a:t>1 execution authorities; 1 declared operations.</a:t>
            </a:r>
          </a:p>
          <a:p xmlns:a="http://schemas.openxmlformats.org/drawingml/2006/main">
            <a:r>
              <a:t/>
            </a:r>
          </a:p>
          <a:p xmlns:a="http://schemas.openxmlformats.org/drawingml/2006/main">
            <a:r>
              <a:t>8. Providers, bindings, overlays</a:t>
            </a:r>
          </a:p>
          <a:p xmlns:a="http://schemas.openxmlformats.org/drawingml/2006/main">
            <a:r>
              <a:t>Which provider or platform realizes each port?</a:t>
            </a:r>
          </a:p>
          <a:p xmlns:a="http://schemas.openxmlformats.org/drawingml/2006/main">
            <a:r>
              <a:t>2 port bindings in the selected interface authority.</a:t>
            </a:r>
          </a:p>
          <a:p xmlns:a="http://schemas.openxmlformats.org/drawingml/2006/main">
            <a:r>
              <a:t/>
            </a:r>
          </a:p>
          <a:p xmlns:a="http://schemas.openxmlformats.org/drawingml/2006/main">
            <a:r>
              <a:t>9. Interface and CLI display</a:t>
            </a:r>
          </a:p>
          <a:p xmlns:a="http://schemas.openxmlformats.org/drawingml/2006/main">
            <a:r>
              <a:t>How is the capability exposed to a person or caller?</a:t>
            </a:r>
          </a:p>
          <a:p xmlns:a="http://schemas.openxmlformats.org/drawingml/2006/main">
            <a:r>
              <a:t>1 interfaces with declared input, display and root selection.</a:t>
            </a:r>
          </a:p>
          <a:p xmlns:a="http://schemas.openxmlformats.org/drawingml/2006/main">
            <a:r>
              <a:t/>
            </a:r>
          </a:p>
          <a:p xmlns:a="http://schemas.openxmlformats.org/drawingml/2006/main">
            <a:r>
              <a:t>10. Fixtures and proof</a:t>
            </a:r>
          </a:p>
          <a:p xmlns:a="http://schemas.openxmlformats.org/drawingml/2006/main">
            <a:r>
              <a:t>What expectations and proof obligations are declared?</a:t>
            </a:r>
          </a:p>
          <a:p xmlns:a="http://schemas.openxmlformats.org/drawingml/2006/main">
            <a:r>
              <a:t>0 fixture case(s); 0 proof obligation(s). These are declarations, not test results.</a:t>
            </a:r>
          </a:p>
          <a:p xmlns:a="http://schemas.openxmlformats.org/drawingml/2006/main">
            <a:r>
              <a:t/>
            </a:r>
          </a:p>
          <a:p xmlns:a="http://schemas.openxmlformats.org/drawingml/2006/main">
            <a:r>
              <a:t>11. Alignment evaluation</a:t>
            </a:r>
          </a:p>
          <a:p xmlns:a="http://schemas.openxmlformats.org/drawingml/2006/main">
            <a:r>
              <a:t>What evidence supports consistency across the layers?</a:t>
            </a:r>
          </a:p>
          <a:p xmlns:a="http://schemas.openxmlformats.org/drawingml/2006/main">
            <a:r>
              <a:t>Reference checks are derived; no alignment receipt was read.</a:t>
            </a:r>
          </a:p>
          <a:p xmlns:a="http://schemas.openxmlformats.org/drawingml/2006/main">
            <a:r>
              <a:t/>
            </a:r>
          </a:p>
          <a:p xmlns:a="http://schemas.openxmlformats.org/drawingml/2006/main">
            <a:r>
              <a:t>Interpretation / scope: The numbered rail organizes explanatory context. It is not an execution path or evidence that authoring stages were completed.</a:t>
            </a:r>
          </a:p>
          <a:p xmlns:a="http://schemas.openxmlformats.org/drawingml/2006/main">
            <a:r>
              <a:t/>
            </a:r>
          </a:p>
          <a:p xmlns:a="http://schemas.openxmlformats.org/drawingml/2006/main">
            <a:r>
              <a:t>Evidence references:</a:t>
            </a:r>
          </a:p>
          <a:p xmlns:a="http://schemas.openxmlformats.org/drawingml/2006/main">
            <a:r>
              <a:t>model:scenario_version/91978</a:t>
            </a:r>
          </a:p>
          <a:p xmlns:a="http://schemas.openxmlformats.org/drawingml/2006/main">
            <a:r>
              <a:t>graph:/executionAuthorities/0</a:t>
            </a:r>
          </a:p>
          <a:p xmlns:a="http://schemas.openxmlformats.org/drawingml/2006/main">
            <a:r>
              <a:t>model:scenario_version/91979</a:t>
            </a:r>
          </a:p>
          <a:p xmlns:a="http://schemas.openxmlformats.org/drawingml/2006/main">
            <a:r>
              <a:t>graph:/interfaceAuthority/portBindings/0</a:t>
            </a:r>
          </a:p>
          <a:p xmlns:a="http://schemas.openxmlformats.org/drawingml/2006/main">
            <a:r>
              <a:t>graph:/interfaceAuthority/portBindings/1</a:t>
            </a:r>
          </a:p>
          <a:p xmlns:a="http://schemas.openxmlformats.org/drawingml/2006/main">
            <a:r>
              <a:t>model:scenario_version/91980</a:t>
            </a:r>
          </a:p>
          <a:p xmlns:a="http://schemas.openxmlformats.org/drawingml/2006/main">
            <a:r>
              <a:t>graph:/interfaceAuthority/interfaces/0</a:t>
            </a:r>
          </a:p>
          <a:p xmlns:a="http://schemas.openxmlformats.org/drawingml/2006/main">
            <a:r>
              <a:t>model:scenario_version/91981</a:t>
            </a:r>
          </a:p>
          <a:p xmlns:a="http://schemas.openxmlformats.org/drawingml/2006/main">
            <a:r>
              <a:t>model:scenario_version/91982</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the configured text to standard output</a:t>
            </a:r>
          </a:p>
          <a:p xmlns:a="http://schemas.openxmlformats.org/drawingml/2006/main">
            <a:r>
              <a:t>[</a:t>
            </a:r>
          </a:p>
          <a:p xmlns:a="http://schemas.openxmlformats.org/drawingml/2006/main">
            <a:r>
              <a:t>  {</a:t>
            </a:r>
          </a:p>
          <a:p xmlns:a="http://schemas.openxmlformats.org/drawingml/2006/main">
            <a:r>
              <a:t>    "id": "procedural-dungeon-governed-execution",</a:t>
            </a:r>
          </a:p>
          <a:p xmlns:a="http://schemas.openxmlformats.org/drawingml/2006/main">
            <a:r>
              <a:t>    "name": "procedural-dungeon-governed-execution",</a:t>
            </a:r>
          </a:p>
          <a:p xmlns:a="http://schemas.openxmlformats.org/drawingml/2006/main">
            <a:r>
              <a:t>    "role": "CANONICAL",</a:t>
            </a:r>
          </a:p>
          <a:p xmlns:a="http://schemas.openxmlformats.org/drawingml/2006/main">
            <a:r>
              <a:t>    "versionPk": "183051",</a:t>
            </a:r>
          </a:p>
          <a:p xmlns:a="http://schemas.openxmlformats.org/drawingml/2006/main">
            <a:r>
              <a:t>    "definitionDigest": "4e53ae6ceff4bce76948305e7bfefb4c983a06d47653ebdad611480618ade613",</a:t>
            </a:r>
          </a:p>
          <a:p xmlns:a="http://schemas.openxmlformats.org/drawingml/2006/main">
            <a:r>
              <a:t>    "title": "procedural-dungeon-governed-execution greeting",</a:t>
            </a:r>
          </a:p>
          <a:p xmlns:a="http://schemas.openxmlformats.org/drawingml/2006/main">
            <a:r>
              <a:t>    "description": "A caller supplies a name and receives the configured greeting with that name substituted.",</a:t>
            </a:r>
          </a:p>
          <a:p xmlns:a="http://schemas.openxmlformats.org/drawingml/2006/main">
            <a:r>
              <a:t>    "language": "en",</a:t>
            </a:r>
          </a:p>
          <a:p xmlns:a="http://schemas.openxmlformats.org/drawingml/2006/main">
            <a:r>
              <a:t>    "tags": [],</a:t>
            </a:r>
          </a:p>
          <a:p xmlns:a="http://schemas.openxmlformats.org/drawingml/2006/main">
            <a:r>
              <a:t>    "sourceTitle": "Write the configured text to standard output",</a:t>
            </a:r>
          </a:p>
          <a:p xmlns:a="http://schemas.openxmlformats.org/drawingml/2006/main">
            <a:r>
              <a:t>    "sourceNarrative": "",</a:t>
            </a:r>
          </a:p>
          <a:p xmlns:a="http://schemas.openxmlformats.org/drawingml/2006/main">
            <a:r>
              <a:t>    "sourcePath": "features/procedural-dungeon-governed-execution.feature",</a:t>
            </a:r>
          </a:p>
          <a:p xmlns:a="http://schemas.openxmlformats.org/drawingml/2006/main">
            <a:r>
              <a:t>    "sourceText": "@capability:procedural-dungeon-governed-execution\n@root-scenario:procedural-dungeon-governed-execution\nFeature: Write the configured text to standard output\n\n  @scenario:procedural-dungeon-governed-execution\n  @input:procedural-dungeon-governed-execution-request\n  @input-contract:procedural-dungeon-governed-execution-request.v1\n  @event:procedural-dungeon-governed-execution\n  @event-authority:procedural-dungeon-governed-execution.v1\n  @outcome:procedural-dungeon-governed-execution-greeting\n  @outcome-contract:procedural-dungeon-governed-execution-greeting.v1\n  @outcome-terminal\n  Scenario: Write the database-defined message\n    Given the message configured in the database\n    When the sda-json-cli.v1 standard-output interface executes with that message\n    Then the caller observes the greeting for the supplied name on standard output\n",</a:t>
            </a:r>
          </a:p>
          <a:p xmlns:a="http://schemas.openxmlformats.org/drawingml/2006/main">
            <a:r>
              <a:t>    "sourceContentDigest": "b2a72d8264c85f2eb6c02043e21d1e9ce487f01d0137e254bde72935dddbee35",</a:t>
            </a:r>
          </a:p>
          <a:p xmlns:a="http://schemas.openxmlformats.org/drawingml/2006/main">
            <a:r>
              <a:t>    "sourceContentRef": "source:content_object/221938",</a:t>
            </a:r>
          </a:p>
          <a:p xmlns:a="http://schemas.openxmlformats.org/drawingml/2006/main">
            <a:r>
              <a:t>    "selectionSource": "estate_capability_feature",</a:t>
            </a:r>
          </a:p>
          <a:p xmlns:a="http://schemas.openxmlformats.org/drawingml/2006/main">
            <a:r>
              <a:t>    "versionBound": true,</a:t>
            </a:r>
          </a:p>
          <a:p xmlns:a="http://schemas.openxmlformats.org/drawingml/2006/main">
            <a:r>
              <a:t>    "scenarios": [</a:t>
            </a:r>
          </a:p>
          <a:p xmlns:a="http://schemas.openxmlformats.org/drawingml/2006/main">
            <a:r>
              <a:t>      {</a:t>
            </a:r>
          </a:p>
          <a:p xmlns:a="http://schemas.openxmlformats.org/drawingml/2006/main">
            <a:r>
              <a:t>        "id": "procedural-dungeon-governed-execution",</a:t>
            </a:r>
          </a:p>
          <a:p xmlns:a="http://schemas.openxmlformats.org/drawingml/2006/main">
            <a:r>
              <a:t>        "versionPk": "113602",</a:t>
            </a:r>
          </a:p>
          <a:p xmlns:a="http://schemas.openxmlformats.org/drawingml/2006/main">
            <a:r>
              <a:t>        "ordinal": 0,</a:t>
            </a:r>
          </a:p>
          <a:p xmlns:a="http://schemas.openxmlformats.org/drawingml/2006/main">
            <a:r>
              <a:t>        "definitionDigest": "5eaf21d008ce615404a576684472693d455d33db4e90f64bd56a5a407bd1370a",</a:t>
            </a:r>
          </a:p>
          <a:p xmlns:a="http://schemas.openxmlformats.org/drawingml/2006/main">
            <a:r>
              <a:t>        "keyword": "Scenario",</a:t>
            </a:r>
          </a:p>
          <a:p xmlns:a="http://schemas.openxmlformats.org/drawingml/2006/main">
            <a:r>
              <a:t>        "name": "Procedural dungeon governed execution",</a:t>
            </a:r>
          </a:p>
          <a:p xmlns:a="http://schemas.openxmlformats.org/drawingml/2006/main">
            <a:r>
              <a:t>        "description": "",</a:t>
            </a:r>
          </a:p>
          <a:p xmlns:a="http://schemas.openxmlformats.org/drawingml/2006/main">
            <a:r>
              <a:t>        "tags": [</a:t>
            </a:r>
          </a:p>
          <a:p xmlns:a="http://schemas.openxmlformats.org/drawingml/2006/main">
            <a:r>
              <a:t>          "@capability:procedural-dungeon-governed-execution",</a:t>
            </a:r>
          </a:p>
          <a:p xmlns:a="http://schemas.openxmlformats.org/drawingml/2006/main">
            <a:r>
              <a:t>          "@event:procedural-dungeon-governed-execution-requested",</a:t>
            </a:r>
          </a:p>
          <a:p xmlns:a="http://schemas.openxmlformats.org/drawingml/2006/main">
            <a:r>
              <a:t>          "@event-authority:procedural-dungeon-governed-execution.v1",</a:t>
            </a:r>
          </a:p>
          <a:p xmlns:a="http://schemas.openxmlformats.org/drawingml/2006/main">
            <a:r>
              <a:t>          "@input:procedural-dungeon-governed-execution-request",</a:t>
            </a:r>
          </a:p>
          <a:p xmlns:a="http://schemas.openxmlformats.org/drawingml/2006/main">
            <a:r>
              <a:t>          "@input-contract:dungeon-generation-seed-contract.v1",</a:t>
            </a:r>
          </a:p>
          <a:p xmlns:a="http://schemas.openxmlformats.org/drawingml/2006/main">
            <a:r>
              <a:t>          "@outcome:procedural-dungeon-governed-execution",</a:t>
            </a:r>
          </a:p>
          <a:p xmlns:a="http://schemas.openxmlformats.org/drawingml/2006/main">
            <a:r>
              <a:t>          "@outcome-contract:dungeon-board-state-contract.v1",</a:t>
            </a:r>
          </a:p>
          <a:p xmlns:a="http://schemas.openxmlformats.org/drawingml/2006/main">
            <a:r>
              <a:t>          "@root-scenario:procedural-dungeon-governed-execution",</a:t>
            </a:r>
          </a:p>
          <a:p xmlns:a="http://schemas.openxmlformats.org/drawingml/2006/main">
            <a:r>
              <a:t>          "@scenario:procedural-dungeon-governed-execution",</a:t>
            </a:r>
          </a:p>
          <a:p xmlns:a="http://schemas.openxmlformats.org/drawingml/2006/main">
            <a:r>
              <a:t>          "@outcome-terminal"</a:t>
            </a:r>
          </a:p>
          <a:p xmlns:a="http://schemas.openxmlformats.org/drawingml/2006/main">
            <a:r>
              <a:t>        ],</a:t>
            </a:r>
          </a:p>
          <a:p xmlns:a="http://schemas.openxmlformats.org/drawingml/2006/main">
            <a:r>
              <a:t>        "steps": [</a:t>
            </a:r>
          </a:p>
          <a:p xmlns:a="http://schemas.openxmlformats.org/drawingml/2006/main">
            <a:r>
              <a:t>          {</a:t>
            </a:r>
          </a:p>
          <a:p xmlns:a="http://schemas.openxmlformats.org/drawingml/2006/main">
            <a:r>
              <a:t>            "keyword": "Given",</a:t>
            </a:r>
          </a:p>
          <a:p xmlns:a="http://schemas.openxmlformats.org/drawingml/2006/main">
            <a:r>
              <a:t>            "keywordType": "Context",</a:t>
            </a:r>
          </a:p>
          <a:p xmlns:a="http://schemas.openxmlformats.org/drawingml/2006/main">
            <a:r>
              <a:t>            "text": "an initial deterministic generation seed"</a:t>
            </a:r>
          </a:p>
          <a:p xmlns:a="http://schemas.openxmlformats.org/drawingml/2006/main">
            <a:r>
              <a:t>          },</a:t>
            </a:r>
          </a:p>
          <a:p xmlns:a="http://schemas.openxmlformats.org/drawingml/2006/main">
            <a:r>
              <a:t>          {</a:t>
            </a:r>
          </a:p>
          <a:p xmlns:a="http://schemas.openxmlformats.org/drawingml/2006/main">
            <a:r>
              <a:t>            "keyword": "When",</a:t>
            </a:r>
          </a:p>
          <a:p xmlns:a="http://schemas.openxmlformats.org/drawingml/2006/main">
            <a:r>
              <a:t>            "keywordType": "Action",</a:t>
            </a:r>
          </a:p>
          <a:p xmlns:a="http://schemas.openxmlformats.org/drawingml/2006/main">
            <a:r>
              <a:t>            "text": "dungeon topology partitioning and rasterization authorities execute"</a:t>
            </a:r>
          </a:p>
          <a:p xmlns:a="http://schemas.openxmlformats.org/drawingml/2006/main">
            <a:r>
              <a:t>          },</a:t>
            </a:r>
          </a:p>
          <a:p xmlns:a="http://schemas.openxmlformats.org/drawingml/2006/main">
            <a:r>
              <a:t>          {</a:t>
            </a:r>
          </a:p>
          <a:p xmlns:a="http://schemas.openxmlformats.org/drawingml/2006/main">
            <a:r>
              <a:t>            "keyword": "Then",</a:t>
            </a:r>
          </a:p>
          <a:p xmlns:a="http://schemas.openxmlformats.org/drawingml/2006/main">
            <a:r>
              <a:t>            "keywordType": "Outcome",</a:t>
            </a:r>
          </a:p>
          <a:p xmlns:a="http://schemas.openxmlformats.org/drawingml/2006/main">
            <a:r>
              <a:t>            "text": "the 78x78 tile grid is partitioned and the player initial coordinate is placed on an admitted floor cell"</a:t>
            </a:r>
          </a:p>
          <a:p xmlns:a="http://schemas.openxmlformats.org/drawingml/2006/main">
            <a:r>
              <a:t>          }</a:t>
            </a:r>
          </a:p>
          <a:p xmlns:a="http://schemas.openxmlformats.org/drawingml/2006/main">
            <a:r>
              <a:t>        ],</a:t>
            </a:r>
          </a:p>
          <a:p xmlns:a="http://schemas.openxmlformats.org/drawingml/2006/main">
            <a:r>
              <a:t>        "examples": [],</a:t>
            </a:r>
          </a:p>
          <a:p xmlns:a="http://schemas.openxmlformats.org/drawingml/2006/main">
            <a:r>
              <a:t>        "sourceRef": "model:scenario_version/113602"</a:t>
            </a:r>
          </a:p>
          <a:p xmlns:a="http://schemas.openxmlformats.org/drawingml/2006/main">
            <a:r>
              <a:t>      }</a:t>
            </a:r>
          </a:p>
          <a:p xmlns:a="http://schemas.openxmlformats.org/drawingml/2006/main">
            <a:r>
              <a:t>    ],</a:t>
            </a:r>
          </a:p>
          <a:p xmlns:a="http://schemas.openxmlformats.org/drawingml/2006/main">
            <a:r>
              <a:t>    "sourceRef": "model:feature_version/183051"</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model:scenario_version/91972</a:t>
            </a:r>
          </a:p>
          <a:p xmlns:a="http://schemas.openxmlformats.org/drawingml/2006/main">
            <a:r>
              <a:t>model:feature_version/183051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Write the configured text to standard output</a:t>
            </a:r>
          </a:p>
          <a:p xmlns:a="http://schemas.openxmlformats.org/drawingml/2006/main">
            <a:r>
              <a:t/>
            </a:r>
          </a:p>
          <a:p xmlns:a="http://schemas.openxmlformats.org/drawingml/2006/main">
            <a:r>
              <a:t>  Scenario: Write the database-defined message</a:t>
            </a:r>
          </a:p>
          <a:p xmlns:a="http://schemas.openxmlformats.org/drawingml/2006/main">
            <a:r>
              <a:t>    Given the message configured in the database</a:t>
            </a:r>
          </a:p>
          <a:p xmlns:a="http://schemas.openxmlformats.org/drawingml/2006/main">
            <a:r>
              <a:t>    When the sda-json-cli.v1 standard-output interface executes with that message</a:t>
            </a:r>
          </a:p>
          <a:p xmlns:a="http://schemas.openxmlformats.org/drawingml/2006/main">
            <a:r>
              <a:t>    Then the caller observes the greeting for the supplied name on standard output</a:t>
            </a:r>
          </a:p>
          <a:p xmlns:a="http://schemas.openxmlformats.org/drawingml/2006/main">
            <a:r>
              <a:t/>
            </a:r>
          </a:p>
          <a:p xmlns:a="http://schemas.openxmlformats.org/drawingml/2006/main">
            <a:r>
              <a:t>Evidence references:</a:t>
            </a:r>
          </a:p>
          <a:p xmlns:a="http://schemas.openxmlformats.org/drawingml/2006/main">
            <a:r>
              <a:t>model:feature_version/183051</a:t>
            </a:r>
          </a:p>
          <a:p xmlns:a="http://schemas.openxmlformats.org/drawingml/2006/main">
            <a:r>
              <a:t>source:content_object/221938</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"Given",</a:t>
            </a:r>
          </a:p>
          <a:p xmlns:a="http://schemas.openxmlformats.org/drawingml/2006/main">
            <a:r>
              <a:t>    "text": "an initial deterministic generation seed",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"When",</a:t>
            </a:r>
          </a:p>
          <a:p xmlns:a="http://schemas.openxmlformats.org/drawingml/2006/main">
            <a:r>
              <a:t>    "text": "dungeon topology partitioning and rasterization authorities execute",</a:t>
            </a:r>
          </a:p>
          <a:p xmlns:a="http://schemas.openxmlformats.org/drawingml/2006/main">
            <a:r>
              <a:t>    "color": "#45A7FF"</a:t>
            </a:r>
          </a:p>
          <a:p xmlns:a="http://schemas.openxmlformats.org/drawingml/2006/main">
            <a:r>
              <a:t>  },</a:t>
            </a:r>
          </a:p>
          <a:p xmlns:a="http://schemas.openxmlformats.org/drawingml/2006/main">
            <a:r>
              <a:t>  {</a:t>
            </a:r>
          </a:p>
          <a:p xmlns:a="http://schemas.openxmlformats.org/drawingml/2006/main">
            <a:r>
              <a:t>    "label": "Then",</a:t>
            </a:r>
          </a:p>
          <a:p xmlns:a="http://schemas.openxmlformats.org/drawingml/2006/main">
            <a:r>
              <a:t>    "text": "the 78x78 tile grid is partitioned and the player initial coordinate is placed on an admitted floor cell",</a:t>
            </a:r>
          </a:p>
          <a:p xmlns:a="http://schemas.openxmlformats.org/drawingml/2006/main">
            <a:r>
              <a:t>    "color": "#4DE0B0"</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model:scenario_version/113602</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Execute a deterministic procedural fog-of-war dungeon inside a contract-governed runtime using admitted deterministic ontologies without hand-written game logic</a:t>
            </a:r>
          </a:p>
          <a:p xmlns:a="http://schemas.openxmlformats.org/drawingml/2006/main">
            <a:r>
              <a:t/>
            </a:r>
          </a:p>
          <a:p xmlns:a="http://schemas.openxmlformats.org/drawingml/2006/main">
            <a:r>
              <a:t>Interpretation / scope: The identity “procedural dungeon governed execution” suggests the subject. This wording is an interpretation when intent prose is absent.</a:t>
            </a:r>
          </a:p>
          <a:p xmlns:a="http://schemas.openxmlformats.org/drawingml/2006/main">
            <a:r>
              <a:t/>
            </a:r>
          </a:p>
          <a:p xmlns:a="http://schemas.openxmlformats.org/drawingml/2006/main">
            <a:r>
              <a:t>Evidence references:</a:t>
            </a:r>
          </a:p>
          <a:p xmlns:a="http://schemas.openxmlformats.org/drawingml/2006/main">
            <a:r>
              <a:t>model:scenario_version/91973</a:t>
            </a:r>
          </a:p>
          <a:p xmlns:a="http://schemas.openxmlformats.org/drawingml/2006/main">
            <a:r>
              <a:t>model:semantic_object_definition/242285/semantics/authority</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"Promise",</a:t>
            </a:r>
          </a:p>
          <a:p xmlns:a="http://schemas.openxmlformats.org/drawingml/2006/main">
            <a:r>
              <a:t>    "text": "Execute a deterministic procedural fog-of-war dungeon inside a contract-governed runtime using admitted deterministic ontologies without hand-written game logic",</a:t>
            </a:r>
          </a:p>
          <a:p xmlns:a="http://schemas.openxmlformats.org/drawingml/2006/main">
            <a:r>
              <a:t>    "color": "#4DE0B0"</a:t>
            </a:r>
          </a:p>
          <a:p xmlns:a="http://schemas.openxmlformats.org/drawingml/2006/main">
            <a:r>
              <a:t>  },</a:t>
            </a:r>
          </a:p>
          <a:p xmlns:a="http://schemas.openxmlformats.org/drawingml/2006/main">
            <a:r>
              <a:t>  {</a:t>
            </a:r>
          </a:p>
          <a:p xmlns:a="http://schemas.openxmlformats.org/drawingml/2006/main">
            <a:r>
              <a:t>    "label": "Condition",</a:t>
            </a:r>
          </a:p>
          <a:p xmlns:a="http://schemas.openxmlformats.org/drawingml/2006/main">
            <a:r>
              <a:t>    "text": "procedural-dungeon-governed-execution: no retained statement."</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model:semantic_object_definition/242285/semantics/authority</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scenarios; 1 with authored steps; 0 transitions.</a:t>
            </a:r>
          </a:p>
          <a:p xmlns:a="http://schemas.openxmlformats.org/drawingml/2006/main">
            <a:r>
              <a:t>{</a:t>
            </a:r>
          </a:p>
          <a:p xmlns:a="http://schemas.openxmlformats.org/drawingml/2006/main">
            <a:r>
              <a:t>  "id": "procedural-dungeon-governed-execution",</a:t>
            </a:r>
          </a:p>
          <a:p xmlns:a="http://schemas.openxmlformats.org/drawingml/2006/main">
            <a:r>
              <a:t>  "name": "Procedural dungeon governed execution",</a:t>
            </a:r>
          </a:p>
          <a:p xmlns:a="http://schemas.openxmlformats.org/drawingml/2006/main">
            <a:r>
              <a:t>  "versionPk": "113602",</a:t>
            </a:r>
          </a:p>
          <a:p xmlns:a="http://schemas.openxmlformats.org/drawingml/2006/main">
            <a:r>
              <a:t>  "definitionDigest": "5eaf21d008ce615404a576684472693d455d33db4e90f64bd56a5a407bd1370a",</a:t>
            </a:r>
          </a:p>
          <a:p xmlns:a="http://schemas.openxmlformats.org/drawingml/2006/main">
            <a:r>
              <a:t>  "authorityId": "procedural-dungeon-governed-execution.v1",</a:t>
            </a:r>
          </a:p>
          <a:p xmlns:a="http://schemas.openxmlformats.org/drawingml/2006/main">
            <a:r>
              <a:t>  "eventId": "procedural-dungeon-governed-execution-requested",</a:t>
            </a:r>
          </a:p>
          <a:p xmlns:a="http://schemas.openxmlformats.org/drawingml/2006/main">
            <a:r>
              <a:t>  "inputId": "procedural-dungeon-governed-execution-request",</a:t>
            </a:r>
          </a:p>
          <a:p xmlns:a="http://schemas.openxmlformats.org/drawingml/2006/main">
            <a:r>
              <a:t>  "inputContractId": "dungeon-generation-seed-contract.v1",</a:t>
            </a:r>
          </a:p>
          <a:p xmlns:a="http://schemas.openxmlformats.org/drawingml/2006/main">
            <a:r>
              <a:t>  "outcomeId": "procedural-dungeon-governed-execution",</a:t>
            </a:r>
          </a:p>
          <a:p xmlns:a="http://schemas.openxmlformats.org/drawingml/2006/main">
            <a:r>
              <a:t>  "outcomeContractId": "dungeon-board-state-contract.v1",</a:t>
            </a:r>
          </a:p>
          <a:p xmlns:a="http://schemas.openxmlformats.org/drawingml/2006/main">
            <a:r>
              <a:t>  "terminal": true,</a:t>
            </a:r>
          </a:p>
          <a:p xmlns:a="http://schemas.openxmlformats.org/drawingml/2006/main">
            <a:r>
              <a:t>  "variants": [],</a:t>
            </a:r>
          </a:p>
          <a:p xmlns:a="http://schemas.openxmlformats.org/drawingml/2006/main">
            <a:r>
              <a:t>  "owned": true,</a:t>
            </a:r>
          </a:p>
          <a:p xmlns:a="http://schemas.openxmlformats.org/drawingml/2006/main">
            <a:r>
              <a:t>  "authored": {</a:t>
            </a:r>
          </a:p>
          <a:p xmlns:a="http://schemas.openxmlformats.org/drawingml/2006/main">
            <a:r>
              <a:t>    "keyword": "Scenario",</a:t>
            </a:r>
          </a:p>
          <a:p xmlns:a="http://schemas.openxmlformats.org/drawingml/2006/main">
            <a:r>
              <a:t>    "name": "Procedural dungeon governed execution",</a:t>
            </a:r>
          </a:p>
          <a:p xmlns:a="http://schemas.openxmlformats.org/drawingml/2006/main">
            <a:r>
              <a:t>    "description": "",</a:t>
            </a:r>
          </a:p>
          <a:p xmlns:a="http://schemas.openxmlformats.org/drawingml/2006/main">
            <a:r>
              <a:t>    "tags": [</a:t>
            </a:r>
          </a:p>
          <a:p xmlns:a="http://schemas.openxmlformats.org/drawingml/2006/main">
            <a:r>
              <a:t>      "@capability:procedural-dungeon-governed-execution",</a:t>
            </a:r>
          </a:p>
          <a:p xmlns:a="http://schemas.openxmlformats.org/drawingml/2006/main">
            <a:r>
              <a:t>      "@event:procedural-dungeon-governed-execution-requested",</a:t>
            </a:r>
          </a:p>
          <a:p xmlns:a="http://schemas.openxmlformats.org/drawingml/2006/main">
            <a:r>
              <a:t>      "@event-authority:procedural-dungeon-governed-execution.v1",</a:t>
            </a:r>
          </a:p>
          <a:p xmlns:a="http://schemas.openxmlformats.org/drawingml/2006/main">
            <a:r>
              <a:t>      "@input:procedural-dungeon-governed-execution-request",</a:t>
            </a:r>
          </a:p>
          <a:p xmlns:a="http://schemas.openxmlformats.org/drawingml/2006/main">
            <a:r>
              <a:t>      "@input-contract:dungeon-generation-seed-contract.v1",</a:t>
            </a:r>
          </a:p>
          <a:p xmlns:a="http://schemas.openxmlformats.org/drawingml/2006/main">
            <a:r>
              <a:t>      "@outcome:procedural-dungeon-governed-execution",</a:t>
            </a:r>
          </a:p>
          <a:p xmlns:a="http://schemas.openxmlformats.org/drawingml/2006/main">
            <a:r>
              <a:t>      "@outcome-contract:dungeon-board-state-contract.v1",</a:t>
            </a:r>
          </a:p>
          <a:p xmlns:a="http://schemas.openxmlformats.org/drawingml/2006/main">
            <a:r>
              <a:t>      "@root-scenario:procedural-dungeon-governed-execution",</a:t>
            </a:r>
          </a:p>
          <a:p xmlns:a="http://schemas.openxmlformats.org/drawingml/2006/main">
            <a:r>
              <a:t>      "@scenario:procedural-dungeon-governed-execution",</a:t>
            </a:r>
          </a:p>
          <a:p xmlns:a="http://schemas.openxmlformats.org/drawingml/2006/main">
            <a:r>
              <a:t>      "@outcome-terminal"</a:t>
            </a:r>
          </a:p>
          <a:p xmlns:a="http://schemas.openxmlformats.org/drawingml/2006/main">
            <a:r>
              <a:t>    ],</a:t>
            </a:r>
          </a:p>
          <a:p xmlns:a="http://schemas.openxmlformats.org/drawingml/2006/main">
            <a:r>
              <a:t>    "steps": [</a:t>
            </a:r>
          </a:p>
          <a:p xmlns:a="http://schemas.openxmlformats.org/drawingml/2006/main">
            <a:r>
              <a:t>      {</a:t>
            </a:r>
          </a:p>
          <a:p xmlns:a="http://schemas.openxmlformats.org/drawingml/2006/main">
            <a:r>
              <a:t>        "keyword": "Given",</a:t>
            </a:r>
          </a:p>
          <a:p xmlns:a="http://schemas.openxmlformats.org/drawingml/2006/main">
            <a:r>
              <a:t>        "keywordType": "Context",</a:t>
            </a:r>
          </a:p>
          <a:p xmlns:a="http://schemas.openxmlformats.org/drawingml/2006/main">
            <a:r>
              <a:t>        "text": "an initial deterministic generation seed"</a:t>
            </a:r>
          </a:p>
          <a:p xmlns:a="http://schemas.openxmlformats.org/drawingml/2006/main">
            <a:r>
              <a:t>      },</a:t>
            </a:r>
          </a:p>
          <a:p xmlns:a="http://schemas.openxmlformats.org/drawingml/2006/main">
            <a:r>
              <a:t>      {</a:t>
            </a:r>
          </a:p>
          <a:p xmlns:a="http://schemas.openxmlformats.org/drawingml/2006/main">
            <a:r>
              <a:t>        "keyword": "When",</a:t>
            </a:r>
          </a:p>
          <a:p xmlns:a="http://schemas.openxmlformats.org/drawingml/2006/main">
            <a:r>
              <a:t>        "keywordType": "Action",</a:t>
            </a:r>
          </a:p>
          <a:p xmlns:a="http://schemas.openxmlformats.org/drawingml/2006/main">
            <a:r>
              <a:t>        "text": "dungeon topology partitioning and rasterization authorities execute"</a:t>
            </a:r>
          </a:p>
          <a:p xmlns:a="http://schemas.openxmlformats.org/drawingml/2006/main">
            <a:r>
              <a:t>      },</a:t>
            </a:r>
          </a:p>
          <a:p xmlns:a="http://schemas.openxmlformats.org/drawingml/2006/main">
            <a:r>
              <a:t>      {</a:t>
            </a:r>
          </a:p>
          <a:p xmlns:a="http://schemas.openxmlformats.org/drawingml/2006/main">
            <a:r>
              <a:t>        "keyword": "Then",</a:t>
            </a:r>
          </a:p>
          <a:p xmlns:a="http://schemas.openxmlformats.org/drawingml/2006/main">
            <a:r>
              <a:t>        "keywordType": "Outcome",</a:t>
            </a:r>
          </a:p>
          <a:p xmlns:a="http://schemas.openxmlformats.org/drawingml/2006/main">
            <a:r>
              <a:t>        "text": "the 78x78 tile grid is partitioned and the player initial coordinate is placed on an admitted floor cell"</a:t>
            </a:r>
          </a:p>
          <a:p xmlns:a="http://schemas.openxmlformats.org/drawingml/2006/main">
            <a:r>
              <a:t>      }</a:t>
            </a:r>
          </a:p>
          <a:p xmlns:a="http://schemas.openxmlformats.org/drawingml/2006/main">
            <a:r>
              <a:t>    ],</a:t>
            </a:r>
          </a:p>
          <a:p xmlns:a="http://schemas.openxmlformats.org/drawingml/2006/main">
            <a:r>
              <a:t>    "examples": []</a:t>
            </a:r>
          </a:p>
          <a:p xmlns:a="http://schemas.openxmlformats.org/drawingml/2006/main">
            <a:r>
              <a:t>  },</a:t>
            </a:r>
          </a:p>
          <a:p xmlns:a="http://schemas.openxmlformats.org/drawingml/2006/main">
            <a:r>
              <a:t>  "inputDescription": "an initial deterministic generation seed",</a:t>
            </a:r>
          </a:p>
          <a:p xmlns:a="http://schemas.openxmlformats.org/drawingml/2006/main">
            <a:r>
              <a:t>  "eventDescription": "dungeon topology partitioning and rasterization authorities execute",</a:t>
            </a:r>
          </a:p>
          <a:p xmlns:a="http://schemas.openxmlformats.org/drawingml/2006/main">
            <a:r>
              <a:t>  "outcomeDescription": "the 78x78 tile grid is partitioned and the player initial coordinate is placed on an admitted floor cell",</a:t>
            </a:r>
          </a:p>
          <a:p xmlns:a="http://schemas.openxmlformats.org/drawingml/2006/main">
            <a:r>
              <a:t>  "terminalDisposition": "",</a:t>
            </a:r>
          </a:p>
          <a:p xmlns:a="http://schemas.openxmlformats.org/drawingml/2006/main">
            <a:r>
              <a:t>  "meaningSourceRef": "model:scenario_version/113602",</a:t>
            </a:r>
          </a:p>
          <a:p xmlns:a="http://schemas.openxmlformats.org/drawingml/2006/main">
            <a:r>
              <a:t>  "sourceRef": "graph:/scenarios/0"</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model:scenario_version/91974</a:t>
            </a:r>
          </a:p>
          <a:p xmlns:a="http://schemas.openxmlformats.org/drawingml/2006/main">
            <a:r>
              <a:t>graph:/scenarios/0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"Given",</a:t>
            </a:r>
          </a:p>
          <a:p xmlns:a="http://schemas.openxmlformats.org/drawingml/2006/main">
            <a:r>
              <a:t>    "text": "an initial deterministic generation seed",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"When",</a:t>
            </a:r>
          </a:p>
          <a:p xmlns:a="http://schemas.openxmlformats.org/drawingml/2006/main">
            <a:r>
              <a:t>    "text": "dungeon topology partitioning and rasterization authorities execute",</a:t>
            </a:r>
          </a:p>
          <a:p xmlns:a="http://schemas.openxmlformats.org/drawingml/2006/main">
            <a:r>
              <a:t>    "color": "#45A7FF"</a:t>
            </a:r>
          </a:p>
          <a:p xmlns:a="http://schemas.openxmlformats.org/drawingml/2006/main">
            <a:r>
              <a:t>  },</a:t>
            </a:r>
          </a:p>
          <a:p xmlns:a="http://schemas.openxmlformats.org/drawingml/2006/main">
            <a:r>
              <a:t>  {</a:t>
            </a:r>
          </a:p>
          <a:p xmlns:a="http://schemas.openxmlformats.org/drawingml/2006/main">
            <a:r>
              <a:t>    "label": "Then",</a:t>
            </a:r>
          </a:p>
          <a:p xmlns:a="http://schemas.openxmlformats.org/drawingml/2006/main">
            <a:r>
              <a:t>    "text": "the 78x78 tile grid is partitioned and the player initial coordinate is placed on an admitted floor cell",</a:t>
            </a:r>
          </a:p>
          <a:p xmlns:a="http://schemas.openxmlformats.org/drawingml/2006/main">
            <a:r>
              <a:t>    "color": "#4DE0B0"</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model:scenario_version/113602</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contracts with field types, required members and retained constraints.</a:t>
            </a:r>
          </a:p>
          <a:p xmlns:a="http://schemas.openxmlformats.org/drawingml/2006/main">
            <a:r>
              <a:t>[</a:t>
            </a:r>
          </a:p>
          <a:p xmlns:a="http://schemas.openxmlformats.org/drawingml/2006/main">
            <a:r>
              <a:t>  {</a:t>
            </a:r>
          </a:p>
          <a:p xmlns:a="http://schemas.openxmlformats.org/drawingml/2006/main">
            <a:r>
              <a:t>    "id": "dungeon-board-state-contract.v1",</a:t>
            </a:r>
          </a:p>
          <a:p xmlns:a="http://schemas.openxmlformats.org/drawingml/2006/main">
            <a:r>
              <a:t>    "schemaId": "",</a:t>
            </a:r>
          </a:p>
          <a:p xmlns:a="http://schemas.openxmlformats.org/drawingml/2006/main">
            <a:r>
              <a:t>    "title": "dungeon-board-state-contract.v1",</a:t>
            </a:r>
          </a:p>
          <a:p xmlns:a="http://schemas.openxmlformats.org/drawingml/2006/main">
            <a:r>
              <a:t>    "type": "object",</a:t>
            </a:r>
          </a:p>
          <a:p xmlns:a="http://schemas.openxmlformats.org/drawingml/2006/main">
            <a:r>
              <a:t>    "required": [</a:t>
            </a:r>
          </a:p>
          <a:p xmlns:a="http://schemas.openxmlformats.org/drawingml/2006/main">
            <a:r>
              <a:t>      "contractId",</a:t>
            </a:r>
          </a:p>
          <a:p xmlns:a="http://schemas.openxmlformats.org/drawingml/2006/main">
            <a:r>
              <a:t>      "status",</a:t>
            </a:r>
          </a:p>
          <a:p xmlns:a="http://schemas.openxmlformats.org/drawingml/2006/main">
            <a:r>
              <a:t>      "seed",</a:t>
            </a:r>
          </a:p>
          <a:p xmlns:a="http://schemas.openxmlformats.org/drawingml/2006/main">
            <a:r>
              <a:t>      "width",</a:t>
            </a:r>
          </a:p>
          <a:p xmlns:a="http://schemas.openxmlformats.org/drawingml/2006/main">
            <a:r>
              <a:t>      "height",</a:t>
            </a:r>
          </a:p>
          <a:p xmlns:a="http://schemas.openxmlformats.org/drawingml/2006/main">
            <a:r>
              <a:t>      "rows",</a:t>
            </a:r>
          </a:p>
          <a:p xmlns:a="http://schemas.openxmlformats.org/drawingml/2006/main">
            <a:r>
              <a:t>      "roomCount",</a:t>
            </a:r>
          </a:p>
          <a:p xmlns:a="http://schemas.openxmlformats.org/drawingml/2006/main">
            <a:r>
              <a:t>      "player",</a:t>
            </a:r>
          </a:p>
          <a:p xmlns:a="http://schemas.openxmlformats.org/drawingml/2006/main">
            <a:r>
              <a:t>      "spawns",</a:t>
            </a:r>
          </a:p>
          <a:p xmlns:a="http://schemas.openxmlformats.org/drawingml/2006/main">
            <a:r>
              <a:t>      "digest"</a:t>
            </a:r>
          </a:p>
          <a:p xmlns:a="http://schemas.openxmlformats.org/drawingml/2006/main">
            <a:r>
              <a:t>    ],</a:t>
            </a:r>
          </a:p>
          <a:p xmlns:a="http://schemas.openxmlformats.org/drawingml/2006/main">
            <a:r>
              <a:t>    "properties": [</a:t>
            </a:r>
          </a:p>
          <a:p xmlns:a="http://schemas.openxmlformats.org/drawingml/2006/main">
            <a:r>
              <a:t>      "contractId",</a:t>
            </a:r>
          </a:p>
          <a:p xmlns:a="http://schemas.openxmlformats.org/drawingml/2006/main">
            <a:r>
              <a:t>      "status",</a:t>
            </a:r>
          </a:p>
          <a:p xmlns:a="http://schemas.openxmlformats.org/drawingml/2006/main">
            <a:r>
              <a:t>      "seed",</a:t>
            </a:r>
          </a:p>
          <a:p xmlns:a="http://schemas.openxmlformats.org/drawingml/2006/main">
            <a:r>
              <a:t>      "width",</a:t>
            </a:r>
          </a:p>
          <a:p xmlns:a="http://schemas.openxmlformats.org/drawingml/2006/main">
            <a:r>
              <a:t>      "height",</a:t>
            </a:r>
          </a:p>
          <a:p xmlns:a="http://schemas.openxmlformats.org/drawingml/2006/main">
            <a:r>
              <a:t>      "rows",</a:t>
            </a:r>
          </a:p>
          <a:p xmlns:a="http://schemas.openxmlformats.org/drawingml/2006/main">
            <a:r>
              <a:t>      "roomCount",</a:t>
            </a:r>
          </a:p>
          <a:p xmlns:a="http://schemas.openxmlformats.org/drawingml/2006/main">
            <a:r>
              <a:t>      "player",</a:t>
            </a:r>
          </a:p>
          <a:p xmlns:a="http://schemas.openxmlformats.org/drawingml/2006/main">
            <a:r>
              <a:t>      "spawns",</a:t>
            </a:r>
          </a:p>
          <a:p xmlns:a="http://schemas.openxmlformats.org/drawingml/2006/main">
            <a:r>
              <a:t>      "digest"</a:t>
            </a:r>
          </a:p>
          <a:p xmlns:a="http://schemas.openxmlformats.org/drawingml/2006/main">
            <a:r>
              <a:t>    ],</a:t>
            </a:r>
          </a:p>
          <a:p xmlns:a="http://schemas.openxmlformats.org/drawingml/2006/main">
            <a:r>
              <a:t>    "description": "",</a:t>
            </a:r>
          </a:p>
          <a:p xmlns:a="http://schemas.openxmlformats.org/drawingml/2006/main">
            <a:r>
              <a:t>    "fields": [</a:t>
            </a:r>
          </a:p>
          <a:p xmlns:a="http://schemas.openxmlformats.org/drawingml/2006/main">
            <a:r>
              <a:t>      {</a:t>
            </a:r>
          </a:p>
          <a:p xmlns:a="http://schemas.openxmlformats.org/drawingml/2006/main">
            <a:r>
              <a:t>        "path": "$",</a:t>
            </a:r>
          </a:p>
          <a:p xmlns:a="http://schemas.openxmlformats.org/drawingml/2006/main">
            <a:r>
              <a:t>        "type": "object",</a:t>
            </a:r>
          </a:p>
          <a:p xmlns:a="http://schemas.openxmlformats.org/drawingml/2006/main">
            <a:r>
              <a:t>        "description": "",</a:t>
            </a:r>
          </a:p>
          <a:p xmlns:a="http://schemas.openxmlformats.org/drawingml/2006/main">
            <a:r>
              <a:t>        "required": false,</a:t>
            </a:r>
          </a:p>
          <a:p xmlns:a="http://schemas.openxmlformats.org/drawingml/2006/main">
            <a:r>
              <a:t>        "reference": "",</a:t>
            </a:r>
          </a:p>
          <a:p xmlns:a="http://schemas.openxmlformats.org/drawingml/2006/main">
            <a:r>
              <a:t>        "additionalProperties": false</a:t>
            </a:r>
          </a:p>
          <a:p xmlns:a="http://schemas.openxmlformats.org/drawingml/2006/main">
            <a:r>
              <a:t>      },</a:t>
            </a:r>
          </a:p>
          <a:p xmlns:a="http://schemas.openxmlformats.org/drawingml/2006/main">
            <a:r>
              <a:t>      {</a:t>
            </a:r>
          </a:p>
          <a:p xmlns:a="http://schemas.openxmlformats.org/drawingml/2006/main">
            <a:r>
              <a:t>        "path": "$/contractId",</a:t>
            </a:r>
          </a:p>
          <a:p xmlns:a="http://schemas.openxmlformats.org/drawingml/2006/main">
            <a:r>
              <a:t>        "type": "",</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"constantType": "string"</a:t>
            </a:r>
          </a:p>
          <a:p xmlns:a="http://schemas.openxmlformats.org/drawingml/2006/main">
            <a:r>
              <a:t>      },</a:t>
            </a:r>
          </a:p>
          <a:p xmlns:a="http://schemas.openxmlformats.org/drawingml/2006/main">
            <a:r>
              <a:t>      {</a:t>
            </a:r>
          </a:p>
          <a:p xmlns:a="http://schemas.openxmlformats.org/drawingml/2006/main">
            <a:r>
              <a:t>        "path": "$/status",</a:t>
            </a:r>
          </a:p>
          <a:p xmlns:a="http://schemas.openxmlformats.org/drawingml/2006/main">
            <a:r>
              <a:t>        "type": "",</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"constantType": "string"</a:t>
            </a:r>
          </a:p>
          <a:p xmlns:a="http://schemas.openxmlformats.org/drawingml/2006/main">
            <a:r>
              <a:t>      },</a:t>
            </a:r>
          </a:p>
          <a:p xmlns:a="http://schemas.openxmlformats.org/drawingml/2006/main">
            <a:r>
              <a:t>      {</a:t>
            </a:r>
          </a:p>
          <a:p xmlns:a="http://schemas.openxmlformats.org/drawingml/2006/main">
            <a:r>
              <a:t>        "path": "$/seed",</a:t>
            </a:r>
          </a:p>
          <a:p xmlns:a="http://schemas.openxmlformats.org/drawingml/2006/main">
            <a:r>
              <a:t>        "type": "integer",</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"path": "$/width",</a:t>
            </a:r>
          </a:p>
          <a:p xmlns:a="http://schemas.openxmlformats.org/drawingml/2006/main">
            <a:r>
              <a:t>        "type": "",</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"constantType": "number"</a:t>
            </a:r>
          </a:p>
          <a:p xmlns:a="http://schemas.openxmlformats.org/drawingml/2006/main">
            <a:r>
              <a:t>      },</a:t>
            </a:r>
          </a:p>
          <a:p xmlns:a="http://schemas.openxmlformats.org/drawingml/2006/main">
            <a:r>
              <a:t>      {</a:t>
            </a:r>
          </a:p>
          <a:p xmlns:a="http://schemas.openxmlformats.org/drawingml/2006/main">
            <a:r>
              <a:t>        "path": "$/height",</a:t>
            </a:r>
          </a:p>
          <a:p xmlns:a="http://schemas.openxmlformats.org/drawingml/2006/main">
            <a:r>
              <a:t>        "type": "",</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"constantType": "number"</a:t>
            </a:r>
          </a:p>
          <a:p xmlns:a="http://schemas.openxmlformats.org/drawingml/2006/main">
            <a:r>
              <a:t>      },</a:t>
            </a:r>
          </a:p>
          <a:p xmlns:a="http://schemas.openxmlformats.org/drawingml/2006/main">
            <a:r>
              <a:t>      {</a:t>
            </a:r>
          </a:p>
          <a:p xmlns:a="http://schemas.openxmlformats.org/drawingml/2006/main">
            <a:r>
              <a:t>        "path": "$/rows",</a:t>
            </a:r>
          </a:p>
          <a:p xmlns:a="http://schemas.openxmlformats.org/drawingml/2006/main">
            <a:r>
              <a:t>        "type": "array",</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"path": "$/rows/*",</a:t>
            </a:r>
          </a:p>
          <a:p xmlns:a="http://schemas.openxmlformats.org/drawingml/2006/main">
            <a:r>
              <a:t>        "type": "string",</a:t>
            </a:r>
          </a:p>
          <a:p xmlns:a="http://schemas.openxmlformats.org/drawingml/2006/main">
            <a:r>
              <a:t>        "description": "",</a:t>
            </a:r>
          </a:p>
          <a:p xmlns:a="http://schemas.openxmlformats.org/drawingml/2006/main">
            <a:r>
              <a:t>        "required": false,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"path": "$/roomCount",</a:t>
            </a:r>
          </a:p>
          <a:p xmlns:a="http://schemas.openxmlformats.org/drawingml/2006/main">
            <a:r>
              <a:t>        "type": "integer",</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"path": "$/player",</a:t>
            </a:r>
          </a:p>
          <a:p xmlns:a="http://schemas.openxmlformats.org/drawingml/2006/main">
            <a:r>
              <a:t>        "type": "object",</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"additionalProperties": false</a:t>
            </a:r>
          </a:p>
          <a:p xmlns:a="http://schemas.openxmlformats.org/drawingml/2006/main">
            <a:r>
              <a:t>      },</a:t>
            </a:r>
          </a:p>
          <a:p xmlns:a="http://schemas.openxmlformats.org/drawingml/2006/main">
            <a:r>
              <a:t>      {</a:t>
            </a:r>
          </a:p>
          <a:p xmlns:a="http://schemas.openxmlformats.org/drawingml/2006/main">
            <a:r>
              <a:t>        "path": "$/player/x",</a:t>
            </a:r>
          </a:p>
          <a:p xmlns:a="http://schemas.openxmlformats.org/drawingml/2006/main">
            <a:r>
              <a:t>        "type": "integer",</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"path": "$/player/y",</a:t>
            </a:r>
          </a:p>
          <a:p xmlns:a="http://schemas.openxmlformats.org/drawingml/2006/main">
            <a:r>
              <a:t>        "type": "integer",</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"path": "$/spawns",</a:t>
            </a:r>
          </a:p>
          <a:p xmlns:a="http://schemas.openxmlformats.org/drawingml/2006/main">
            <a:r>
              <a:t>        "type": "array",</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"path": "$/spawns/*",</a:t>
            </a:r>
          </a:p>
          <a:p xmlns:a="http://schemas.openxmlformats.org/drawingml/2006/main">
            <a:r>
              <a:t>        "type": "object",</a:t>
            </a:r>
          </a:p>
          <a:p xmlns:a="http://schemas.openxmlformats.org/drawingml/2006/main">
            <a:r>
              <a:t>        "description": "",</a:t>
            </a:r>
          </a:p>
          <a:p xmlns:a="http://schemas.openxmlformats.org/drawingml/2006/main">
            <a:r>
              <a:t>        "required": false,</a:t>
            </a:r>
          </a:p>
          <a:p xmlns:a="http://schemas.openxmlformats.org/drawingml/2006/main">
            <a:r>
              <a:t>        "reference": "",</a:t>
            </a:r>
          </a:p>
          <a:p xmlns:a="http://schemas.openxmlformats.org/drawingml/2006/main">
            <a:r>
              <a:t>        "additionalProperties": false</a:t>
            </a:r>
          </a:p>
          <a:p xmlns:a="http://schemas.openxmlformats.org/drawingml/2006/main">
            <a:r>
              <a:t>      },</a:t>
            </a:r>
          </a:p>
          <a:p xmlns:a="http://schemas.openxmlformats.org/drawingml/2006/main">
            <a:r>
              <a:t>      {</a:t>
            </a:r>
          </a:p>
          <a:p xmlns:a="http://schemas.openxmlformats.org/drawingml/2006/main">
            <a:r>
              <a:t>        "path": "$/spawns/*/x",</a:t>
            </a:r>
          </a:p>
          <a:p xmlns:a="http://schemas.openxmlformats.org/drawingml/2006/main">
            <a:r>
              <a:t>        "type": "integer",</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"path": "$/spawns/*/y",</a:t>
            </a:r>
          </a:p>
          <a:p xmlns:a="http://schemas.openxmlformats.org/drawingml/2006/main">
            <a:r>
              <a:t>        "type": "integer",</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"path": "$/digest",</a:t>
            </a:r>
          </a:p>
          <a:p xmlns:a="http://schemas.openxmlformats.org/drawingml/2006/main">
            <a:r>
              <a:t>        "type": "string",</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a:t>
            </a:r>
          </a:p>
          <a:p xmlns:a="http://schemas.openxmlformats.org/drawingml/2006/main">
            <a:r>
              <a:t>    ],</a:t>
            </a:r>
          </a:p>
          <a:p xmlns:a="http://schemas.openxmlformats.org/drawingml/2006/main">
            <a:r>
              <a:t>    "emptyObjectEvidence": {</a:t>
            </a:r>
          </a:p>
          <a:p xmlns:a="http://schemas.openxmlformats.org/drawingml/2006/main">
            <a:r>
              <a:t>      "admitted": false</a:t>
            </a:r>
          </a:p>
          <a:p xmlns:a="http://schemas.openxmlformats.org/drawingml/2006/main">
            <a:r>
              <a:t>    },</a:t>
            </a:r>
          </a:p>
          <a:p xmlns:a="http://schemas.openxmlformats.org/drawingml/2006/main">
            <a:r>
              <a:t>    "schemaDigest": "9954f9fed03ae97d4933b15cb24038c7a3a482989a2802fe9540c521a4a258d1",</a:t>
            </a:r>
          </a:p>
          <a:p xmlns:a="http://schemas.openxmlformats.org/drawingml/2006/main">
            <a:r>
              <a:t>    "sourceRef": "graph:/contractAuthorities/contracts/dungeon-board-state-contract.v1"</a:t>
            </a:r>
          </a:p>
          <a:p xmlns:a="http://schemas.openxmlformats.org/drawingml/2006/main">
            <a:r>
              <a:t>  },</a:t>
            </a:r>
          </a:p>
          <a:p xmlns:a="http://schemas.openxmlformats.org/drawingml/2006/main">
            <a:r>
              <a:t>  {</a:t>
            </a:r>
          </a:p>
          <a:p xmlns:a="http://schemas.openxmlformats.org/drawingml/2006/main">
            <a:r>
              <a:t>    "id": "dungeon-generation-seed-contract.v1",</a:t>
            </a:r>
          </a:p>
          <a:p xmlns:a="http://schemas.openxmlformats.org/drawingml/2006/main">
            <a:r>
              <a:t>    "schemaId": "",</a:t>
            </a:r>
          </a:p>
          <a:p xmlns:a="http://schemas.openxmlformats.org/drawingml/2006/main">
            <a:r>
              <a:t>    "title": "dungeon-generation-seed-contract.v1",</a:t>
            </a:r>
          </a:p>
          <a:p xmlns:a="http://schemas.openxmlformats.org/drawingml/2006/main">
            <a:r>
              <a:t>    "type": "object",</a:t>
            </a:r>
          </a:p>
          <a:p xmlns:a="http://schemas.openxmlformats.org/drawingml/2006/main">
            <a:r>
              <a:t>    "required": [</a:t>
            </a:r>
          </a:p>
          <a:p xmlns:a="http://schemas.openxmlformats.org/drawingml/2006/main">
            <a:r>
              <a:t>      "seed"</a:t>
            </a:r>
          </a:p>
          <a:p xmlns:a="http://schemas.openxmlformats.org/drawingml/2006/main">
            <a:r>
              <a:t>    ],</a:t>
            </a:r>
          </a:p>
          <a:p xmlns:a="http://schemas.openxmlformats.org/drawingml/2006/main">
            <a:r>
              <a:t>    "properties": [</a:t>
            </a:r>
          </a:p>
          <a:p xmlns:a="http://schemas.openxmlformats.org/drawingml/2006/main">
            <a:r>
              <a:t>      "seed"</a:t>
            </a:r>
          </a:p>
          <a:p xmlns:a="http://schemas.openxmlformats.org/drawingml/2006/main">
            <a:r>
              <a:t>    ],</a:t>
            </a:r>
          </a:p>
          <a:p xmlns:a="http://schemas.openxmlformats.org/drawingml/2006/main">
            <a:r>
              <a:t>    "description": "",</a:t>
            </a:r>
          </a:p>
          <a:p xmlns:a="http://schemas.openxmlformats.org/drawingml/2006/main">
            <a:r>
              <a:t>    "fields": [</a:t>
            </a:r>
          </a:p>
          <a:p xmlns:a="http://schemas.openxmlformats.org/drawingml/2006/main">
            <a:r>
              <a:t>      {</a:t>
            </a:r>
          </a:p>
          <a:p xmlns:a="http://schemas.openxmlformats.org/drawingml/2006/main">
            <a:r>
              <a:t>        "path": "$",</a:t>
            </a:r>
          </a:p>
          <a:p xmlns:a="http://schemas.openxmlformats.org/drawingml/2006/main">
            <a:r>
              <a:t>        "type": "object",</a:t>
            </a:r>
          </a:p>
          <a:p xmlns:a="http://schemas.openxmlformats.org/drawingml/2006/main">
            <a:r>
              <a:t>        "description": "",</a:t>
            </a:r>
          </a:p>
          <a:p xmlns:a="http://schemas.openxmlformats.org/drawingml/2006/main">
            <a:r>
              <a:t>        "required": false,</a:t>
            </a:r>
          </a:p>
          <a:p xmlns:a="http://schemas.openxmlformats.org/drawingml/2006/main">
            <a:r>
              <a:t>        "reference": "",</a:t>
            </a:r>
          </a:p>
          <a:p xmlns:a="http://schemas.openxmlformats.org/drawingml/2006/main">
            <a:r>
              <a:t>        "additionalProperties": false</a:t>
            </a:r>
          </a:p>
          <a:p xmlns:a="http://schemas.openxmlformats.org/drawingml/2006/main">
            <a:r>
              <a:t>      },</a:t>
            </a:r>
          </a:p>
          <a:p xmlns:a="http://schemas.openxmlformats.org/drawingml/2006/main">
            <a:r>
              <a:t>      {</a:t>
            </a:r>
          </a:p>
          <a:p xmlns:a="http://schemas.openxmlformats.org/drawingml/2006/main">
            <a:r>
              <a:t>        "path": "$/seed",</a:t>
            </a:r>
          </a:p>
          <a:p xmlns:a="http://schemas.openxmlformats.org/drawingml/2006/main">
            <a:r>
              <a:t>        "type": "integer",</a:t>
            </a:r>
          </a:p>
          <a:p xmlns:a="http://schemas.openxmlformats.org/drawingml/2006/main">
            <a:r>
              <a:t>        "description": "",</a:t>
            </a:r>
          </a:p>
          <a:p xmlns:a="http://schemas.openxmlformats.org/drawingml/2006/main">
            <a:r>
              <a:t>        "required": true,</a:t>
            </a:r>
          </a:p>
          <a:p xmlns:a="http://schemas.openxmlformats.org/drawingml/2006/main">
            <a:r>
              <a:t>        "reference": "",</a:t>
            </a:r>
          </a:p>
          <a:p xmlns:a="http://schemas.openxmlformats.org/drawingml/2006/main">
            <a:r>
              <a:t>        "minimum": 1,</a:t>
            </a:r>
          </a:p>
          <a:p xmlns:a="http://schemas.openxmlformats.org/drawingml/2006/main">
            <a:r>
              <a:t>        "maximum": 2147483647</a:t>
            </a:r>
          </a:p>
          <a:p xmlns:a="http://schemas.openxmlformats.org/drawingml/2006/main">
            <a:r>
              <a:t>      }</a:t>
            </a:r>
          </a:p>
          <a:p xmlns:a="http://schemas.openxmlformats.org/drawingml/2006/main">
            <a:r>
              <a:t>    ],</a:t>
            </a:r>
          </a:p>
          <a:p xmlns:a="http://schemas.openxmlformats.org/drawingml/2006/main">
            <a:r>
              <a:t>    "emptyObjectEvidence": {</a:t>
            </a:r>
          </a:p>
          <a:p xmlns:a="http://schemas.openxmlformats.org/drawingml/2006/main">
            <a:r>
              <a:t>      "admitted": false</a:t>
            </a:r>
          </a:p>
          <a:p xmlns:a="http://schemas.openxmlformats.org/drawingml/2006/main">
            <a:r>
              <a:t>    },</a:t>
            </a:r>
          </a:p>
          <a:p xmlns:a="http://schemas.openxmlformats.org/drawingml/2006/main">
            <a:r>
              <a:t>    "schemaDigest": "aa44b0eb092c0bbcdb57287f6a8fe0b9190795924d1f4db7686c3f02e05b36d8",</a:t>
            </a:r>
          </a:p>
          <a:p xmlns:a="http://schemas.openxmlformats.org/drawingml/2006/main">
            <a:r>
              <a:t>    "sourceRef": "graph:/contractAuthorities/contracts/dungeon-generation-seed-contract.v1"</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model:scenario_version/91975</a:t>
            </a:r>
          </a:p>
          <a:p xmlns:a="http://schemas.openxmlformats.org/drawingml/2006/main">
            <a:r>
              <a:t>graph:/contractAuthorities/contracts/dungeon-board-state-contract.v1</a:t>
            </a:r>
          </a:p>
          <a:p xmlns:a="http://schemas.openxmlformats.org/drawingml/2006/main">
            <a:r>
              <a:t>graph:/contractAuthorities/contracts/dungeon-generation-seed-contract.v1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"$/contractId",</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"$/status",</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"$/seed",</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"$/width",</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"$/height",</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"string; optional",</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"$/roomCount",</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a:t>
            </a:r>
          </a:p>
          <a:p xmlns:a="http://schemas.openxmlformats.org/drawingml/2006/main">
            <a:r>
              <a:t>    "text": "object; required; additionalProperties: false",</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"object; optional; additionalProperties: false",</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"$/spawns/*/x",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"$/digest",</a:t>
            </a:r>
          </a:p>
          <a:p xmlns:a="http://schemas.openxmlformats.org/drawingml/2006/main">
            <a:r>
              <a:t>    "text": "string; required",</a:t>
            </a:r>
          </a:p>
          <a:p xmlns:a="http://schemas.openxmlformats.org/drawingml/2006/main">
            <a:r>
              <a:t>    "color": "#F6B94D"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graph:/contractAuthorities/contracts/dungeon-board-state-contract.v1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"$/contractId",</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"$/status",</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"$/seed",</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"$/width",</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"$/height",</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"string; optional",</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"$/roomCount",</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a:t>
            </a:r>
          </a:p>
          <a:p xmlns:a="http://schemas.openxmlformats.org/drawingml/2006/main">
            <a:r>
              <a:t>    "text": "object; required; additionalProperties: false",</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"object; optional; additionalProperties: false",</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"$/spawns/*/x",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"$/digest",</a:t>
            </a:r>
          </a:p>
          <a:p xmlns:a="http://schemas.openxmlformats.org/drawingml/2006/main">
            <a:r>
              <a:t>    "text": "string; required",</a:t>
            </a:r>
          </a:p>
          <a:p xmlns:a="http://schemas.openxmlformats.org/drawingml/2006/main">
            <a:r>
              <a:t>    "color": "#F6B94D"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graph:/contractAuthorities/contracts/dungeon-board-state-contract.v1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"$/contractId",</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"$/status",</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"$/seed",</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"$/width",</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"$/height",</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"string; optional",</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"$/roomCount",</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a:t>
            </a:r>
          </a:p>
          <a:p xmlns:a="http://schemas.openxmlformats.org/drawingml/2006/main">
            <a:r>
              <a:t>    "text": "object; required; additionalProperties: false",</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"object; optional; additionalProperties: false",</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"$/spawns/*/x",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"$/digest",</a:t>
            </a:r>
          </a:p>
          <a:p xmlns:a="http://schemas.openxmlformats.org/drawingml/2006/main">
            <a:r>
              <a:t>    "text": "string; required",</a:t>
            </a:r>
          </a:p>
          <a:p xmlns:a="http://schemas.openxmlformats.org/drawingml/2006/main">
            <a:r>
              <a:t>    "color": "#F6B94D"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graph:/contractAuthorities/contracts/dungeon-board-state-contract.v1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"$/contractId",</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"$/status",</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"$/seed",</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"$/width",</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"$/height",</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"string; optional",</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"$/roomCount",</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a:t>
            </a:r>
          </a:p>
          <a:p xmlns:a="http://schemas.openxmlformats.org/drawingml/2006/main">
            <a:r>
              <a:t>    "text": "object; required; additionalProperties: false",</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"object; optional; additionalProperties: false",</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"$/spawns/*/x",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"$/digest",</a:t>
            </a:r>
          </a:p>
          <a:p xmlns:a="http://schemas.openxmlformats.org/drawingml/2006/main">
            <a:r>
              <a:t>    "text": "string; required",</a:t>
            </a:r>
          </a:p>
          <a:p xmlns:a="http://schemas.openxmlformats.org/drawingml/2006/main">
            <a:r>
              <a:t>    "color": "#F6B94D"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graph:/contractAuthorities/contracts/dungeon-board-state-contract.v1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"$/contractId",</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"$/status",</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"$/seed",</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"$/width",</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"$/height",</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"string; optional",</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"$/roomCount",</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a:t>
            </a:r>
          </a:p>
          <a:p xmlns:a="http://schemas.openxmlformats.org/drawingml/2006/main">
            <a:r>
              <a:t>    "text": "object; required; additionalProperties: false",</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"object; optional; additionalProperties: false",</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"$/spawns/*/x",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"$/digest",</a:t>
            </a:r>
          </a:p>
          <a:p xmlns:a="http://schemas.openxmlformats.org/drawingml/2006/main">
            <a:r>
              <a:t>    "text": "string; required",</a:t>
            </a:r>
          </a:p>
          <a:p xmlns:a="http://schemas.openxmlformats.org/drawingml/2006/main">
            <a:r>
              <a:t>    "color": "#F6B94D"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graph:/contractAuthorities/contracts/dungeon-board-state-contract.v1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"$/contractId",</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"$/status",</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"$/seed",</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"$/width",</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"$/height",</a:t>
            </a:r>
          </a:p>
          <a:p xmlns:a="http://schemas.openxmlformats.org/drawingml/2006/main">
            <a:r>
              <a:t>    "text": "type unconstrained;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"$/rows/*",</a:t>
            </a:r>
          </a:p>
          <a:p xmlns:a="http://schemas.openxmlformats.org/drawingml/2006/main">
            <a:r>
              <a:t>    "text": "string; optional",</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"$/roomCount",</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a:t>
            </a:r>
          </a:p>
          <a:p xmlns:a="http://schemas.openxmlformats.org/drawingml/2006/main">
            <a:r>
              <a:t>    "text": "object; required; additionalProperties: false",</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"$/player/y",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"array;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a:t>
            </a:r>
          </a:p>
          <a:p xmlns:a="http://schemas.openxmlformats.org/drawingml/2006/main">
            <a:r>
              <a:t>    "text": "object; optional; additionalProperties: false",</a:t>
            </a:r>
          </a:p>
          <a:p xmlns:a="http://schemas.openxmlformats.org/drawingml/2006/main">
            <a:r>
              <a:t>    "color": "#A98AF2"</a:t>
            </a:r>
          </a:p>
          <a:p xmlns:a="http://schemas.openxmlformats.org/drawingml/2006/main">
            <a:r>
              <a:t>  },</a:t>
            </a:r>
          </a:p>
          <a:p xmlns:a="http://schemas.openxmlformats.org/drawingml/2006/main">
            <a:r>
              <a:t>  {</a:t>
            </a:r>
          </a:p>
          <a:p xmlns:a="http://schemas.openxmlformats.org/drawingml/2006/main">
            <a:r>
              <a:t>    "label": "$/spawns/*/x",</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"$/spawns/*/y",</a:t>
            </a:r>
          </a:p>
          <a:p xmlns:a="http://schemas.openxmlformats.org/drawingml/2006/main">
            <a:r>
              <a:t>    "text": "integer; required",</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"$/digest",</a:t>
            </a:r>
          </a:p>
          <a:p xmlns:a="http://schemas.openxmlformats.org/drawingml/2006/main">
            <a:r>
              <a:t>    "text": "string; required",</a:t>
            </a:r>
          </a:p>
          <a:p xmlns:a="http://schemas.openxmlformats.org/drawingml/2006/main">
            <a:r>
              <a:t>    "color": "#F6B94D"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graph:/contractAuthorities/contracts/dungeon-board-state-contract.v1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"$/seed",</a:t>
            </a:r>
          </a:p>
          <a:p xmlns:a="http://schemas.openxmlformats.org/drawingml/2006/main">
            <a:r>
              <a:t>    "text": "integer; required; minimum: 1; maximum: 2147483647",</a:t>
            </a:r>
          </a:p>
          <a:p xmlns:a="http://schemas.openxmlformats.org/drawingml/2006/main">
            <a:r>
              <a:t>    "color": "#F6B94D"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graph:/contractAuthorities/contracts/dungeon-generation-seed-contract.v1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Estate 34; capability version 4852214; selected definition 242285.</a:t>
            </a:r>
          </a:p>
          <a:p xmlns:a="http://schemas.openxmlformats.org/drawingml/2006/main">
            <a:r>
              <a:t>{</a:t>
            </a:r>
          </a:p>
          <a:p xmlns:a="http://schemas.openxmlformats.org/drawingml/2006/main">
            <a:r>
              <a:t>  "adapter": "sql-server-snapshot.v1",</a:t>
            </a:r>
          </a:p>
          <a:p xmlns:a="http://schemas.openxmlformats.org/drawingml/2006/main">
            <a:r>
              <a:t>  "isolation": "SNAPSHOT",</a:t>
            </a:r>
          </a:p>
          <a:p xmlns:a="http://schemas.openxmlformats.org/drawingml/2006/main">
            <a:r>
              <a:t>  "queryDigest": "ba0f3ec3f7f7d9bff54094b1def32289a6ce38b329bd8a92e975da8aba3731f7",</a:t>
            </a:r>
          </a:p>
          <a:p xmlns:a="http://schemas.openxmlformats.org/drawingml/2006/main">
            <a:r>
              <a:t>  "graphFunctionDigest": "c12b3855f06d765b401438aa82caedf4d248bd88713a44d1aff3c9092c14700a",</a:t>
            </a:r>
          </a:p>
          <a:p xmlns:a="http://schemas.openxmlformats.org/drawingml/2006/main">
            <a:r>
              <a:t>  "graphDigest": "5df68eed07f245475f4e24d70469fb63e1e1c26e98b2b644d6a0a7eedde1759b",</a:t>
            </a:r>
          </a:p>
          <a:p xmlns:a="http://schemas.openxmlformats.org/drawingml/2006/main">
            <a:r>
              <a:t>  "selection": "current estate capability version and its declared scenario closure"</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model:scenario_version/91976</a:t>
            </a:r>
          </a:p>
          <a:p xmlns:a="http://schemas.openxmlformats.org/drawingml/2006/main">
            <a:r>
              <a:t>model:semantic_object_definition/242285/semantics/authority</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"Authority root",</a:t>
            </a:r>
          </a:p>
          <a:p xmlns:a="http://schemas.openxmlformats.org/drawingml/2006/main">
            <a:r>
              <a:t>    "text": "procedural-dungeon-governed-execution"</a:t>
            </a:r>
          </a:p>
          <a:p xmlns:a="http://schemas.openxmlformats.org/drawingml/2006/main">
            <a:r>
              <a:t>  },</a:t>
            </a:r>
          </a:p>
          <a:p xmlns:a="http://schemas.openxmlformats.org/drawingml/2006/main">
            <a:r>
              <a:t>  {</a:t>
            </a:r>
          </a:p>
          <a:p xmlns:a="http://schemas.openxmlformats.org/drawingml/2006/main">
            <a:r>
              <a:t>    "label": "Graph root",</a:t>
            </a:r>
          </a:p>
          <a:p xmlns:a="http://schemas.openxmlformats.org/drawingml/2006/main">
            <a:r>
              <a:t>    "text": "procedural-dungeon-governed-execution",</a:t>
            </a:r>
          </a:p>
          <a:p xmlns:a="http://schemas.openxmlformats.org/drawingml/2006/main">
            <a:r>
              <a:t>    "color": "#45A7FF"</a:t>
            </a:r>
          </a:p>
          <a:p xmlns:a="http://schemas.openxmlformats.org/drawingml/2006/main">
            <a:r>
              <a:t>  },</a:t>
            </a:r>
          </a:p>
          <a:p xmlns:a="http://schemas.openxmlformats.org/drawingml/2006/main">
            <a:r>
              <a:t>  {</a:t>
            </a:r>
          </a:p>
          <a:p xmlns:a="http://schemas.openxmlformats.org/drawingml/2006/main">
            <a:r>
              <a:t>    "label": "Feature selection",</a:t>
            </a:r>
          </a:p>
          <a:p xmlns:a="http://schemas.openxmlformats.org/drawingml/2006/main">
            <a:r>
              <a:t>    "text": "procedural-dungeon-governed-execution@183051: estate_capability_feature",</a:t>
            </a:r>
          </a:p>
          <a:p xmlns:a="http://schemas.openxmlformats.org/drawingml/2006/main">
            <a:r>
              <a:t>    "color": "#A98AF2"</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model:semantic_object_definition/242285/semantics/authority</a:t>
            </a:r>
          </a:p>
          <a:p xmlns:a="http://schemas.openxmlformats.org/drawingml/2006/main">
            <a:r>
              <a:t>model:feature_version/183051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transformations; 5 expression nodes.</a:t>
            </a:r>
          </a:p>
          <a:p xmlns:a="http://schemas.openxmlformats.org/drawingml/2006/main">
            <a:r>
              <a:t>Expression preview: {</a:t>
            </a:r>
          </a:p>
          <a:p xmlns:a="http://schemas.openxmlformats.org/drawingml/2006/main">
            <a:r>
              <a:t>  "id": "procedural-dungeon-governed-execution-transform.v1",</a:t>
            </a:r>
          </a:p>
          <a:p xmlns:a="http://schemas.openxmlformats.org/drawingml/2006/main">
            <a:r>
              <a:t>  "nodeCount": 5,</a:t>
            </a:r>
          </a:p>
          <a:p xmlns:a="http://schemas.openxmlformats.org/drawingml/2006/main">
            <a:r>
              <a:t>  "branchCount": 0,</a:t>
            </a:r>
          </a:p>
          <a:p xmlns:a="http://schemas.openxmlformats.org/drawingml/2006/main">
            <a:r>
              <a:t>  "operatorCounts": {</a:t>
            </a:r>
          </a:p>
          <a:p xmlns:a="http://schemas.openxmlformats.org/drawingml/2006/main">
            <a:r>
              <a:t>    "object": 2,</a:t>
            </a:r>
          </a:p>
          <a:p xmlns:a="http://schemas.openxmlformats.org/drawingml/2006/main">
            <a:r>
              <a:t>    "literal": 1,</a:t>
            </a:r>
          </a:p>
          <a:p xmlns:a="http://schemas.openxmlformats.org/drawingml/2006/main">
            <a:r>
              <a:t>    "format": 1,</a:t>
            </a:r>
          </a:p>
          <a:p xmlns:a="http://schemas.openxmlformats.org/drawingml/2006/main">
            <a:r>
              <a:t>    "path": 1</a:t>
            </a:r>
          </a:p>
          <a:p xmlns:a="http://schemas.openxmlformats.org/drawingml/2006/main">
            <a:r>
              <a:t>  },</a:t>
            </a:r>
          </a:p>
          <a:p xmlns:a="http://schemas.openxmlformats.org/drawingml/2006/main">
            <a:r>
              <a:t>  "preview": [</a:t>
            </a:r>
          </a:p>
          <a:p xmlns:a="http://schemas.openxmlformats.org/drawingml/2006/main">
            <a:r>
              <a:t>    {</a:t>
            </a:r>
          </a:p>
          <a:p xmlns:a="http://schemas.openxmlformats.org/drawingml/2006/main">
            <a:r>
              <a:t>      "path": "/expression",</a:t>
            </a:r>
          </a:p>
          <a:p xmlns:a="http://schemas.openxmlformats.org/drawingml/2006/main">
            <a:r>
              <a:t>      "parent": null,</a:t>
            </a:r>
          </a:p>
          <a:p xmlns:a="http://schemas.openxmlformats.org/drawingml/2006/main">
            <a:r>
              <a:t>      "op": "object",</a:t>
            </a:r>
          </a:p>
          <a:p xmlns:a="http://schemas.openxmlformats.org/drawingml/2006/main">
            <a:r>
              <a:t>      "outputFields": [</a:t>
            </a:r>
          </a:p>
          <a:p xmlns:a="http://schemas.openxmlformats.org/drawingml/2006/main">
            <a:r>
              <a:t>        "contractId",</a:t>
            </a:r>
          </a:p>
          <a:p xmlns:a="http://schemas.openxmlformats.org/drawingml/2006/main">
            <a:r>
              <a:t>        "payload"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"/expression/fields/contractId",</a:t>
            </a:r>
          </a:p>
          <a:p xmlns:a="http://schemas.openxmlformats.org/drawingml/2006/main">
            <a:r>
              <a:t>      "parent": "/expression",</a:t>
            </a:r>
          </a:p>
          <a:p xmlns:a="http://schemas.openxmlformats.org/drawingml/2006/main">
            <a:r>
              <a:t>      "op": "literal",</a:t>
            </a:r>
          </a:p>
          <a:p xmlns:a="http://schemas.openxmlformats.org/drawingml/2006/main">
            <a:r>
              <a:t>      "literalType": "string"</a:t>
            </a:r>
          </a:p>
          <a:p xmlns:a="http://schemas.openxmlformats.org/drawingml/2006/main">
            <a:r>
              <a:t>    },</a:t>
            </a:r>
          </a:p>
          <a:p xmlns:a="http://schemas.openxmlformats.org/drawingml/2006/main">
            <a:r>
              <a:t>    {</a:t>
            </a:r>
          </a:p>
          <a:p xmlns:a="http://schemas.openxmlformats.org/drawingml/2006/main">
            <a:r>
              <a:t>      "path": "/expression/fields/payload",</a:t>
            </a:r>
          </a:p>
          <a:p xmlns:a="http://schemas.openxmlformats.org/drawingml/2006/main">
            <a:r>
              <a:t>      "parent": "/expression",</a:t>
            </a:r>
          </a:p>
          <a:p xmlns:a="http://schemas.openxmlformats.org/drawingml/2006/main">
            <a:r>
              <a:t>      "op": "object",</a:t>
            </a:r>
          </a:p>
          <a:p xmlns:a="http://schemas.openxmlformats.org/drawingml/2006/main">
            <a:r>
              <a:t>      "outputFields": [</a:t>
            </a:r>
          </a:p>
          <a:p xmlns:a="http://schemas.openxmlformats.org/drawingml/2006/main">
            <a:r>
              <a:t>        "message"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"/expression/fields/payload/fields/message",</a:t>
            </a:r>
          </a:p>
          <a:p xmlns:a="http://schemas.openxmlformats.org/drawingml/2006/main">
            <a:r>
              <a:t>      "parent": "/expression/fields/payload",</a:t>
            </a:r>
          </a:p>
          <a:p xmlns:a="http://schemas.openxmlformats.org/drawingml/2006/main">
            <a:r>
              <a:t>      "op": "format"</a:t>
            </a:r>
          </a:p>
          <a:p xmlns:a="http://schemas.openxmlformats.org/drawingml/2006/main">
            <a:r>
              <a:t>    }</a:t>
            </a:r>
          </a:p>
          <a:p xmlns:a="http://schemas.openxmlformats.org/drawingml/2006/main">
            <a:r>
              <a:t>  ],</a:t>
            </a:r>
          </a:p>
          <a:p xmlns:a="http://schemas.openxmlformats.org/drawingml/2006/main">
            <a:r>
              <a:t>  "inputPaths": [</a:t>
            </a:r>
          </a:p>
          <a:p xmlns:a="http://schemas.openxmlformats.org/drawingml/2006/main">
            <a:r>
              <a:t>    {</a:t>
            </a:r>
          </a:p>
          <a:p xmlns:a="http://schemas.openxmlformats.org/drawingml/2006/main">
            <a:r>
              <a:t>      "expressionPath": "/expression/fields/payload/fields/message/values/name",</a:t>
            </a:r>
          </a:p>
          <a:p xmlns:a="http://schemas.openxmlformats.org/drawingml/2006/main">
            <a:r>
              <a:t>      "inputPath": "payload.name"</a:t>
            </a:r>
          </a:p>
          <a:p xmlns:a="http://schemas.openxmlformats.org/drawingml/2006/main">
            <a:r>
              <a:t>    }</a:t>
            </a:r>
          </a:p>
          <a:p xmlns:a="http://schemas.openxmlformats.org/drawingml/2006/main">
            <a:r>
              <a:t>  ],</a:t>
            </a:r>
          </a:p>
          <a:p xmlns:a="http://schemas.openxmlformats.org/drawingml/2006/main">
            <a:r>
              <a:t>  "cells": [</a:t>
            </a:r>
          </a:p>
          <a:p xmlns:a="http://schemas.openxmlformats.org/drawingml/2006/main">
            <a:r>
              <a:t>    {</a:t>
            </a:r>
          </a:p>
          <a:p xmlns:a="http://schemas.openxmlformats.org/drawingml/2006/main">
            <a:r>
              <a:t>      "path": "/expression",</a:t>
            </a:r>
          </a:p>
          <a:p xmlns:a="http://schemas.openxmlformats.org/drawingml/2006/main">
            <a:r>
              <a:t>      "parent": null,</a:t>
            </a:r>
          </a:p>
          <a:p xmlns:a="http://schemas.openxmlformats.org/drawingml/2006/main">
            <a:r>
              <a:t>      "op": "object",</a:t>
            </a:r>
          </a:p>
          <a:p xmlns:a="http://schemas.openxmlformats.org/drawingml/2006/main">
            <a:r>
              <a:t>      "operand": "root",</a:t>
            </a:r>
          </a:p>
          <a:p xmlns:a="http://schemas.openxmlformats.org/drawingml/2006/main">
            <a:r>
              <a:t>      "outputFields": [</a:t>
            </a:r>
          </a:p>
          <a:p xmlns:a="http://schemas.openxmlformats.org/drawingml/2006/main">
            <a:r>
              <a:t>        "contractId",</a:t>
            </a:r>
          </a:p>
          <a:p xmlns:a="http://schemas.openxmlformats.org/drawingml/2006/main">
            <a:r>
              <a:t>        "payload"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"/expression/fields/contractId",</a:t>
            </a:r>
          </a:p>
          <a:p xmlns:a="http://schemas.openxmlformats.org/drawingml/2006/main">
            <a:r>
              <a:t>      "parent": "/expression",</a:t>
            </a:r>
          </a:p>
          <a:p xmlns:a="http://schemas.openxmlformats.org/drawingml/2006/main">
            <a:r>
              <a:t>      "op": "literal",</a:t>
            </a:r>
          </a:p>
          <a:p xmlns:a="http://schemas.openxmlformats.org/drawingml/2006/main">
            <a:r>
              <a:t>      "operand": "fields/contractId",</a:t>
            </a:r>
          </a:p>
          <a:p xmlns:a="http://schemas.openxmlformats.org/drawingml/2006/main">
            <a:r>
              <a:t>      "literalType": "string"</a:t>
            </a:r>
          </a:p>
          <a:p xmlns:a="http://schemas.openxmlformats.org/drawingml/2006/main">
            <a:r>
              <a:t>    },</a:t>
            </a:r>
          </a:p>
          <a:p xmlns:a="http://schemas.openxmlformats.org/drawingml/2006/main">
            <a:r>
              <a:t>    {</a:t>
            </a:r>
          </a:p>
          <a:p xmlns:a="http://schemas.openxmlformats.org/drawingml/2006/main">
            <a:r>
              <a:t>      "path": "/expression/fields/payload",</a:t>
            </a:r>
          </a:p>
          <a:p xmlns:a="http://schemas.openxmlformats.org/drawingml/2006/main">
            <a:r>
              <a:t>      "parent": "/expression",</a:t>
            </a:r>
          </a:p>
          <a:p xmlns:a="http://schemas.openxmlformats.org/drawingml/2006/main">
            <a:r>
              <a:t>      "op": "object",</a:t>
            </a:r>
          </a:p>
          <a:p xmlns:a="http://schemas.openxmlformats.org/drawingml/2006/main">
            <a:r>
              <a:t>      "operand": "fields/payload",</a:t>
            </a:r>
          </a:p>
          <a:p xmlns:a="http://schemas.openxmlformats.org/drawingml/2006/main">
            <a:r>
              <a:t>      "outputFields": [</a:t>
            </a:r>
          </a:p>
          <a:p xmlns:a="http://schemas.openxmlformats.org/drawingml/2006/main">
            <a:r>
              <a:t>        "message"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"/expression/fields/payload/fields/message",</a:t>
            </a:r>
          </a:p>
          <a:p xmlns:a="http://schemas.openxmlformats.org/drawingml/2006/main">
            <a:r>
              <a:t>      "parent": "/expression/fields/payload",</a:t>
            </a:r>
          </a:p>
          <a:p xmlns:a="http://schemas.openxmlformats.org/drawingml/2006/main">
            <a:r>
              <a:t>      "op": "format",</a:t>
            </a:r>
          </a:p>
          <a:p xmlns:a="http://schemas.openxmlformats.org/drawingml/2006/main">
            <a:r>
              <a:t>      "operand": "fields/message"</a:t>
            </a:r>
          </a:p>
          <a:p xmlns:a="http://schemas.openxmlformats.org/drawingml/2006/main">
            <a:r>
              <a:t>    },</a:t>
            </a:r>
          </a:p>
          <a:p xmlns:a="http://schemas.openxmlformats.org/drawingml/2006/main">
            <a:r>
              <a:t>    {</a:t>
            </a:r>
          </a:p>
          <a:p xmlns:a="http://schemas.openxmlformats.org/drawingml/2006/main">
            <a:r>
              <a:t>      "path": "/expression/fields/payload/fields/message/values/name",</a:t>
            </a:r>
          </a:p>
          <a:p xmlns:a="http://schemas.openxmlformats.org/drawingml/2006/main">
            <a:r>
              <a:t>      "parent": "/expression/fields/payload/fields/message",</a:t>
            </a:r>
          </a:p>
          <a:p xmlns:a="http://schemas.openxmlformats.org/drawingml/2006/main">
            <a:r>
              <a:t>      "op": "path",</a:t>
            </a:r>
          </a:p>
          <a:p xmlns:a="http://schemas.openxmlformats.org/drawingml/2006/main">
            <a:r>
              <a:t>      "operand": "values/name",</a:t>
            </a:r>
          </a:p>
          <a:p xmlns:a="http://schemas.openxmlformats.org/drawingml/2006/main">
            <a:r>
              <a:t>      "inputPath": "payload.name"</a:t>
            </a:r>
          </a:p>
          <a:p xmlns:a="http://schemas.openxmlformats.org/drawingml/2006/main">
            <a:r>
              <a:t>    }</a:t>
            </a:r>
          </a:p>
          <a:p xmlns:a="http://schemas.openxmlformats.org/drawingml/2006/main">
            <a:r>
              <a:t>  ],</a:t>
            </a:r>
          </a:p>
          <a:p xmlns:a="http://schemas.openxmlformats.org/drawingml/2006/main">
            <a:r>
              <a:t>  "providerReferences": [],</a:t>
            </a:r>
          </a:p>
          <a:p xmlns:a="http://schemas.openxmlformats.org/drawingml/2006/main">
            <a:r>
              <a:t>  "previewComplete": false,</a:t>
            </a:r>
          </a:p>
          <a:p xmlns:a="http://schemas.openxmlformats.org/drawingml/2006/main">
            <a:r>
              <a:t>  "expressionDigest": "cf53e94c82f84fbd745cb52562f655e238aefafbe57a4c91937d85eb12f8a0d2",</a:t>
            </a:r>
          </a:p>
          <a:p xmlns:a="http://schemas.openxmlformats.org/drawingml/2006/main">
            <a:r>
              <a:t>  "resultShape": {</a:t>
            </a:r>
          </a:p>
          <a:p xmlns:a="http://schemas.openxmlformats.org/drawingml/2006/main">
            <a:r>
              <a:t>    "kind": "object",</a:t>
            </a:r>
          </a:p>
          <a:p xmlns:a="http://schemas.openxmlformats.org/drawingml/2006/main">
            <a:r>
              <a:t>    "expressionPath": "/expression",</a:t>
            </a:r>
          </a:p>
          <a:p xmlns:a="http://schemas.openxmlformats.org/drawingml/2006/main">
            <a:r>
              <a:t>    "fields": {</a:t>
            </a:r>
          </a:p>
          <a:p xmlns:a="http://schemas.openxmlformats.org/drawingml/2006/main">
            <a:r>
              <a:t>      "contractId": {</a:t>
            </a:r>
          </a:p>
          <a:p xmlns:a="http://schemas.openxmlformats.org/drawingml/2006/main">
            <a:r>
              <a:t>        "kind": "unknown",</a:t>
            </a:r>
          </a:p>
          <a:p xmlns:a="http://schemas.openxmlformats.org/drawingml/2006/main">
            <a:r>
              <a:t>        "expressionPath": "/expression/fields/contractId"</a:t>
            </a:r>
          </a:p>
          <a:p xmlns:a="http://schemas.openxmlformats.org/drawingml/2006/main">
            <a:r>
              <a:t>      },</a:t>
            </a:r>
          </a:p>
          <a:p xmlns:a="http://schemas.openxmlformats.org/drawingml/2006/main">
            <a:r>
              <a:t>      "payload": {</a:t>
            </a:r>
          </a:p>
          <a:p xmlns:a="http://schemas.openxmlformats.org/drawingml/2006/main">
            <a:r>
              <a:t>        "kind": "object",</a:t>
            </a:r>
          </a:p>
          <a:p xmlns:a="http://schemas.openxmlformats.org/drawingml/2006/main">
            <a:r>
              <a:t>        "expressionPath": "/expression/fields/payload",</a:t>
            </a:r>
          </a:p>
          <a:p xmlns:a="http://schemas.openxmlformats.org/drawingml/2006/main">
            <a:r>
              <a:t>        "fields": {</a:t>
            </a:r>
          </a:p>
          <a:p xmlns:a="http://schemas.openxmlformats.org/drawingml/2006/main">
            <a:r>
              <a:t>          "message": {</a:t>
            </a:r>
          </a:p>
          <a:p xmlns:a="http://schemas.openxmlformats.org/drawingml/2006/main">
            <a:r>
              <a:t>            "kind": "unknown",</a:t>
            </a:r>
          </a:p>
          <a:p xmlns:a="http://schemas.openxmlformats.org/drawingml/2006/main">
            <a:r>
              <a:t>            "expressionPath": "/expression/fields/payload/fields/message"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"sourceRef": "graph:/semanticTransformations/0"</a:t>
            </a:r>
          </a:p>
          <a:p xmlns:a="http://schemas.openxmlformats.org/drawingml/2006/main">
            <a:r>
              <a:t>}</a:t>
            </a:r>
          </a:p>
          <a:p xmlns:a="http://schemas.openxmlformats.org/drawingml/2006/main">
            <a:r>
              <a:t/>
            </a:r>
          </a:p>
          <a:p xmlns:a="http://schemas.openxmlformats.org/drawingml/2006/main">
            <a:r>
              <a:t>Interpretation / scope: This expression contains 5 mechanic nodes and 0 conditional operator nodes. The snapshot retains this expression, but no invoked port binding references it. This is declaration evidence, not an observed execution trace. Larger subexpressions are collapsed; operator counts and the digest remain in the snapshot.</a:t>
            </a:r>
          </a:p>
          <a:p xmlns:a="http://schemas.openxmlformats.org/drawingml/2006/main">
            <a:r>
              <a:t/>
            </a:r>
          </a:p>
          <a:p xmlns:a="http://schemas.openxmlformats.org/drawingml/2006/main">
            <a:r>
              <a:t>Evidence references:</a:t>
            </a:r>
          </a:p>
          <a:p xmlns:a="http://schemas.openxmlformats.org/drawingml/2006/main">
            <a:r>
              <a:t>model:scenario_version/91977</a:t>
            </a:r>
          </a:p>
          <a:p xmlns:a="http://schemas.openxmlformats.org/drawingml/2006/main">
            <a:r>
              <a:t>graph:/semanticTransformations/0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execution authorities; 1 declared operations.</a:t>
            </a:r>
          </a:p>
          <a:p xmlns:a="http://schemas.openxmlformats.org/drawingml/2006/main">
            <a:r>
              <a:t>{</a:t>
            </a:r>
          </a:p>
          <a:p xmlns:a="http://schemas.openxmlformats.org/drawingml/2006/main">
            <a:r>
              <a:t>  "id": "procedural-dungeon-governed-execution.v1",</a:t>
            </a:r>
          </a:p>
          <a:p xmlns:a="http://schemas.openxmlformats.org/drawingml/2006/main">
            <a:r>
              <a:t>  "scenarioId": "procedural-dungeon-governed-execution",</a:t>
            </a:r>
          </a:p>
          <a:p xmlns:a="http://schemas.openxmlformats.org/drawingml/2006/main">
            <a:r>
              <a:t>  "sourceRef": "graph:/executionAuthorities/0",</a:t>
            </a:r>
          </a:p>
          <a:p xmlns:a="http://schemas.openxmlformats.org/drawingml/2006/main">
            <a:r>
              <a:t>  "digest": "2ed3c0253604ac6fedc6a0047ee1e1b40d47dde61e5255171047d6801b575b31",</a:t>
            </a:r>
          </a:p>
          <a:p xmlns:a="http://schemas.openxmlformats.org/drawingml/2006/main">
            <a:r>
              <a:t>  "operations": [</a:t>
            </a:r>
          </a:p>
          <a:p xmlns:a="http://schemas.openxmlformats.org/drawingml/2006/main">
            <a:r>
              <a:t>    {</a:t>
            </a:r>
          </a:p>
          <a:p xmlns:a="http://schemas.openxmlformats.org/drawingml/2006/main">
            <a:r>
              <a:t>      "id": "op-partition-and-rasterize-dungeon",</a:t>
            </a:r>
          </a:p>
          <a:p xmlns:a="http://schemas.openxmlformats.org/drawingml/2006/main">
            <a:r>
              <a:t>      "ordinal": 1,</a:t>
            </a:r>
          </a:p>
          <a:p xmlns:a="http://schemas.openxmlformats.org/drawingml/2006/main">
            <a:r>
              <a:t>      "kind": "invoke-port",</a:t>
            </a:r>
          </a:p>
          <a:p xmlns:a="http://schemas.openxmlformats.org/drawingml/2006/main">
            <a:r>
              <a:t>      "portId": "topology-and-rasterize-transform-port",</a:t>
            </a:r>
          </a:p>
          <a:p xmlns:a="http://schemas.openxmlformats.org/drawingml/2006/main">
            <a:r>
              <a:t>      "variants": [],</a:t>
            </a:r>
          </a:p>
          <a:p xmlns:a="http://schemas.openxmlformats.org/drawingml/2006/main">
            <a:r>
              <a:t>      "digest": "c87486669660a506d91ecf8245d4cdf04f8e77156d342527bd534e9ded72e906",</a:t>
            </a:r>
          </a:p>
          <a:p xmlns:a="http://schemas.openxmlformats.org/drawingml/2006/main">
            <a:r>
              <a:t>      "sourceRef": "graph:/executionAuthorities/0/operations/0"</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model:scenario_version/91978</a:t>
            </a:r>
          </a:p>
          <a:p xmlns:a="http://schemas.openxmlformats.org/drawingml/2006/main">
            <a:r>
              <a:t>graph:/executionAuthorities/0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port bindings in the selected interface authority.</a:t>
            </a:r>
          </a:p>
          <a:p xmlns:a="http://schemas.openxmlformats.org/drawingml/2006/main">
            <a:r>
              <a:t>[</a:t>
            </a:r>
          </a:p>
          <a:p xmlns:a="http://schemas.openxmlformats.org/drawingml/2006/main">
            <a:r>
              <a:t>  {</a:t>
            </a:r>
          </a:p>
          <a:p xmlns:a="http://schemas.openxmlformats.org/drawingml/2006/main">
            <a:r>
              <a:t>    "portId": "procedural-dungeon-governed-execution-port",</a:t>
            </a:r>
          </a:p>
          <a:p xmlns:a="http://schemas.openxmlformats.org/drawingml/2006/main">
            <a:r>
              <a:t>    "platformCapabilityId": "sda-authority-transformation-port.v1",</a:t>
            </a:r>
          </a:p>
          <a:p xmlns:a="http://schemas.openxmlformats.org/drawingml/2006/main">
            <a:r>
              <a:t>    "declaredRead": false,</a:t>
            </a:r>
          </a:p>
          <a:p xmlns:a="http://schemas.openxmlformats.org/drawingml/2006/main">
            <a:r>
              <a:t>    "transformationId": "procedural-dungeon-governed-execution-transform.v1",</a:t>
            </a:r>
          </a:p>
          <a:p xmlns:a="http://schemas.openxmlformats.org/drawingml/2006/main">
            <a:r>
              <a:t>    "configurationDigest": "98f6707e66506421b302fb78bc9fb4af1c345f47c998eb637af3f6eeb3d6ee2a",</a:t>
            </a:r>
          </a:p>
          <a:p xmlns:a="http://schemas.openxmlformats.org/drawingml/2006/main">
            <a:r>
              <a:t>    "invocationCondition": null,</a:t>
            </a:r>
          </a:p>
          <a:p xmlns:a="http://schemas.openxmlformats.org/drawingml/2006/main">
            <a:r>
              <a:t>    "nestedInvocation": null,</a:t>
            </a:r>
          </a:p>
          <a:p xmlns:a="http://schemas.openxmlformats.org/drawingml/2006/main">
            <a:r>
              <a:t>    "providerIds": [],</a:t>
            </a:r>
          </a:p>
          <a:p xmlns:a="http://schemas.openxmlformats.org/drawingml/2006/main">
            <a:r>
              <a:t>    "endpoints": [],</a:t>
            </a:r>
          </a:p>
          <a:p xmlns:a="http://schemas.openxmlformats.org/drawingml/2006/main">
            <a:r>
              <a:t>    "credentialReferences": [],</a:t>
            </a:r>
          </a:p>
          <a:p xmlns:a="http://schemas.openxmlformats.org/drawingml/2006/main">
            <a:r>
              <a:t>    "realizations": [],</a:t>
            </a:r>
          </a:p>
          <a:p xmlns:a="http://schemas.openxmlformats.org/drawingml/2006/main">
            <a:r>
              <a:t>    "selectors": {</a:t>
            </a:r>
          </a:p>
          <a:p xmlns:a="http://schemas.openxmlformats.org/drawingml/2006/main">
            <a:r>
              <a:t>      "transformationId": "procedural-dungeon-governed-execution-transform.v1"</a:t>
            </a:r>
          </a:p>
          <a:p xmlns:a="http://schemas.openxmlformats.org/drawingml/2006/main">
            <a:r>
              <a:t>    },</a:t>
            </a:r>
          </a:p>
          <a:p xmlns:a="http://schemas.openxmlformats.org/drawingml/2006/main">
            <a:r>
              <a:t>    "inputAdmission": null,</a:t>
            </a:r>
          </a:p>
          <a:p xmlns:a="http://schemas.openxmlformats.org/drawingml/2006/main">
            <a:r>
              <a:t>    "sourceRef": "graph:/interfaceAuthority/portBindings/0"</a:t>
            </a:r>
          </a:p>
          <a:p xmlns:a="http://schemas.openxmlformats.org/drawingml/2006/main">
            <a:r>
              <a:t>  },</a:t>
            </a:r>
          </a:p>
          <a:p xmlns:a="http://schemas.openxmlformats.org/drawingml/2006/main">
            <a:r>
              <a:t>  {</a:t>
            </a:r>
          </a:p>
          <a:p xmlns:a="http://schemas.openxmlformats.org/drawingml/2006/main">
            <a:r>
              <a:t>    "portId": "topology-and-rasterize-transform-port",</a:t>
            </a:r>
          </a:p>
          <a:p xmlns:a="http://schemas.openxmlformats.org/drawingml/2006/main">
            <a:r>
              <a:t>    "platformCapabilityId": "sda-embodiment-plan-port.v1",</a:t>
            </a:r>
          </a:p>
          <a:p xmlns:a="http://schemas.openxmlformats.org/drawingml/2006/main">
            <a:r>
              <a:t>    "declaredRead": true,</a:t>
            </a:r>
          </a:p>
          <a:p xmlns:a="http://schemas.openxmlformats.org/drawingml/2006/main">
            <a:r>
              <a:t>    "transformationId": "",</a:t>
            </a:r>
          </a:p>
          <a:p xmlns:a="http://schemas.openxmlformats.org/drawingml/2006/main">
            <a:r>
              <a:t>    "configurationDigest": "cd9d0c29aa0fb87136005a734eb1896468ae91ee884b92727d97ceebaa9d119a",</a:t>
            </a:r>
          </a:p>
          <a:p xmlns:a="http://schemas.openxmlformats.org/drawingml/2006/main">
            <a:r>
              <a:t>    "invocationCondition": null,</a:t>
            </a:r>
          </a:p>
          <a:p xmlns:a="http://schemas.openxmlformats.org/drawingml/2006/main">
            <a:r>
              <a:t>    "nestedInvocation": null,</a:t>
            </a:r>
          </a:p>
          <a:p xmlns:a="http://schemas.openxmlformats.org/drawingml/2006/main">
            <a:r>
              <a:t>    "providerIds": [</a:t>
            </a:r>
          </a:p>
          <a:p xmlns:a="http://schemas.openxmlformats.org/drawingml/2006/main">
            <a:r>
              <a:t>      "sda-declared-read-graph-provider.v1"</a:t>
            </a:r>
          </a:p>
          <a:p xmlns:a="http://schemas.openxmlformats.org/drawingml/2006/main">
            <a:r>
              <a:t>    ],</a:t>
            </a:r>
          </a:p>
          <a:p xmlns:a="http://schemas.openxmlformats.org/drawingml/2006/main">
            <a:r>
              <a:t>    "endpoints": [],</a:t>
            </a:r>
          </a:p>
          <a:p xmlns:a="http://schemas.openxmlformats.org/drawingml/2006/main">
            <a:r>
              <a:t>    "credentialReferences": [],</a:t>
            </a:r>
          </a:p>
          <a:p xmlns:a="http://schemas.openxmlformats.org/drawingml/2006/main">
            <a:r>
              <a:t>    "realizations": [</a:t>
            </a:r>
          </a:p>
          <a:p xmlns:a="http://schemas.openxmlformats.org/drawingml/2006/main">
            <a:r>
              <a:t>      {</a:t>
            </a:r>
          </a:p>
          <a:p xmlns:a="http://schemas.openxmlformats.org/drawingml/2006/main">
            <a:r>
              <a:t>        "field": "module",</a:t>
            </a:r>
          </a:p>
          <a:p xmlns:a="http://schemas.openxmlformats.org/drawingml/2006/main">
            <a:r>
              <a:t>        "value": "languages/typescript/runtimes/node/semantic-execution-graph-declared-read-provider.mjs",</a:t>
            </a:r>
          </a:p>
          <a:p xmlns:a="http://schemas.openxmlformats.org/drawingml/2006/main">
            <a:r>
              <a:t>        "sourcePointer": "/estateProvider/module"</a:t>
            </a:r>
          </a:p>
          <a:p xmlns:a="http://schemas.openxmlformats.org/drawingml/2006/main">
            <a:r>
              <a:t>      },</a:t>
            </a:r>
          </a:p>
          <a:p xmlns:a="http://schemas.openxmlformats.org/drawingml/2006/main">
            <a:r>
              <a:t>      {</a:t>
            </a:r>
          </a:p>
          <a:p xmlns:a="http://schemas.openxmlformats.org/drawingml/2006/main">
            <a:r>
              <a:t>        "field": "export",</a:t>
            </a:r>
          </a:p>
          <a:p xmlns:a="http://schemas.openxmlformats.org/drawingml/2006/main">
            <a:r>
              <a:t>        "value": "createDeclaredReadProvider",</a:t>
            </a:r>
          </a:p>
          <a:p xmlns:a="http://schemas.openxmlformats.org/drawingml/2006/main">
            <a:r>
              <a:t>        "sourcePointer": "/estateProvider/export"</a:t>
            </a:r>
          </a:p>
          <a:p xmlns:a="http://schemas.openxmlformats.org/drawingml/2006/main">
            <a:r>
              <a:t>      }</a:t>
            </a:r>
          </a:p>
          <a:p xmlns:a="http://schemas.openxmlformats.org/drawingml/2006/main">
            <a:r>
              <a:t>    ],</a:t>
            </a:r>
          </a:p>
          <a:p xmlns:a="http://schemas.openxmlformats.org/drawingml/2006/main">
            <a:r>
              <a:t>    "selectors": {},</a:t>
            </a:r>
          </a:p>
          <a:p xmlns:a="http://schemas.openxmlformats.org/drawingml/2006/main">
            <a:r>
              <a:t>    "inputAdmission": null,</a:t>
            </a:r>
          </a:p>
          <a:p xmlns:a="http://schemas.openxmlformats.org/drawingml/2006/main">
            <a:r>
              <a:t>    "sourceRef": "graph:/interfaceAuthority/portBindings/1"</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model:scenario_version/91979</a:t>
            </a:r>
          </a:p>
          <a:p xmlns:a="http://schemas.openxmlformats.org/drawingml/2006/main">
            <a:r>
              <a:t>graph:/interfaceAuthority/portBindings/0</a:t>
            </a:r>
          </a:p>
          <a:p xmlns:a="http://schemas.openxmlformats.org/drawingml/2006/main">
            <a:r>
              <a:t>graph:/interfaceAuthority/portBindings/1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"transformationId",</a:t>
            </a:r>
          </a:p>
          <a:p xmlns:a="http://schemas.openxmlformats.org/drawingml/2006/main">
            <a:r>
              <a:t>    "text": "procedural-dungeon-governed-execution-transform.v1"</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graph:/interfaceAuthority/portBindings/0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interfaces with declared input, display and root selection.</a:t>
            </a:r>
          </a:p>
          <a:p xmlns:a="http://schemas.openxmlformats.org/drawingml/2006/main">
            <a:r>
              <a:t>[</a:t>
            </a:r>
          </a:p>
          <a:p xmlns:a="http://schemas.openxmlformats.org/drawingml/2006/main">
            <a:r>
              <a:t>  {</a:t>
            </a:r>
          </a:p>
          <a:p xmlns:a="http://schemas.openxmlformats.org/drawingml/2006/main">
            <a:r>
              <a:t>    "id": "procedural-dungeon-governed-execution-cli",</a:t>
            </a:r>
          </a:p>
          <a:p xmlns:a="http://schemas.openxmlformats.org/drawingml/2006/main">
            <a:r>
              <a:t>    "profile": "cli",</a:t>
            </a:r>
          </a:p>
          <a:p xmlns:a="http://schemas.openxmlformats.org/drawingml/2006/main">
            <a:r>
              <a:t>    "configurationDigest": "7308611b9786e86cbdcf91fd7c9702e5279901294887cdca90972be2dd3a2268",</a:t>
            </a:r>
          </a:p>
          <a:p xmlns:a="http://schemas.openxmlformats.org/drawingml/2006/main">
            <a:r>
              <a:t>    "configurationKeys": [</a:t>
            </a:r>
          </a:p>
          <a:p xmlns:a="http://schemas.openxmlformats.org/drawingml/2006/main">
            <a:r>
              <a:t>      "input",</a:t>
            </a:r>
          </a:p>
          <a:p xmlns:a="http://schemas.openxmlformats.org/drawingml/2006/main">
            <a:r>
              <a:t>      "display"</a:t>
            </a:r>
          </a:p>
          <a:p xmlns:a="http://schemas.openxmlformats.org/drawingml/2006/main">
            <a:r>
              <a:t>    ],</a:t>
            </a:r>
          </a:p>
          <a:p xmlns:a="http://schemas.openxmlformats.org/drawingml/2006/main">
            <a:r>
              <a:t>    "rootScenarioId": "procedural-dungeon-governed-execution",</a:t>
            </a:r>
          </a:p>
          <a:p xmlns:a="http://schemas.openxmlformats.org/drawingml/2006/main">
            <a:r>
              <a:t>    "platformCapabilityId": "sda-json-cli.v1",</a:t>
            </a:r>
          </a:p>
          <a:p xmlns:a="http://schemas.openxmlformats.org/drawingml/2006/main">
            <a:r>
              <a:t>    "inputType": "json",</a:t>
            </a:r>
          </a:p>
          <a:p xmlns:a="http://schemas.openxmlformats.org/drawingml/2006/main">
            <a:r>
              <a:t>    "displaySelect": "outcome",</a:t>
            </a:r>
          </a:p>
          <a:p xmlns:a="http://schemas.openxmlformats.org/drawingml/2006/main">
            <a:r>
              <a:t>    "displayAs": "json",</a:t>
            </a:r>
          </a:p>
          <a:p xmlns:a="http://schemas.openxmlformats.org/drawingml/2006/main">
            <a:r>
              <a:t>    "displayTransformationId": "",</a:t>
            </a:r>
          </a:p>
          <a:p xmlns:a="http://schemas.openxmlformats.org/drawingml/2006/main">
            <a:r>
              <a:t>    "sourceRef": "graph:/interfaceAuthority/interfaces/0"</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model:scenario_version/91980</a:t>
            </a:r>
          </a:p>
          <a:p xmlns:a="http://schemas.openxmlformats.org/drawingml/2006/main">
            <a:r>
              <a:t>graph:/interfaceAuthority/interfaces/0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"Input",</a:t>
            </a:r>
          </a:p>
          <a:p xmlns:a="http://schemas.openxmlformats.org/drawingml/2006/main">
            <a:r>
              <a:t>    "text": "json through sda-json-cli.v1",</a:t>
            </a:r>
          </a:p>
          <a:p xmlns:a="http://schemas.openxmlformats.org/drawingml/2006/main">
            <a:r>
              <a:t>    "color": "#F6B94D"</a:t>
            </a:r>
          </a:p>
          <a:p xmlns:a="http://schemas.openxmlformats.org/drawingml/2006/main">
            <a:r>
              <a:t>  },</a:t>
            </a:r>
          </a:p>
          <a:p xmlns:a="http://schemas.openxmlformats.org/drawingml/2006/main">
            <a:r>
              <a:t>  {</a:t>
            </a:r>
          </a:p>
          <a:p xmlns:a="http://schemas.openxmlformats.org/drawingml/2006/main">
            <a:r>
              <a:t>    "label": "Root scenario",</a:t>
            </a:r>
          </a:p>
          <a:p xmlns:a="http://schemas.openxmlformats.org/drawingml/2006/main">
            <a:r>
              <a:t>    "text": "procedural-dungeon-governed-execution",</a:t>
            </a:r>
          </a:p>
          <a:p xmlns:a="http://schemas.openxmlformats.org/drawingml/2006/main">
            <a:r>
              <a:t>    "color": "#45A7FF"</a:t>
            </a:r>
          </a:p>
          <a:p xmlns:a="http://schemas.openxmlformats.org/drawingml/2006/main">
            <a:r>
              <a:t>  },</a:t>
            </a:r>
          </a:p>
          <a:p xmlns:a="http://schemas.openxmlformats.org/drawingml/2006/main">
            <a:r>
              <a:t>  {</a:t>
            </a:r>
          </a:p>
          <a:p xmlns:a="http://schemas.openxmlformats.org/drawingml/2006/main">
            <a:r>
              <a:t>    "label": "Output",</a:t>
            </a:r>
          </a:p>
          <a:p xmlns:a="http://schemas.openxmlformats.org/drawingml/2006/main">
            <a:r>
              <a:t>    "text": "select outcome; render json",</a:t>
            </a:r>
          </a:p>
          <a:p xmlns:a="http://schemas.openxmlformats.org/drawingml/2006/main">
            <a:r>
              <a:t>    "color": "#4DE0B0"</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graph:/interfaceAuthority/interfaces/0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fixture case(s); 0 proof obligation(s). These are declarations, not test results.</a:t>
            </a:r>
          </a:p>
          <a:p xmlns:a="http://schemas.openxmlformats.org/drawingml/2006/main">
            <a:r>
              <a:t>{</a:t>
            </a:r>
          </a:p>
          <a:p xmlns:a="http://schemas.openxmlformats.org/drawingml/2006/main">
            <a:r>
              <a:t>  "fixtures": [],</a:t>
            </a:r>
          </a:p>
          <a:p xmlns:a="http://schemas.openxmlformats.org/drawingml/2006/main">
            <a:r>
              <a:t>  "obligations":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model:scenario_version/91981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checks are derived; no alignment receipt was read.</a:t>
            </a:r>
          </a:p>
          <a:p xmlns:a="http://schemas.openxmlformats.org/drawingml/2006/main">
            <a:r>
              <a:t>[</a:t>
            </a:r>
          </a:p>
          <a:p xmlns:a="http://schemas.openxmlformats.org/drawingml/2006/main">
            <a:r>
              <a:t>  {</a:t>
            </a:r>
          </a:p>
          <a:p xmlns:a="http://schemas.openxmlformats.org/drawingml/2006/main">
            <a:r>
              <a:t>    "label": "Parsed and retained Gherkin",</a:t>
            </a:r>
          </a:p>
          <a:p xmlns:a="http://schemas.openxmlformats.org/drawingml/2006/main">
            <a:r>
              <a:t>    "status": "gap",</a:t>
            </a:r>
          </a:p>
          <a:p xmlns:a="http://schemas.openxmlformats.org/drawingml/2006/main">
            <a:r>
              <a:t>    "detail": "Parsed scenario prose for procedural-dungeon-governed-execution differs from its retained source bytes. Both are preserved.",</a:t>
            </a:r>
          </a:p>
          <a:p xmlns:a="http://schemas.openxmlformats.org/drawingml/2006/main">
            <a:r>
              <a:t>    "sourceRef": "model:feature_version/183051"</a:t>
            </a:r>
          </a:p>
          <a:p xmlns:a="http://schemas.openxmlformats.org/drawingml/2006/main">
            <a:r>
              <a:t>  },</a:t>
            </a:r>
          </a:p>
          <a:p xmlns:a="http://schemas.openxmlformats.org/drawingml/2006/main">
            <a:r>
              <a:t>  {</a:t>
            </a:r>
          </a:p>
          <a:p xmlns:a="http://schemas.openxmlformats.org/drawingml/2006/main">
            <a:r>
              <a:t>    "label": "Scenario authority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"Port binding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"Scenario call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model:scenario_version/91982</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"label": "Scenario contract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"Execution testimony",</a:t>
            </a:r>
          </a:p>
          <a:p xmlns:a="http://schemas.openxmlformats.org/drawingml/2006/main">
            <a:r>
              <a:t>    "status": "not-read",</a:t>
            </a:r>
          </a:p>
          <a:p xmlns:a="http://schemas.openxmlformats.org/drawingml/2006/main">
            <a:r>
              <a:t>    "detail": "This presentation does not invoke the capability."</a:t>
            </a:r>
          </a:p>
          <a:p xmlns:a="http://schemas.openxmlformats.org/drawingml/2006/main">
            <a:r>
              <a:t>  },</a:t>
            </a:r>
          </a:p>
          <a:p xmlns:a="http://schemas.openxmlformats.org/drawingml/2006/main">
            <a:r>
              <a:t>  {</a:t>
            </a:r>
          </a:p>
          <a:p xmlns:a="http://schemas.openxmlformats.org/drawingml/2006/main">
            <a:r>
              <a:t>    "label": "Estate alignment decision",</a:t>
            </a:r>
          </a:p>
          <a:p xmlns:a="http://schemas.openxmlformats.org/drawingml/2006/main">
            <a:r>
              <a:t>    "status": "not-read",</a:t>
            </a:r>
          </a:p>
          <a:p xmlns:a="http://schemas.openxmlformats.org/drawingml/2006/main">
            <a:r>
              <a:t>    "detail": "No alignment receipt was queried."</a:t>
            </a:r>
          </a:p>
          <a:p xmlns:a="http://schemas.openxmlformats.org/drawingml/2006/main">
            <a:r>
              <a:t>  }</a:t>
            </a:r>
          </a:p>
          <a:p xmlns:a="http://schemas.openxmlformats.org/drawingml/2006/main">
            <a:r>
              <a:t>]</a:t>
            </a:r>
          </a:p>
          <a:p xmlns:a="http://schemas.openxmlformats.org/drawingml/2006/main">
            <a:r>
              <a:t>[</a:t>
            </a:r>
          </a:p>
          <a:p xmlns:a="http://schemas.openxmlformats.org/drawingml/2006/main">
            <a:r>
              <a:t>  {</a:t>
            </a:r>
          </a:p>
          <a:p xmlns:a="http://schemas.openxmlformats.org/drawingml/2006/main">
            <a:r>
              <a:t>    "label": "Scenario contract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"Execution testimony",</a:t>
            </a:r>
          </a:p>
          <a:p xmlns:a="http://schemas.openxmlformats.org/drawingml/2006/main">
            <a:r>
              <a:t>    "status": "not-read",</a:t>
            </a:r>
          </a:p>
          <a:p xmlns:a="http://schemas.openxmlformats.org/drawingml/2006/main">
            <a:r>
              <a:t>    "detail": "This presentation does not invoke the capability."</a:t>
            </a:r>
          </a:p>
          <a:p xmlns:a="http://schemas.openxmlformats.org/drawingml/2006/main">
            <a:r>
              <a:t>  },</a:t>
            </a:r>
          </a:p>
          <a:p xmlns:a="http://schemas.openxmlformats.org/drawingml/2006/main">
            <a:r>
              <a:t>  {</a:t>
            </a:r>
          </a:p>
          <a:p xmlns:a="http://schemas.openxmlformats.org/drawingml/2006/main">
            <a:r>
              <a:t>    "label": "Estate alignment decision",</a:t>
            </a:r>
          </a:p>
          <a:p xmlns:a="http://schemas.openxmlformats.org/drawingml/2006/main">
            <a:r>
              <a:t>    "status": "not-read",</a:t>
            </a:r>
          </a:p>
          <a:p xmlns:a="http://schemas.openxmlformats.org/drawingml/2006/main">
            <a:r>
              <a:t>    "detail": "No alignment receipt was queried."</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"scenario:procedural-dungeon-governed-execution",</a:t>
            </a:r>
          </a:p>
          <a:p xmlns:a="http://schemas.openxmlformats.org/drawingml/2006/main">
            <a:r>
              <a:t>    "label": "Procedural dungeon governed execution",</a:t>
            </a:r>
          </a:p>
          <a:p xmlns:a="http://schemas.openxmlformats.org/drawingml/2006/main">
            <a:r>
              <a:t>    "kind": "scenario",</a:t>
            </a:r>
          </a:p>
          <a:p xmlns:a="http://schemas.openxmlformats.org/drawingml/2006/main">
            <a:r>
              <a:t>    "ref": "graph:/scenarios/0",</a:t>
            </a:r>
          </a:p>
          <a:p xmlns:a="http://schemas.openxmlformats.org/drawingml/2006/main">
            <a:r>
              <a:t>    "missing": false,</a:t>
            </a:r>
          </a:p>
          <a:p xmlns:a="http://schemas.openxmlformats.org/drawingml/2006/main">
            <a:r>
              <a:t>    "reachable": true</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graph:/scenarios/0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"code": "FEATURE_PROSE_DIFFERS_FROM_SOURCE",</a:t>
            </a:r>
          </a:p>
          <a:p xmlns:a="http://schemas.openxmlformats.org/drawingml/2006/main">
            <a:r>
              <a:t>    "label": "Parsed and retained Gherkin",</a:t>
            </a:r>
          </a:p>
          <a:p xmlns:a="http://schemas.openxmlformats.org/drawingml/2006/main">
            <a:r>
              <a:t>    "message": "Parsed scenario prose for procedural-dungeon-governed-execution differs from its retained source bytes. Both are preserved.",</a:t>
            </a:r>
          </a:p>
          <a:p xmlns:a="http://schemas.openxmlformats.org/drawingml/2006/main">
            <a:r>
              <a:t>    "sourceRef": "model:feature_version/183051"</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"identity": {</a:t>
            </a:r>
          </a:p>
          <a:p xmlns:a="http://schemas.openxmlformats.org/drawingml/2006/main">
            <a:r>
              <a:t>    "capabilityId": "procedural-dungeon-governed-execution",</a:t>
            </a:r>
          </a:p>
          <a:p xmlns:a="http://schemas.openxmlformats.org/drawingml/2006/main">
            <a:r>
              <a:t>    "namespaceId": "sidefx:capabilities",</a:t>
            </a:r>
          </a:p>
          <a:p xmlns:a="http://schemas.openxmlformats.org/drawingml/2006/main">
            <a:r>
              <a:t>    "estateModelId": "34",</a:t>
            </a:r>
          </a:p>
          <a:p xmlns:a="http://schemas.openxmlformats.org/drawingml/2006/main">
            <a:r>
              <a:t>    "capabilityPk": "111391",</a:t>
            </a:r>
          </a:p>
          <a:p xmlns:a="http://schemas.openxmlformats.org/drawingml/2006/main">
            <a:r>
              <a:t>    "capabilityVersionPk": "4852214",</a:t>
            </a:r>
          </a:p>
          <a:p xmlns:a="http://schemas.openxmlformats.org/drawingml/2006/main">
            <a:r>
              <a:t>    "definitionPk": "242285",</a:t>
            </a:r>
          </a:p>
          <a:p xmlns:a="http://schemas.openxmlformats.org/drawingml/2006/main">
            <a:r>
              <a:t>    "definitionDigest": "d9bdd073e0c340889b960d795aaf849dc9d45d89cae26acd25aa6c80b1e1bdaa",</a:t>
            </a:r>
          </a:p>
          <a:p xmlns:a="http://schemas.openxmlformats.org/drawingml/2006/main">
            <a:r>
              <a:t>    "name": "procedural-dungeon-governed-execution",</a:t>
            </a:r>
          </a:p>
          <a:p xmlns:a="http://schemas.openxmlformats.org/drawingml/2006/main">
            <a:r>
              <a:t>    "actor": "caller",</a:t>
            </a:r>
          </a:p>
          <a:p xmlns:a="http://schemas.openxmlformats.org/drawingml/2006/main">
            <a:r>
              <a:t>    "intent": "Execute a deterministic procedural fog-of-war dungeon inside a contract-governed runtime using admitted deterministic ontologies without hand-written game logic",</a:t>
            </a:r>
          </a:p>
          <a:p xmlns:a="http://schemas.openxmlformats.org/drawingml/2006/main">
            <a:r>
              <a:t>    "outcome": "A projected dungeon where BSP room layout and rasterization are evaluated strictly by declarative authorities",</a:t>
            </a:r>
          </a:p>
          <a:p xmlns:a="http://schemas.openxmlformats.org/drawingml/2006/main">
            <a:r>
              <a:t>    "experiencePromise": "Execute a deterministic procedural fog-of-war dungeon inside a contract-governed runtime using admitted deterministic ontologies without hand-written game logic",</a:t>
            </a:r>
          </a:p>
          <a:p xmlns:a="http://schemas.openxmlformats.org/drawingml/2006/main">
            <a:r>
              <a:t>    "rootScenarioId": "procedural-dungeon-governed-execution",</a:t>
            </a:r>
          </a:p>
          <a:p xmlns:a="http://schemas.openxmlformats.org/drawingml/2006/main">
            <a:r>
              <a:t>    "declaredRootScenarioId": "procedural-dungeon-governed-execution",</a:t>
            </a:r>
          </a:p>
          <a:p xmlns:a="http://schemas.openxmlformats.org/drawingml/2006/main">
            <a:r>
              <a:t>    "mode": "capability",</a:t>
            </a:r>
          </a:p>
          <a:p xmlns:a="http://schemas.openxmlformats.org/drawingml/2006/main">
            <a:r>
              <a:t>    "experienceId": "procedural-dungeon-governed-execution.v1",</a:t>
            </a:r>
          </a:p>
          <a:p xmlns:a="http://schemas.openxmlformats.org/drawingml/2006/main">
            <a:r>
              <a:t>    "observableConditions": [</a:t>
            </a:r>
          </a:p>
          <a:p xmlns:a="http://schemas.openxmlformats.org/drawingml/2006/main">
            <a:r>
              <a:t>      {</a:t>
            </a:r>
          </a:p>
          <a:p xmlns:a="http://schemas.openxmlformats.org/drawingml/2006/main">
            <a:r>
              <a:t>        "id": "procedural-dungeon-governed-execution",</a:t>
            </a:r>
          </a:p>
          <a:p xmlns:a="http://schemas.openxmlformats.org/drawingml/2006/main">
            <a:r>
              <a:t>        "statement": ""</a:t>
            </a:r>
          </a:p>
          <a:p xmlns:a="http://schemas.openxmlformats.org/drawingml/2006/main">
            <a:r>
              <a:t>      }</a:t>
            </a:r>
          </a:p>
          <a:p xmlns:a="http://schemas.openxmlformats.org/drawingml/2006/main">
            <a:r>
              <a:t>    ],</a:t>
            </a:r>
          </a:p>
          <a:p xmlns:a="http://schemas.openxmlformats.org/drawingml/2006/main">
            <a:r>
              <a:t>    "meaningSourceRef": "model:semantic_object_definition/242285/semantics/authority"</a:t>
            </a:r>
          </a:p>
          <a:p xmlns:a="http://schemas.openxmlformats.org/drawingml/2006/main">
            <a:r>
              <a:t>  },</a:t>
            </a:r>
          </a:p>
          <a:p xmlns:a="http://schemas.openxmlformats.org/drawingml/2006/main">
            <a:r>
              <a:t>  "provenance": {</a:t>
            </a:r>
          </a:p>
          <a:p xmlns:a="http://schemas.openxmlformats.org/drawingml/2006/main">
            <a:r>
              <a:t>    "adapter": "sql-server-snapshot.v1",</a:t>
            </a:r>
          </a:p>
          <a:p xmlns:a="http://schemas.openxmlformats.org/drawingml/2006/main">
            <a:r>
              <a:t>    "isolation": "SNAPSHOT",</a:t>
            </a:r>
          </a:p>
          <a:p xmlns:a="http://schemas.openxmlformats.org/drawingml/2006/main">
            <a:r>
              <a:t>    "queryDigest": "ba0f3ec3f7f7d9bff54094b1def32289a6ce38b329bd8a92e975da8aba3731f7",</a:t>
            </a:r>
          </a:p>
          <a:p xmlns:a="http://schemas.openxmlformats.org/drawingml/2006/main">
            <a:r>
              <a:t>    "graphFunctionDigest": "c12b3855f06d765b401438aa82caedf4d248bd88713a44d1aff3c9092c14700a",</a:t>
            </a:r>
          </a:p>
          <a:p xmlns:a="http://schemas.openxmlformats.org/drawingml/2006/main">
            <a:r>
              <a:t>    "graphDigest": "5df68eed07f245475f4e24d70469fb63e1e1c26e98b2b644d6a0a7eedde1759b",</a:t>
            </a:r>
          </a:p>
          <a:p xmlns:a="http://schemas.openxmlformats.org/drawingml/2006/main">
            <a:r>
              <a:t>    "selection": "current estate capability version and its declared scenario closure"</a:t>
            </a:r>
          </a:p>
          <a:p xmlns:a="http://schemas.openxmlformats.org/drawingml/2006/main">
            <a:r>
              <a:t>  },</a:t>
            </a:r>
          </a:p>
          <a:p xmlns:a="http://schemas.openxmlformats.org/drawingml/2006/main">
            <a:r>
              <a:t>  "snapshotDigest": "d33bac21fecf05e9b4c48e1d6791f10ad6817f784fa1c35f5e4e6449c92c6f58",</a:t>
            </a:r>
          </a:p>
          <a:p xmlns:a="http://schemas.openxmlformats.org/drawingml/2006/main">
            <a:r>
              <a:t>  "checks": [</a:t>
            </a:r>
          </a:p>
          <a:p xmlns:a="http://schemas.openxmlformats.org/drawingml/2006/main">
            <a:r>
              <a:t>    {</a:t>
            </a:r>
          </a:p>
          <a:p xmlns:a="http://schemas.openxmlformats.org/drawingml/2006/main">
            <a:r>
              <a:t>      "label": "Scenario authority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"Port binding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"Scenario call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"Scenario contract references",</a:t>
            </a:r>
          </a:p>
          <a:p xmlns:a="http://schemas.openxmlformats.org/drawingml/2006/main">
            <a:r>
              <a:t>      "missing": [],</a:t>
            </a:r>
          </a:p>
          <a:p xmlns:a="http://schemas.openxmlformats.org/drawingml/2006/main">
            <a:r>
              <a:t>      "status": "resolved"</a:t>
            </a:r>
          </a:p>
          <a:p xmlns:a="http://schemas.openxmlformats.org/drawingml/2006/main">
            <a:r>
              <a:t>    },</a:t>
            </a:r>
          </a:p>
          <a:p xmlns:a="http://schemas.openxmlformats.org/drawingml/2006/main">
            <a:r>
              <a:t>    {</a:t>
            </a:r>
          </a:p>
          <a:p xmlns:a="http://schemas.openxmlformats.org/drawingml/2006/main">
            <a:r>
              <a:t>      "label": "Parsed and retained Gherkin",</a:t>
            </a:r>
          </a:p>
          <a:p xmlns:a="http://schemas.openxmlformats.org/drawingml/2006/main">
            <a:r>
              <a:t>      "status": "gap",</a:t>
            </a:r>
          </a:p>
          <a:p xmlns:a="http://schemas.openxmlformats.org/drawingml/2006/main">
            <a:r>
              <a:t>      "detail": "Parsed scenario prose for procedural-dungeon-governed-execution differs from its retained source bytes. Both are preserved.",</a:t>
            </a:r>
          </a:p>
          <a:p xmlns:a="http://schemas.openxmlformats.org/drawingml/2006/main">
            <a:r>
              <a:t>      "sourceRef": "model:feature_version/183051"</a:t>
            </a:r>
          </a:p>
          <a:p xmlns:a="http://schemas.openxmlformats.org/drawingml/2006/main">
            <a:r>
              <a:t>    },</a:t>
            </a:r>
          </a:p>
          <a:p xmlns:a="http://schemas.openxmlformats.org/drawingml/2006/main">
            <a:r>
              <a:t>    {</a:t>
            </a:r>
          </a:p>
          <a:p xmlns:a="http://schemas.openxmlformats.org/drawingml/2006/main">
            <a:r>
              <a:t>      "label": "Execution testimony",</a:t>
            </a:r>
          </a:p>
          <a:p xmlns:a="http://schemas.openxmlformats.org/drawingml/2006/main">
            <a:r>
              <a:t>      "status": "not-read",</a:t>
            </a:r>
          </a:p>
          <a:p xmlns:a="http://schemas.openxmlformats.org/drawingml/2006/main">
            <a:r>
              <a:t>      "detail": "This presentation does not invoke the capability."</a:t>
            </a:r>
          </a:p>
          <a:p xmlns:a="http://schemas.openxmlformats.org/drawingml/2006/main">
            <a:r>
              <a:t>    },</a:t>
            </a:r>
          </a:p>
          <a:p xmlns:a="http://schemas.openxmlformats.org/drawingml/2006/main">
            <a:r>
              <a:t>    {</a:t>
            </a:r>
          </a:p>
          <a:p xmlns:a="http://schemas.openxmlformats.org/drawingml/2006/main">
            <a:r>
              <a:t>      "label": "Estate alignment decision",</a:t>
            </a:r>
          </a:p>
          <a:p xmlns:a="http://schemas.openxmlformats.org/drawingml/2006/main">
            <a:r>
              <a:t>      "status": "not-read",</a:t>
            </a:r>
          </a:p>
          <a:p xmlns:a="http://schemas.openxmlformats.org/drawingml/2006/main">
            <a:r>
              <a:t>      "detail": "No alignment receipt was queried."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Interpretation / scope: Hashes identify retained evidence; they do not certify the capability’s behavior or the truth of an inferred explanation.</a:t>
            </a:r>
          </a:p>
          <a:p xmlns:a="http://schemas.openxmlformats.org/drawingml/2006/main">
            <a:r>
              <a:t/>
            </a:r>
          </a:p>
          <a:p xmlns:a="http://schemas.openxmlformats.org/drawingml/2006/main">
            <a:r>
              <a:t>Evidence references:</a:t>
            </a:r>
          </a:p>
          <a:p xmlns:a="http://schemas.openxmlformats.org/drawingml/2006/main">
            <a:r>
              <a:t>model:capability_version/4852214</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"status": "SNAPSHOT_MATCH",</a:t>
            </a:r>
          </a:p>
          <a:p xmlns:a="http://schemas.openxmlformats.org/drawingml/2006/main">
            <a:r>
              <a:t>  "capturedUtc": "2026-10-15T22:10:43.5834440",</a:t>
            </a:r>
          </a:p>
          <a:p xmlns:a="http://schemas.openxmlformats.org/drawingml/2006/main">
            <a:r>
              <a:t>  "sourceRef": "snapshot:/inspection",</a:t>
            </a:r>
          </a:p>
          <a:p xmlns:a="http://schemas.openxmlformats.org/drawingml/2006/main">
            <a:r>
              <a:t>  "executionBasis": "selected reading statements under sidefx_reader; not target execution",</a:t>
            </a:r>
          </a:p>
          <a:p xmlns:a="http://schemas.openxmlformats.org/drawingml/2006/main">
            <a:r>
              <a:t>  "readings": [</a:t>
            </a:r>
          </a:p>
          <a:p xmlns:a="http://schemas.openxmlformats.org/drawingml/2006/main">
            <a:r>
              <a:t>    {</a:t>
            </a:r>
          </a:p>
          <a:p xmlns:a="http://schemas.openxmlformats.org/drawingml/2006/main">
            <a:r>
              <a:t>      "reading": "platform-binding-without-provider",</a:t>
            </a:r>
          </a:p>
          <a:p xmlns:a="http://schemas.openxmlformats.org/drawingml/2006/main">
            <a:r>
              <a:t>      "kind": "detection",</a:t>
            </a:r>
          </a:p>
          <a:p xmlns:a="http://schemas.openxmlformats.org/drawingml/2006/main">
            <a:r>
              <a:t>      "status": "READ",</a:t>
            </a:r>
          </a:p>
          <a:p xmlns:a="http://schemas.openxmlformats.org/drawingml/2006/main">
            <a:r>
              <a:t>      "sourceRef": "snapshot:/inspection/readings/0",</a:t>
            </a:r>
          </a:p>
          <a:p xmlns:a="http://schemas.openxmlformats.org/drawingml/2006/main">
            <a:r>
              <a:t>      "portDefinitionPk": 213887,</a:t>
            </a:r>
          </a:p>
          <a:p xmlns:a="http://schemas.openxmlformats.org/drawingml/2006/main">
            <a:r>
              <a:t>      "statementDigest": "ef8e14419d25034009b54f56b390e56539cca7fc20b815dc113f55ea14146bcb"</a:t>
            </a:r>
          </a:p>
          <a:p xmlns:a="http://schemas.openxmlformats.org/drawingml/2006/main">
            <a:r>
              <a:t>    },</a:t>
            </a:r>
          </a:p>
          <a:p xmlns:a="http://schemas.openxmlformats.org/drawingml/2006/main">
            <a:r>
              <a:t>    {</a:t>
            </a:r>
          </a:p>
          <a:p xmlns:a="http://schemas.openxmlformats.org/drawingml/2006/main">
            <a:r>
              <a:t>      "reading": "invocation-condition-path-absent",</a:t>
            </a:r>
          </a:p>
          <a:p xmlns:a="http://schemas.openxmlformats.org/drawingml/2006/main">
            <a:r>
              <a:t>      "kind": "detection",</a:t>
            </a:r>
          </a:p>
          <a:p xmlns:a="http://schemas.openxmlformats.org/drawingml/2006/main">
            <a:r>
              <a:t>      "status": "READ",</a:t>
            </a:r>
          </a:p>
          <a:p xmlns:a="http://schemas.openxmlformats.org/drawingml/2006/main">
            <a:r>
              <a:t>      "sourceRef": "snapshot:/inspection/readings/1",</a:t>
            </a:r>
          </a:p>
          <a:p xmlns:a="http://schemas.openxmlformats.org/drawingml/2006/main">
            <a:r>
              <a:t>      "portDefinitionPk": 213893,</a:t>
            </a:r>
          </a:p>
          <a:p xmlns:a="http://schemas.openxmlformats.org/drawingml/2006/main">
            <a:r>
              <a:t>      "statementDigest": "d1dbbffc9ebcba3129f6f13cac266dd37658f020c1bbfab1a03b62a687d87ae5"</a:t>
            </a:r>
          </a:p>
          <a:p xmlns:a="http://schemas.openxmlformats.org/drawingml/2006/main">
            <a:r>
              <a:t>    },</a:t>
            </a:r>
          </a:p>
          <a:p xmlns:a="http://schemas.openxmlformats.org/drawingml/2006/main">
            <a:r>
              <a:t>    {</a:t>
            </a:r>
          </a:p>
          <a:p xmlns:a="http://schemas.openxmlformats.org/drawingml/2006/main">
            <a:r>
              <a:t>      "reading": "invocation-request-path-absent",</a:t>
            </a:r>
          </a:p>
          <a:p xmlns:a="http://schemas.openxmlformats.org/drawingml/2006/main">
            <a:r>
              <a:t>      "kind": "detection",</a:t>
            </a:r>
          </a:p>
          <a:p xmlns:a="http://schemas.openxmlformats.org/drawingml/2006/main">
            <a:r>
              <a:t>      "status": "READ",</a:t>
            </a:r>
          </a:p>
          <a:p xmlns:a="http://schemas.openxmlformats.org/drawingml/2006/main">
            <a:r>
              <a:t>      "sourceRef": "snapshot:/inspection/readings/2",</a:t>
            </a:r>
          </a:p>
          <a:p xmlns:a="http://schemas.openxmlformats.org/drawingml/2006/main">
            <a:r>
              <a:t>      "portDefinitionPk": 213899,</a:t>
            </a:r>
          </a:p>
          <a:p xmlns:a="http://schemas.openxmlformats.org/drawingml/2006/main">
            <a:r>
              <a:t>      "statementDigest": "5123b7bcd96b83359fe2407713e28e42ac08065adc958ce7d4150a178c76d89e"</a:t>
            </a:r>
          </a:p>
          <a:p xmlns:a="http://schemas.openxmlformats.org/drawingml/2006/main">
            <a:r>
              <a:t>    },</a:t>
            </a:r>
          </a:p>
          <a:p xmlns:a="http://schemas.openxmlformats.org/drawingml/2006/main">
            <a:r>
              <a:t>    {</a:t>
            </a:r>
          </a:p>
          <a:p xmlns:a="http://schemas.openxmlformats.org/drawingml/2006/main">
            <a:r>
              <a:t>      "reading": "feature-binding-drift",</a:t>
            </a:r>
          </a:p>
          <a:p xmlns:a="http://schemas.openxmlformats.org/drawingml/2006/main">
            <a:r>
              <a:t>      "kind": "detection",</a:t>
            </a:r>
          </a:p>
          <a:p xmlns:a="http://schemas.openxmlformats.org/drawingml/2006/main">
            <a:r>
              <a:t>      "status": "READ",</a:t>
            </a:r>
          </a:p>
          <a:p xmlns:a="http://schemas.openxmlformats.org/drawingml/2006/main">
            <a:r>
              <a:t>      "sourceRef": "snapshot:/inspection/readings/3",</a:t>
            </a:r>
          </a:p>
          <a:p xmlns:a="http://schemas.openxmlformats.org/drawingml/2006/main">
            <a:r>
              <a:t>      "portDefinitionPk": 213905,</a:t>
            </a:r>
          </a:p>
          <a:p xmlns:a="http://schemas.openxmlformats.org/drawingml/2006/main">
            <a:r>
              <a:t>      "statementDigest": "efa0bb5a155014b403e2c37a0aaf7d314b94179500fbfa781631b02244b1ded3"</a:t>
            </a:r>
          </a:p>
          <a:p xmlns:a="http://schemas.openxmlformats.org/drawingml/2006/main">
            <a:r>
              <a:t>    },</a:t>
            </a:r>
          </a:p>
          <a:p xmlns:a="http://schemas.openxmlformats.org/drawingml/2006/main">
            <a:r>
              <a:t>    {</a:t>
            </a:r>
          </a:p>
          <a:p xmlns:a="http://schemas.openxmlformats.org/drawingml/2006/main">
            <a:r>
              <a:t>      "reading": "declaration-cycle",</a:t>
            </a:r>
          </a:p>
          <a:p xmlns:a="http://schemas.openxmlformats.org/drawingml/2006/main">
            <a:r>
              <a:t>      "kind": "detection",</a:t>
            </a:r>
          </a:p>
          <a:p xmlns:a="http://schemas.openxmlformats.org/drawingml/2006/main">
            <a:r>
              <a:t>      "status": "READ",</a:t>
            </a:r>
          </a:p>
          <a:p xmlns:a="http://schemas.openxmlformats.org/drawingml/2006/main">
            <a:r>
              <a:t>      "sourceRef": "snapshot:/inspection/readings/4",</a:t>
            </a:r>
          </a:p>
          <a:p xmlns:a="http://schemas.openxmlformats.org/drawingml/2006/main">
            <a:r>
              <a:t>      "portDefinitionPk": 213911,</a:t>
            </a:r>
          </a:p>
          <a:p xmlns:a="http://schemas.openxmlformats.org/drawingml/2006/main">
            <a:r>
              <a:t>      "statementDigest": "5c9470f8c8d00e95950ee82017fe806cb8ccde6bd2108a8852b444dd825e0dcf"</a:t>
            </a:r>
          </a:p>
          <a:p xmlns:a="http://schemas.openxmlformats.org/drawingml/2006/main">
            <a:r>
              <a:t>    },</a:t>
            </a:r>
          </a:p>
          <a:p xmlns:a="http://schemas.openxmlformats.org/drawingml/2006/main">
            <a:r>
              <a:t>    {</a:t>
            </a:r>
          </a:p>
          <a:p xmlns:a="http://schemas.openxmlformats.org/drawingml/2006/main">
            <a:r>
              <a:t>      "reading": "contract-satisfiability",</a:t>
            </a:r>
          </a:p>
          <a:p xmlns:a="http://schemas.openxmlformats.org/drawingml/2006/main">
            <a:r>
              <a:t>      "kind": "verification",</a:t>
            </a:r>
          </a:p>
          <a:p xmlns:a="http://schemas.openxmlformats.org/drawingml/2006/main">
            <a:r>
              <a:t>      "status": "READ",</a:t>
            </a:r>
          </a:p>
          <a:p xmlns:a="http://schemas.openxmlformats.org/drawingml/2006/main">
            <a:r>
              <a:t>      "sourceRef": "snapshot:/inspection/readings/5",</a:t>
            </a:r>
          </a:p>
          <a:p xmlns:a="http://schemas.openxmlformats.org/drawingml/2006/main">
            <a:r>
              <a:t>      "portDefinitionPk": 213652,</a:t>
            </a:r>
          </a:p>
          <a:p xmlns:a="http://schemas.openxmlformats.org/drawingml/2006/main">
            <a:r>
              <a:t>      "statementDigest": "1a8829ec4c2002b0c29d14ac4b68dd0862c51e47d17d83be39489ced1c03cd70"</a:t>
            </a:r>
          </a:p>
          <a:p xmlns:a="http://schemas.openxmlformats.org/drawingml/2006/main">
            <a:r>
              <a:t>    },</a:t>
            </a:r>
          </a:p>
          <a:p xmlns:a="http://schemas.openxmlformats.org/drawingml/2006/main">
            <a:r>
              <a:t>    {</a:t>
            </a:r>
          </a:p>
          <a:p xmlns:a="http://schemas.openxmlformats.org/drawingml/2006/main">
            <a:r>
              <a:t>      "reading": "scenario-predicates",</a:t>
            </a:r>
          </a:p>
          <a:p xmlns:a="http://schemas.openxmlformats.org/drawingml/2006/main">
            <a:r>
              <a:t>      "kind": "verification",</a:t>
            </a:r>
          </a:p>
          <a:p xmlns:a="http://schemas.openxmlformats.org/drawingml/2006/main">
            <a:r>
              <a:t>      "status": "READ",</a:t>
            </a:r>
          </a:p>
          <a:p xmlns:a="http://schemas.openxmlformats.org/drawingml/2006/main">
            <a:r>
              <a:t>      "sourceRef": "snapshot:/inspection/readings/6",</a:t>
            </a:r>
          </a:p>
          <a:p xmlns:a="http://schemas.openxmlformats.org/drawingml/2006/main">
            <a:r>
              <a:t>      "portDefinitionPk": 213653,</a:t>
            </a:r>
          </a:p>
          <a:p xmlns:a="http://schemas.openxmlformats.org/drawingml/2006/main">
            <a:r>
              <a:t>      "statementDigest": "9df04ac421470fade96cdcb2536c865710af1184aa8076012cbfd51ce6ad10e8"</a:t>
            </a:r>
          </a:p>
          <a:p xmlns:a="http://schemas.openxmlformats.org/drawingml/2006/main">
            <a:r>
              <a:t>    },</a:t>
            </a:r>
          </a:p>
          <a:p xmlns:a="http://schemas.openxmlformats.org/drawingml/2006/main">
            <a:r>
              <a:t>    {</a:t>
            </a:r>
          </a:p>
          <a:p xmlns:a="http://schemas.openxmlformats.org/drawingml/2006/main">
            <a:r>
              <a:t>      "reading": "expression-semantics",</a:t>
            </a:r>
          </a:p>
          <a:p xmlns:a="http://schemas.openxmlformats.org/drawingml/2006/main">
            <a:r>
              <a:t>      "kind": "verification",</a:t>
            </a:r>
          </a:p>
          <a:p xmlns:a="http://schemas.openxmlformats.org/drawingml/2006/main">
            <a:r>
              <a:t>      "status": "READ",</a:t>
            </a:r>
          </a:p>
          <a:p xmlns:a="http://schemas.openxmlformats.org/drawingml/2006/main">
            <a:r>
              <a:t>      "sourceRef": "snapshot:/inspection/readings/7",</a:t>
            </a:r>
          </a:p>
          <a:p xmlns:a="http://schemas.openxmlformats.org/drawingml/2006/main">
            <a:r>
              <a:t>      "portDefinitionPk": 213654,</a:t>
            </a:r>
          </a:p>
          <a:p xmlns:a="http://schemas.openxmlformats.org/drawingml/2006/main">
            <a:r>
              <a:t>      "statementDigest": "dd760973e379b674ec53cc8402111308dd69800a61ba1652b4dbdbcb5b37f58e"</a:t>
            </a:r>
          </a:p>
          <a:p xmlns:a="http://schemas.openxmlformats.org/drawingml/2006/main">
            <a:r>
              <a:t>    },</a:t>
            </a:r>
          </a:p>
          <a:p xmlns:a="http://schemas.openxmlformats.org/drawingml/2006/main">
            <a:r>
              <a:t>    {</a:t>
            </a:r>
          </a:p>
          <a:p xmlns:a="http://schemas.openxmlformats.org/drawingml/2006/main">
            <a:r>
              <a:t>      "reading": "expression-totality",</a:t>
            </a:r>
          </a:p>
          <a:p xmlns:a="http://schemas.openxmlformats.org/drawingml/2006/main">
            <a:r>
              <a:t>      "kind": "verification",</a:t>
            </a:r>
          </a:p>
          <a:p xmlns:a="http://schemas.openxmlformats.org/drawingml/2006/main">
            <a:r>
              <a:t>      "status": "READ",</a:t>
            </a:r>
          </a:p>
          <a:p xmlns:a="http://schemas.openxmlformats.org/drawingml/2006/main">
            <a:r>
              <a:t>      "sourceRef": "snapshot:/inspection/readings/8",</a:t>
            </a:r>
          </a:p>
          <a:p xmlns:a="http://schemas.openxmlformats.org/drawingml/2006/main">
            <a:r>
              <a:t>      "portDefinitionPk": 213655,</a:t>
            </a:r>
          </a:p>
          <a:p xmlns:a="http://schemas.openxmlformats.org/drawingml/2006/main">
            <a:r>
              <a:t>      "statementDigest": "5b99decabbab72a73663e3df88f50f0b292084e8eaa60ab17fd2a1c74eaafe6d"</a:t>
            </a:r>
          </a:p>
          <a:p xmlns:a="http://schemas.openxmlformats.org/drawingml/2006/main">
            <a:r>
              <a:t>    },</a:t>
            </a:r>
          </a:p>
          <a:p xmlns:a="http://schemas.openxmlformats.org/drawingml/2006/main">
            <a:r>
              <a:t>    {</a:t>
            </a:r>
          </a:p>
          <a:p xmlns:a="http://schemas.openxmlformats.org/drawingml/2006/main">
            <a:r>
              <a:t>      "reading": "route-variant-coverage",</a:t>
            </a:r>
          </a:p>
          <a:p xmlns:a="http://schemas.openxmlformats.org/drawingml/2006/main">
            <a:r>
              <a:t>      "kind": "verification",</a:t>
            </a:r>
          </a:p>
          <a:p xmlns:a="http://schemas.openxmlformats.org/drawingml/2006/main">
            <a:r>
              <a:t>      "status": "READ",</a:t>
            </a:r>
          </a:p>
          <a:p xmlns:a="http://schemas.openxmlformats.org/drawingml/2006/main">
            <a:r>
              <a:t>      "sourceRef": "snapshot:/inspection/readings/9",</a:t>
            </a:r>
          </a:p>
          <a:p xmlns:a="http://schemas.openxmlformats.org/drawingml/2006/main">
            <a:r>
              <a:t>      "portDefinitionPk": 213656,</a:t>
            </a:r>
          </a:p>
          <a:p xmlns:a="http://schemas.openxmlformats.org/drawingml/2006/main">
            <a:r>
              <a:t>      "statementDigest": "384d29be525f3e3d94b9214a71332503aa8395c96ad3ae1bcda4f6f79daec9a0"</a:t>
            </a:r>
          </a:p>
          <a:p xmlns:a="http://schemas.openxmlformats.org/drawingml/2006/main">
            <a:r>
              <a:t>    },</a:t>
            </a:r>
          </a:p>
          <a:p xmlns:a="http://schemas.openxmlformats.org/drawingml/2006/main">
            <a:r>
              <a:t>    {</a:t>
            </a:r>
          </a:p>
          <a:p xmlns:a="http://schemas.openxmlformats.org/drawingml/2006/main">
            <a:r>
              <a:t>      "reading": "reachability-cycles",</a:t>
            </a:r>
          </a:p>
          <a:p xmlns:a="http://schemas.openxmlformats.org/drawingml/2006/main">
            <a:r>
              <a:t>      "kind": "verification",</a:t>
            </a:r>
          </a:p>
          <a:p xmlns:a="http://schemas.openxmlformats.org/drawingml/2006/main">
            <a:r>
              <a:t>      "status": "READ",</a:t>
            </a:r>
          </a:p>
          <a:p xmlns:a="http://schemas.openxmlformats.org/drawingml/2006/main">
            <a:r>
              <a:t>      "sourceRef": "snapshot:/inspection/readings/10",</a:t>
            </a:r>
          </a:p>
          <a:p xmlns:a="http://schemas.openxmlformats.org/drawingml/2006/main">
            <a:r>
              <a:t>      "portDefinitionPk": 213657,</a:t>
            </a:r>
          </a:p>
          <a:p xmlns:a="http://schemas.openxmlformats.org/drawingml/2006/main">
            <a:r>
              <a:t>      "statementDigest": "c59dd0b1c976b059941b6e79f4d8f6ee9a671df73ff4e368becd7cfcf007bbe9"</a:t>
            </a:r>
          </a:p>
          <a:p xmlns:a="http://schemas.openxmlformats.org/drawingml/2006/main">
            <a:r>
              <a:t>    },</a:t>
            </a:r>
          </a:p>
          <a:p xmlns:a="http://schemas.openxmlformats.org/drawingml/2006/main">
            <a:r>
              <a:t>    {</a:t>
            </a:r>
          </a:p>
          <a:p xmlns:a="http://schemas.openxmlformats.org/drawingml/2006/main">
            <a:r>
              <a:t>      "reading": "contract-face-compatibility",</a:t>
            </a:r>
          </a:p>
          <a:p xmlns:a="http://schemas.openxmlformats.org/drawingml/2006/main">
            <a:r>
              <a:t>      "kind": "verification",</a:t>
            </a:r>
          </a:p>
          <a:p xmlns:a="http://schemas.openxmlformats.org/drawingml/2006/main">
            <a:r>
              <a:t>      "status": "READ",</a:t>
            </a:r>
          </a:p>
          <a:p xmlns:a="http://schemas.openxmlformats.org/drawingml/2006/main">
            <a:r>
              <a:t>      "sourceRef": "snapshot:/inspection/readings/11",</a:t>
            </a:r>
          </a:p>
          <a:p xmlns:a="http://schemas.openxmlformats.org/drawingml/2006/main">
            <a:r>
              <a:t>      "portDefinitionPk": 213658,</a:t>
            </a:r>
          </a:p>
          <a:p xmlns:a="http://schemas.openxmlformats.org/drawingml/2006/main">
            <a:r>
              <a:t>      "statementDigest": "03d109a6181ae7cd728bf568d36d026d75300205ea95047f81578ab3a94bdf8d"</a:t>
            </a:r>
          </a:p>
          <a:p xmlns:a="http://schemas.openxmlformats.org/drawingml/2006/main">
            <a:r>
              <a:t>    },</a:t>
            </a:r>
          </a:p>
          <a:p xmlns:a="http://schemas.openxmlformats.org/drawingml/2006/main">
            <a:r>
              <a:t>    {</a:t>
            </a:r>
          </a:p>
          <a:p xmlns:a="http://schemas.openxmlformats.org/drawingml/2006/main">
            <a:r>
              <a:t>      "reading": "witnesses",</a:t>
            </a:r>
          </a:p>
          <a:p xmlns:a="http://schemas.openxmlformats.org/drawingml/2006/main">
            <a:r>
              <a:t>      "kind": "verification",</a:t>
            </a:r>
          </a:p>
          <a:p xmlns:a="http://schemas.openxmlformats.org/drawingml/2006/main">
            <a:r>
              <a:t>      "status": "READ",</a:t>
            </a:r>
          </a:p>
          <a:p xmlns:a="http://schemas.openxmlformats.org/drawingml/2006/main">
            <a:r>
              <a:t>      "sourceRef": "snapshot:/inspection/readings/12",</a:t>
            </a:r>
          </a:p>
          <a:p xmlns:a="http://schemas.openxmlformats.org/drawingml/2006/main">
            <a:r>
              <a:t>      "portDefinitionPk": 214823,</a:t>
            </a:r>
          </a:p>
          <a:p xmlns:a="http://schemas.openxmlformats.org/drawingml/2006/main">
            <a:r>
              <a:t>      "statementDigest": "beba5a5a5da35e9af05ec350112662c3a567fddadaf87f645f051c56623a6cdd"</a:t>
            </a:r>
          </a:p>
          <a:p xmlns:a="http://schemas.openxmlformats.org/drawingml/2006/main">
            <a:r>
              <a:t>    },</a:t>
            </a:r>
          </a:p>
          <a:p xmlns:a="http://schemas.openxmlformats.org/drawingml/2006/main">
            <a:r>
              <a:t>    {</a:t>
            </a:r>
          </a:p>
          <a:p xmlns:a="http://schemas.openxmlformats.org/drawingml/2006/main">
            <a:r>
              <a:t>      "reading": "capability-proof-obligations",</a:t>
            </a:r>
          </a:p>
          <a:p xmlns:a="http://schemas.openxmlformats.org/drawingml/2006/main">
            <a:r>
              <a:t>      "kind": "obligations",</a:t>
            </a:r>
          </a:p>
          <a:p xmlns:a="http://schemas.openxmlformats.org/drawingml/2006/main">
            <a:r>
              <a:t>      "status": "READ",</a:t>
            </a:r>
          </a:p>
          <a:p xmlns:a="http://schemas.openxmlformats.org/drawingml/2006/main">
            <a:r>
              <a:t>      "sourceRef": "snapshot:/inspection/readings/13",</a:t>
            </a:r>
          </a:p>
          <a:p xmlns:a="http://schemas.openxmlformats.org/drawingml/2006/main">
            <a:r>
              <a:t>      "portDefinitionPk": 212587,</a:t>
            </a:r>
          </a:p>
          <a:p xmlns:a="http://schemas.openxmlformats.org/drawingml/2006/main">
            <a:r>
              <a:t>      "statementDigest": "5ea033e6772909f94c5108d8a2bb8d1fe1357150e41d97b91af23bae0787ffc5"</a:t>
            </a:r>
          </a:p>
          <a:p xmlns:a="http://schemas.openxmlformats.org/drawingml/2006/main">
            <a:r>
              <a:t>    },</a:t>
            </a:r>
          </a:p>
          <a:p xmlns:a="http://schemas.openxmlformats.org/drawingml/2006/main">
            <a:r>
              <a:t>    {</a:t>
            </a:r>
          </a:p>
          <a:p xmlns:a="http://schemas.openxmlformats.org/drawingml/2006/main">
            <a:r>
              <a:t>      "reading": "retained-scenario-bugs",</a:t>
            </a:r>
          </a:p>
          <a:p xmlns:a="http://schemas.openxmlformats.org/drawingml/2006/main">
            <a:r>
              <a:t>      "kind": "detection",</a:t>
            </a:r>
          </a:p>
          <a:p xmlns:a="http://schemas.openxmlformats.org/drawingml/2006/main">
            <a:r>
              <a:t>      "status": "READ",</a:t>
            </a:r>
          </a:p>
          <a:p xmlns:a="http://schemas.openxmlformats.org/drawingml/2006/main">
            <a:r>
              <a:t>      "sourceRef": "snapshot:/inspection/readings/14",</a:t>
            </a:r>
          </a:p>
          <a:p xmlns:a="http://schemas.openxmlformats.org/drawingml/2006/main">
            <a:r>
              <a:t>      "portDefinitionPk": 214658,</a:t>
            </a:r>
          </a:p>
          <a:p xmlns:a="http://schemas.openxmlformats.org/drawingml/2006/main">
            <a:r>
              <a:t>      "statementDigest": "f1c48ee6f3c04e4032eab6a3b5b4ee8c990c94017c7314835fa2adadc9747398"</a:t>
            </a:r>
          </a:p>
          <a:p xmlns:a="http://schemas.openxmlformats.org/drawingml/2006/main">
            <a:r>
              <a:t>    }</a:t>
            </a:r>
          </a:p>
          <a:p xmlns:a="http://schemas.openxmlformats.org/drawingml/2006/main">
            <a:r>
              <a:t>  ],</a:t>
            </a:r>
          </a:p>
          <a:p xmlns:a="http://schemas.openxmlformats.org/drawingml/2006/main">
            <a:r>
              <a:t>  "checks": [</a:t>
            </a:r>
          </a:p>
          <a:p xmlns:a="http://schemas.openxmlformats.org/drawingml/2006/main">
            <a:r>
              <a:t>    {</a:t>
            </a:r>
          </a:p>
          <a:p xmlns:a="http://schemas.openxmlformats.org/drawingml/2006/main">
            <a:r>
              <a:t>      "id": "V1",</a:t>
            </a:r>
          </a:p>
          <a:p xmlns:a="http://schemas.openxmlformats.org/drawingml/2006/main">
            <a:r>
              <a:t>      "reading": "contract-satisfiability",</a:t>
            </a:r>
          </a:p>
          <a:p xmlns:a="http://schemas.openxmlformats.org/drawingml/2006/main">
            <a:r>
              <a:t>      "property": "contract-satisfiability",</a:t>
            </a:r>
          </a:p>
          <a:p xmlns:a="http://schemas.openxmlformats.org/drawingml/2006/main">
            <a:r>
              <a:t>      "subject": "dungeon-generation-seed-contract.v1",</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"nodeIds": [</a:t>
            </a:r>
          </a:p>
          <a:p xmlns:a="http://schemas.openxmlformats.org/drawingml/2006/main">
            <a:r>
              <a:t>        "input:procedural-dungeon-governed-execution"</a:t>
            </a:r>
          </a:p>
          <a:p xmlns:a="http://schemas.openxmlformats.org/drawingml/2006/main">
            <a:r>
              <a:t>      ],</a:t>
            </a:r>
          </a:p>
          <a:p xmlns:a="http://schemas.openxmlformats.org/drawingml/2006/main">
            <a:r>
              <a:t>      "scenarioIds": [</a:t>
            </a:r>
          </a:p>
          <a:p xmlns:a="http://schemas.openxmlformats.org/drawingml/2006/main">
            <a:r>
              <a:t>        "procedural-dungeon-governed-execution"</a:t>
            </a:r>
          </a:p>
          <a:p xmlns:a="http://schemas.openxmlformats.org/drawingml/2006/main">
            <a:r>
              <a:t>      ],</a:t>
            </a:r>
          </a:p>
          <a:p xmlns:a="http://schemas.openxmlformats.org/drawingml/2006/main">
            <a:r>
              <a:t>      "sourceRef": "snapshot:/inspection/readings/5/document/rows/0",</a:t>
            </a:r>
          </a:p>
          <a:p xmlns:a="http://schemas.openxmlformats.org/drawingml/2006/main">
            <a:r>
              <a:t>      "rowIndex": 0,</a:t>
            </a:r>
          </a:p>
          <a:p xmlns:a="http://schemas.openxmlformats.org/drawingml/2006/main">
            <a:r>
              <a:t>      "raw": {</a:t>
            </a:r>
          </a:p>
          <a:p xmlns:a="http://schemas.openxmlformats.org/drawingml/2006/main">
            <a:r>
              <a:t>        "contract_id": "dungeon-generation-seed-contract.v1",</a:t>
            </a:r>
          </a:p>
          <a:p xmlns:a="http://schemas.openxmlformats.org/drawingml/2006/main">
            <a:r>
              <a:t>        "namespace_id": "sidefx:contracts",</a:t>
            </a:r>
          </a:p>
          <a:p xmlns:a="http://schemas.openxmlformats.org/drawingml/2006/main">
            <a:r>
              <a:t>        "schema_digest": "b4968b6b7354c56bdfecc259312ce12d0c4e8a464658b58a153c5adfae67bc70",</a:t>
            </a:r>
          </a:p>
          <a:p xmlns:a="http://schemas.openxmlformats.org/drawingml/2006/main">
            <a:r>
              <a:t>        "schema_resolved": 1,</a:t>
            </a:r>
          </a:p>
          <a:p xmlns:a="http://schemas.openxmlformats.org/drawingml/2006/main">
            <a:r>
              <a:t>        "root_type": "object",</a:t>
            </a:r>
          </a:p>
          <a:p xmlns:a="http://schemas.openxmlformats.org/drawingml/2006/main">
            <a:r>
              <a:t>        "root_closed": 1,</a:t>
            </a:r>
          </a:p>
          <a:p xmlns:a="http://schemas.openxmlformats.org/drawingml/2006/main">
            <a:r>
              <a:t>        "root_unconstrained": 0,</a:t>
            </a:r>
          </a:p>
          <a:p xmlns:a="http://schemas.openxmlformats.org/drawingml/2006/main">
            <a:r>
              <a:t>        "required_missing": 0,</a:t>
            </a:r>
          </a:p>
          <a:p xmlns:a="http://schemas.openxmlformats.org/drawingml/2006/main">
            <a:r>
              <a:t>        "const_type_conflict": 0,</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a:t>
            </a:r>
          </a:p>
          <a:p xmlns:a="http://schemas.openxmlformats.org/drawingml/2006/main">
            <a:r>
              <a:t>      "reading": "contract-satisfiability",</a:t>
            </a:r>
          </a:p>
          <a:p xmlns:a="http://schemas.openxmlformats.org/drawingml/2006/main">
            <a:r>
              <a:t>      "property": "contract-satisfiability",</a:t>
            </a:r>
          </a:p>
          <a:p xmlns:a="http://schemas.openxmlformats.org/drawingml/2006/main">
            <a:r>
              <a:t>      "subject": "dungeon-board-state-contract.v1",</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"nodeIds": [</a:t>
            </a:r>
          </a:p>
          <a:p xmlns:a="http://schemas.openxmlformats.org/drawingml/2006/main">
            <a:r>
              <a:t>        "outcome:procedural-dungeon-governed-execution"</a:t>
            </a:r>
          </a:p>
          <a:p xmlns:a="http://schemas.openxmlformats.org/drawingml/2006/main">
            <a:r>
              <a:t>      ],</a:t>
            </a:r>
          </a:p>
          <a:p xmlns:a="http://schemas.openxmlformats.org/drawingml/2006/main">
            <a:r>
              <a:t>      "scenarioIds": [</a:t>
            </a:r>
          </a:p>
          <a:p xmlns:a="http://schemas.openxmlformats.org/drawingml/2006/main">
            <a:r>
              <a:t>        "procedural-dungeon-governed-execution"</a:t>
            </a:r>
          </a:p>
          <a:p xmlns:a="http://schemas.openxmlformats.org/drawingml/2006/main">
            <a:r>
              <a:t>      ],</a:t>
            </a:r>
          </a:p>
          <a:p xmlns:a="http://schemas.openxmlformats.org/drawingml/2006/main">
            <a:r>
              <a:t>      "sourceRef": "snapshot:/inspection/readings/5/document/rows/1",</a:t>
            </a:r>
          </a:p>
          <a:p xmlns:a="http://schemas.openxmlformats.org/drawingml/2006/main">
            <a:r>
              <a:t>      "rowIndex": 1,</a:t>
            </a:r>
          </a:p>
          <a:p xmlns:a="http://schemas.openxmlformats.org/drawingml/2006/main">
            <a:r>
              <a:t>      "raw": {</a:t>
            </a:r>
          </a:p>
          <a:p xmlns:a="http://schemas.openxmlformats.org/drawingml/2006/main">
            <a:r>
              <a:t>        "contract_id": "dungeon-board-state-contract.v1",</a:t>
            </a:r>
          </a:p>
          <a:p xmlns:a="http://schemas.openxmlformats.org/drawingml/2006/main">
            <a:r>
              <a:t>        "namespace_id": "sidefx:contracts",</a:t>
            </a:r>
          </a:p>
          <a:p xmlns:a="http://schemas.openxmlformats.org/drawingml/2006/main">
            <a:r>
              <a:t>        "schema_digest": "0ee8814b26e9a0732f8910345cb95eb25bed18e2313ed465616a6a81e7e1c892",</a:t>
            </a:r>
          </a:p>
          <a:p xmlns:a="http://schemas.openxmlformats.org/drawingml/2006/main">
            <a:r>
              <a:t>        "schema_resolved": 1,</a:t>
            </a:r>
          </a:p>
          <a:p xmlns:a="http://schemas.openxmlformats.org/drawingml/2006/main">
            <a:r>
              <a:t>        "root_type": "object",</a:t>
            </a:r>
          </a:p>
          <a:p xmlns:a="http://schemas.openxmlformats.org/drawingml/2006/main">
            <a:r>
              <a:t>        "root_closed": 1,</a:t>
            </a:r>
          </a:p>
          <a:p xmlns:a="http://schemas.openxmlformats.org/drawingml/2006/main">
            <a:r>
              <a:t>        "root_unconstrained": 0,</a:t>
            </a:r>
          </a:p>
          <a:p xmlns:a="http://schemas.openxmlformats.org/drawingml/2006/main">
            <a:r>
              <a:t>        "required_missing": 0,</a:t>
            </a:r>
          </a:p>
          <a:p xmlns:a="http://schemas.openxmlformats.org/drawingml/2006/main">
            <a:r>
              <a:t>        "const_type_conflict": 0,</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a:t>
            </a:r>
          </a:p>
          <a:p xmlns:a="http://schemas.openxmlformats.org/drawingml/2006/main">
            <a:r>
              <a:t>      "reading": "scenario-predicates",</a:t>
            </a:r>
          </a:p>
          <a:p xmlns:a="http://schemas.openxmlformats.org/drawingml/2006/main">
            <a:r>
              <a:t>      "property": "scenario-predicates",</a:t>
            </a:r>
          </a:p>
          <a:p xmlns:a="http://schemas.openxmlformats.org/drawingml/2006/main">
            <a:r>
              <a:t>      "subject": "procedural-dungeon-governed-execution",</a:t>
            </a:r>
          </a:p>
          <a:p xmlns:a="http://schemas.openxmlformats.org/drawingml/2006/main">
            <a:r>
              <a:t>      "disposition": "PROVED",</a:t>
            </a:r>
          </a:p>
          <a:p xmlns:a="http://schemas.openxmlformats.org/drawingml/2006/main">
            <a:r>
              <a:t>      "basis": "P_I and P_O both declared",</a:t>
            </a:r>
          </a:p>
          <a:p xmlns:a="http://schemas.openxmlformats.org/drawingml/2006/main">
            <a:r>
              <a:t>      "nodeIds": [</a:t>
            </a:r>
          </a:p>
          <a:p xmlns:a="http://schemas.openxmlformats.org/drawingml/2006/main">
            <a:r>
              <a:t>        "scenario:procedural-dungeon-governed-execution"</a:t>
            </a:r>
          </a:p>
          <a:p xmlns:a="http://schemas.openxmlformats.org/drawingml/2006/main">
            <a:r>
              <a:t>      ],</a:t>
            </a:r>
          </a:p>
          <a:p xmlns:a="http://schemas.openxmlformats.org/drawingml/2006/main">
            <a:r>
              <a:t>      "scenarioIds": [</a:t>
            </a:r>
          </a:p>
          <a:p xmlns:a="http://schemas.openxmlformats.org/drawingml/2006/main">
            <a:r>
              <a:t>        "procedural-dungeon-governed-execution"</a:t>
            </a:r>
          </a:p>
          <a:p xmlns:a="http://schemas.openxmlformats.org/drawingml/2006/main">
            <a:r>
              <a:t>      ],</a:t>
            </a:r>
          </a:p>
          <a:p xmlns:a="http://schemas.openxmlformats.org/drawingml/2006/main">
            <a:r>
              <a:t>      "sourceRef": "snapshot:/inspection/readings/6/document/rows/0",</a:t>
            </a:r>
          </a:p>
          <a:p xmlns:a="http://schemas.openxmlformats.org/drawingml/2006/main">
            <a:r>
              <a:t>      "rowIndex": 0,</a:t>
            </a:r>
          </a:p>
          <a:p xmlns:a="http://schemas.openxmlformats.org/drawingml/2006/main">
            <a:r>
              <a:t>      "raw": {</a:t>
            </a:r>
          </a:p>
          <a:p xmlns:a="http://schemas.openxmlformats.org/drawingml/2006/main">
            <a:r>
              <a:t>        "capability_id": "procedural-dungeon-governed-execution",</a:t>
            </a:r>
          </a:p>
          <a:p xmlns:a="http://schemas.openxmlformats.org/drawingml/2006/main">
            <a:r>
              <a:t>        "scenario_id": "procedural-dungeon-governed-execution",</a:t>
            </a:r>
          </a:p>
          <a:p xmlns:a="http://schemas.openxmlformats.org/drawingml/2006/main">
            <a:r>
              <a:t>        "scenario_version_pk": 113602,</a:t>
            </a:r>
          </a:p>
          <a:p xmlns:a="http://schemas.openxmlformats.org/drawingml/2006/main">
            <a:r>
              <a:t>        "has_input_contract": 1,</a:t>
            </a:r>
          </a:p>
          <a:p xmlns:a="http://schemas.openxmlformats.org/drawingml/2006/main">
            <a:r>
              <a:t>        "has_outcome_contract": 1,</a:t>
            </a:r>
          </a:p>
          <a:p xmlns:a="http://schemas.openxmlformats.org/drawingml/2006/main">
            <a:r>
              <a:t>        "variants": 0,</a:t>
            </a:r>
          </a:p>
          <a:p xmlns:a="http://schemas.openxmlformats.org/drawingml/2006/main">
            <a:r>
              <a:t>        "disposition": "PROVED",</a:t>
            </a:r>
          </a:p>
          <a:p xmlns:a="http://schemas.openxmlformats.org/drawingml/2006/main">
            <a:r>
              <a:t>        "basis": "P_I and P_O both declared"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a:t>
            </a:r>
          </a:p>
          <a:p xmlns:a="http://schemas.openxmlformats.org/drawingml/2006/main">
            <a:r>
              <a:t>      "reading": "expression-semantics",</a:t>
            </a:r>
          </a:p>
          <a:p xmlns:a="http://schemas.openxmlformats.org/drawingml/2006/main">
            <a:r>
              <a:t>      "property": "expression-semantics",</a:t>
            </a:r>
          </a:p>
          <a:p xmlns:a="http://schemas.openxmlformats.org/drawingml/2006/main">
            <a:r>
              <a:t>      "subject": "array",</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"snapshot:/inspection/readings/7/document/rows/0",</a:t>
            </a:r>
          </a:p>
          <a:p xmlns:a="http://schemas.openxmlformats.org/drawingml/2006/main">
            <a:r>
              <a:t>      "rowIndex": 0,</a:t>
            </a:r>
          </a:p>
          <a:p xmlns:a="http://schemas.openxmlformats.org/drawingml/2006/main">
            <a:r>
              <a:t>      "raw": {</a:t>
            </a:r>
          </a:p>
          <a:p xmlns:a="http://schemas.openxmlformats.org/drawingml/2006/main">
            <a:r>
              <a:t>        "operator": "array",</a:t>
            </a:r>
          </a:p>
          <a:p xmlns:a="http://schemas.openxmlformats.org/drawingml/2006/main">
            <a:r>
              <a:t>        "ruling_file": "conformance/execution-graph/mechanics/array.v1",</a:t>
            </a:r>
          </a:p>
          <a:p xmlns:a="http://schemas.openxmlformats.org/drawingml/2006/main">
            <a:r>
              <a:t>        "semantic_effect": "pure",</a:t>
            </a:r>
          </a:p>
          <a:p xmlns:a="http://schemas.openxmlformats.org/drawingml/2006/main">
            <a:r>
              <a:t>        "primary_decision": "construct from evaluated items",</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a:t>
            </a:r>
          </a:p>
          <a:p xmlns:a="http://schemas.openxmlformats.org/drawingml/2006/main">
            <a:r>
              <a:t>      "reading": "expression-semantics",</a:t>
            </a:r>
          </a:p>
          <a:p xmlns:a="http://schemas.openxmlformats.org/drawingml/2006/main">
            <a:r>
              <a:t>      "property": "expression-semantics",</a:t>
            </a:r>
          </a:p>
          <a:p xmlns:a="http://schemas.openxmlformats.org/drawingml/2006/main">
            <a:r>
              <a:t>      "subject": "base64-decode-utf8",</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a:t>
            </a:r>
          </a:p>
          <a:p xmlns:a="http://schemas.openxmlformats.org/drawingml/2006/main">
            <a:r>
              <a:t>      "rowIndex": 1,</a:t>
            </a:r>
          </a:p>
          <a:p xmlns:a="http://schemas.openxmlformats.org/drawingml/2006/main">
            <a:r>
              <a:t>      "raw": {</a:t>
            </a:r>
          </a:p>
          <a:p xmlns:a="http://schemas.openxmlformats.org/drawingml/2006/main">
            <a:r>
              <a:t>        "operator": "base64-decode-utf8",</a:t>
            </a:r>
          </a:p>
          <a:p xmlns:a="http://schemas.openxmlformats.org/drawingml/2006/main">
            <a:r>
              <a:t>        "ruling_file": "conformance/execution-graph/mechanics/base64-decode-utf8.v1",</a:t>
            </a:r>
          </a:p>
          <a:p xmlns:a="http://schemas.openxmlformats.org/drawingml/2006/main">
            <a:r>
              <a:t>        "semantic_effect": "pure",</a:t>
            </a:r>
          </a:p>
          <a:p xmlns:a="http://schemas.openxmlformats.org/drawingml/2006/main">
            <a:r>
              <a:t>        "primary_decision": "decode base64 text as UTF-8",</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"V6",</a:t>
            </a:r>
          </a:p>
          <a:p xmlns:a="http://schemas.openxmlformats.org/drawingml/2006/main">
            <a:r>
              <a:t>      "reading": "expression-semantics",</a:t>
            </a:r>
          </a:p>
          <a:p xmlns:a="http://schemas.openxmlformats.org/drawingml/2006/main">
            <a:r>
              <a:t>      "property": "expression-semantics",</a:t>
            </a:r>
          </a:p>
          <a:p xmlns:a="http://schemas.openxmlformats.org/drawingml/2006/main">
            <a:r>
              <a:t>      "subject": "bind-path",</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a:t>
            </a:r>
          </a:p>
          <a:p xmlns:a="http://schemas.openxmlformats.org/drawingml/2006/main">
            <a:r>
              <a:t>      "rowIndex": 2,</a:t>
            </a:r>
          </a:p>
          <a:p xmlns:a="http://schemas.openxmlformats.org/drawingml/2006/main">
            <a:r>
              <a:t>      "raw": {</a:t>
            </a:r>
          </a:p>
          <a:p xmlns:a="http://schemas.openxmlformats.org/drawingml/2006/main">
            <a:r>
              <a:t>        "operator": "bind-path",</a:t>
            </a:r>
          </a:p>
          <a:p xmlns:a="http://schemas.openxmlformats.org/drawingml/2006/main">
            <a:r>
              <a:t>        "ruling_file": "conformance/execution-graph/mechanics/bind-path.v1",</a:t>
            </a:r>
          </a:p>
          <a:p xmlns:a="http://schemas.openxmlformats.org/drawingml/2006/main">
            <a:r>
              <a:t>        "semantic_effect": "pure",</a:t>
            </a:r>
          </a:p>
          <a:p xmlns:a="http://schemas.openxmlformats.org/drawingml/2006/main">
            <a:r>
              <a:t>        "primary_decision": "prototype segments refused (PROTOTYPE_SEGMENT_REJECTED); empty path refused (PATH_NOT_DECLARED); non-object carrier refused (OPERAND_NOT_OBJECT); result is a clone",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"V7",</a:t>
            </a:r>
          </a:p>
          <a:p xmlns:a="http://schemas.openxmlformats.org/drawingml/2006/main">
            <a:r>
              <a:t>      "reading": "expression-semantics",</a:t>
            </a:r>
          </a:p>
          <a:p xmlns:a="http://schemas.openxmlformats.org/drawingml/2006/main">
            <a:r>
              <a:t>      "property": "expression-semantics",</a:t>
            </a:r>
          </a:p>
          <a:p xmlns:a="http://schemas.openxmlformats.org/drawingml/2006/main">
            <a:r>
              <a:t>      "subject": "canonicalize",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a:t>
            </a:r>
          </a:p>
          <a:p xmlns:a="http://schemas.openxmlformats.org/drawingml/2006/main">
            <a:r>
              <a:t>      "rowIndex": 3,</a:t>
            </a:r>
          </a:p>
          <a:p xmlns:a="http://schemas.openxmlformats.org/drawingml/2006/main">
            <a:r>
              <a:t>      "raw": {</a:t>
            </a:r>
          </a:p>
          <a:p xmlns:a="http://schemas.openxmlformats.org/drawingml/2006/main">
            <a:r>
              <a:t>        "operator": "canonicalize",</a:t>
            </a:r>
          </a:p>
          <a:p xmlns:a="http://schemas.openxmlformats.org/drawingml/2006/main">
            <a:r>
              <a:t>        "ruling_file": "conformance/execution-graph/mechanics/canonicalize.v1",</a:t>
            </a:r>
          </a:p>
          <a:p xmlns:a="http://schemas.openxmlformats.org/drawingml/2006/main">
            <a:r>
              <a:t>        "semantic_effect": "pure",</a:t>
            </a:r>
          </a:p>
          <a:p xmlns:a="http://schemas.openxmlformats.org/drawingml/2006/main">
            <a:r>
              <a:t>        "primary_decision": "recursive sorted-key canonical form",</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"V8",</a:t>
            </a:r>
          </a:p>
          <a:p xmlns:a="http://schemas.openxmlformats.org/drawingml/2006/main">
            <a:r>
              <a:t>      "reading": "expression-semantics",</a:t>
            </a:r>
          </a:p>
          <a:p xmlns:a="http://schemas.openxmlformats.org/drawingml/2006/main">
            <a:r>
              <a:t>      "property": "expression-semantics",</a:t>
            </a:r>
          </a:p>
          <a:p xmlns:a="http://schemas.openxmlformats.org/drawingml/2006/main">
            <a:r>
              <a:t>      "subject": "directed-graph-closure",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"snapshot:/inspection/readings/7/document/rows/4",</a:t>
            </a:r>
          </a:p>
          <a:p xmlns:a="http://schemas.openxmlformats.org/drawingml/2006/main">
            <a:r>
              <a:t>      "rowIndex": 4,</a:t>
            </a:r>
          </a:p>
          <a:p xmlns:a="http://schemas.openxmlformats.org/drawingml/2006/main">
            <a:r>
              <a:t>      "raw": {</a:t>
            </a:r>
          </a:p>
          <a:p xmlns:a="http://schemas.openxmlformats.org/drawingml/2006/main">
            <a:r>
              <a:t>        "operator": "directed-graph-closure",</a:t>
            </a:r>
          </a:p>
          <a:p xmlns:a="http://schemas.openxmlformats.org/drawingml/2006/main">
            <a:r>
              <a:t>        "ruling_file": "conformance/execution-graph/mechanics/directed-graph-closure.v1",</a:t>
            </a:r>
          </a:p>
          <a:p xmlns:a="http://schemas.openxmlformats.org/drawingml/2006/main">
            <a:r>
              <a:t>        "semantic_effect": "pure",</a:t>
            </a:r>
          </a:p>
          <a:p xmlns:a="http://schemas.openxmlformats.org/drawingml/2006/main">
            <a:r>
              <a:t>        "primary_decision": "lexical ordering by stable identity; reachability includes the zero-length path",</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"V9",</a:t>
            </a:r>
          </a:p>
          <a:p xmlns:a="http://schemas.openxmlformats.org/drawingml/2006/main">
            <a:r>
              <a:t>      "reading": "expression-semantics",</a:t>
            </a:r>
          </a:p>
          <a:p xmlns:a="http://schemas.openxmlformats.org/drawingml/2006/main">
            <a:r>
              <a:t>      "property": "expression-semantics",</a:t>
            </a:r>
          </a:p>
          <a:p xmlns:a="http://schemas.openxmlformats.org/drawingml/2006/main">
            <a:r>
              <a:t>      "subject": "equals",</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"snapshot:/inspection/readings/7/document/rows/5",</a:t>
            </a:r>
          </a:p>
          <a:p xmlns:a="http://schemas.openxmlformats.org/drawingml/2006/main">
            <a:r>
              <a:t>      "rowIndex": 5,</a:t>
            </a:r>
          </a:p>
          <a:p xmlns:a="http://schemas.openxmlformats.org/drawingml/2006/main">
            <a:r>
              <a:t>      "raw": {</a:t>
            </a:r>
          </a:p>
          <a:p xmlns:a="http://schemas.openxmlformats.org/drawingml/2006/main">
            <a:r>
              <a:t>        "operator": "equals",</a:t>
            </a:r>
          </a:p>
          <a:p xmlns:a="http://schemas.openxmlformats.org/drawingml/2006/main">
            <a:r>
              <a:t>        "ruling_file": "conformance/execution-graph/mechanics/equals.v1",</a:t>
            </a:r>
          </a:p>
          <a:p xmlns:a="http://schemas.openxmlformats.org/drawingml/2006/main">
            <a:r>
              <a:t>        "semantic_effect": "pure",</a:t>
            </a:r>
          </a:p>
          <a:p xmlns:a="http://schemas.openxmlformats.org/drawingml/2006/main">
            <a:r>
              <a:t>        "primary_decision": "primitive values only; a non-primitive operand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"V10",</a:t>
            </a:r>
          </a:p>
          <a:p xmlns:a="http://schemas.openxmlformats.org/drawingml/2006/main">
            <a:r>
              <a:t>      "reading": "expression-semantics",</a:t>
            </a:r>
          </a:p>
          <a:p xmlns:a="http://schemas.openxmlformats.org/drawingml/2006/main">
            <a:r>
              <a:t>      "property": "expression-semantics",</a:t>
            </a:r>
          </a:p>
          <a:p xmlns:a="http://schemas.openxmlformats.org/drawingml/2006/main">
            <a:r>
              <a:t>      "subject": "escape-html",</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"snapshot:/inspection/readings/7/document/rows/6",</a:t>
            </a:r>
          </a:p>
          <a:p xmlns:a="http://schemas.openxmlformats.org/drawingml/2006/main">
            <a:r>
              <a:t>      "rowIndex": 6,</a:t>
            </a:r>
          </a:p>
          <a:p xmlns:a="http://schemas.openxmlformats.org/drawingml/2006/main">
            <a:r>
              <a:t>      "raw": {</a:t>
            </a:r>
          </a:p>
          <a:p xmlns:a="http://schemas.openxmlformats.org/drawingml/2006/main">
            <a:r>
              <a:t>        "operator": "escape-html",</a:t>
            </a:r>
          </a:p>
          <a:p xmlns:a="http://schemas.openxmlformats.org/drawingml/2006/main">
            <a:r>
              <a:t>        "ruling_file": "conformance/execution-graph/mechanics/escape-html.v1",</a:t>
            </a:r>
          </a:p>
          <a:p xmlns:a="http://schemas.openxmlformats.org/drawingml/2006/main">
            <a:r>
              <a:t>        "semantic_effect": "pure",</a:t>
            </a:r>
          </a:p>
          <a:p xmlns:a="http://schemas.openxmlformats.org/drawingml/2006/main">
            <a:r>
              <a:t>        "primary_decision": "HTML-escape a string",</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"V11",</a:t>
            </a:r>
          </a:p>
          <a:p xmlns:a="http://schemas.openxmlformats.org/drawingml/2006/main">
            <a:r>
              <a:t>      "reading": "expression-semantics",</a:t>
            </a:r>
          </a:p>
          <a:p xmlns:a="http://schemas.openxmlformats.org/drawingml/2006/main">
            <a:r>
              <a:t>      "property": "expression-semantics",</a:t>
            </a:r>
          </a:p>
          <a:p xmlns:a="http://schemas.openxmlformats.org/drawingml/2006/main">
            <a:r>
              <a:t>      "subject": "every",</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"snapshot:/inspection/readings/7/document/rows/7",</a:t>
            </a:r>
          </a:p>
          <a:p xmlns:a="http://schemas.openxmlformats.org/drawingml/2006/main">
            <a:r>
              <a:t>      "rowIndex": 7,</a:t>
            </a:r>
          </a:p>
          <a:p xmlns:a="http://schemas.openxmlformats.org/drawingml/2006/main">
            <a:r>
              <a:t>      "raw": {</a:t>
            </a:r>
          </a:p>
          <a:p xmlns:a="http://schemas.openxmlformats.org/drawingml/2006/main">
            <a:r>
              <a:t>        "operator": "every",</a:t>
            </a:r>
          </a:p>
          <a:p xmlns:a="http://schemas.openxmlformats.org/drawingml/2006/main">
            <a:r>
              <a:t>        "ruling_file": "conformance/execution-graph/mechanics/every.v1",</a:t>
            </a:r>
          </a:p>
          <a:p xmlns:a="http://schemas.openxmlformats.org/drawingml/2006/main">
            <a:r>
              <a:t>        "semantic_effect": "pure",</a:t>
            </a:r>
          </a:p>
          <a:p xmlns:a="http://schemas.openxmlformats.org/drawingml/2006/main">
            <a:r>
              <a:t>        "primary_decision": "true when every item satisfies the predicate",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"V12",</a:t>
            </a:r>
          </a:p>
          <a:p xmlns:a="http://schemas.openxmlformats.org/drawingml/2006/main">
            <a:r>
              <a:t>      "reading": "expression-semantics",</a:t>
            </a:r>
          </a:p>
          <a:p xmlns:a="http://schemas.openxmlformats.org/drawingml/2006/main">
            <a:r>
              <a:t>      "property": "expression-semantics",</a:t>
            </a:r>
          </a:p>
          <a:p xmlns:a="http://schemas.openxmlformats.org/drawingml/2006/main">
            <a:r>
              <a:t>      "subject": "filter",</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"snapshot:/inspection/readings/7/document/rows/8",</a:t>
            </a:r>
          </a:p>
          <a:p xmlns:a="http://schemas.openxmlformats.org/drawingml/2006/main">
            <a:r>
              <a:t>      "rowIndex": 8,</a:t>
            </a:r>
          </a:p>
          <a:p xmlns:a="http://schemas.openxmlformats.org/drawingml/2006/main">
            <a:r>
              <a:t>      "raw": {</a:t>
            </a:r>
          </a:p>
          <a:p xmlns:a="http://schemas.openxmlformats.org/drawingml/2006/main">
            <a:r>
              <a:t>        "operator": "filter",</a:t>
            </a:r>
          </a:p>
          <a:p xmlns:a="http://schemas.openxmlformats.org/drawingml/2006/main">
            <a:r>
              <a:t>        "ruling_file": "conformance/execution-graph/mechanics/filter.v1",</a:t>
            </a:r>
          </a:p>
          <a:p xmlns:a="http://schemas.openxmlformats.org/drawingml/2006/main">
            <a:r>
              <a:t>        "semantic_effect": "pure",</a:t>
            </a:r>
          </a:p>
          <a:p xmlns:a="http://schemas.openxmlformats.org/drawingml/2006/main">
            <a:r>
              <a:t>        "primary_decision": "keep items whose predicate is truthy",</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"V13",</a:t>
            </a:r>
          </a:p>
          <a:p xmlns:a="http://schemas.openxmlformats.org/drawingml/2006/main">
            <a:r>
              <a:t>      "reading": "expression-semantics",</a:t>
            </a:r>
          </a:p>
          <a:p xmlns:a="http://schemas.openxmlformats.org/drawingml/2006/main">
            <a:r>
              <a:t>      "property": "expression-semantics",</a:t>
            </a:r>
          </a:p>
          <a:p xmlns:a="http://schemas.openxmlformats.org/drawingml/2006/main">
            <a:r>
              <a:t>      "subject": "find",</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"snapshot:/inspection/readings/7/document/rows/9",</a:t>
            </a:r>
          </a:p>
          <a:p xmlns:a="http://schemas.openxmlformats.org/drawingml/2006/main">
            <a:r>
              <a:t>      "rowIndex": 9,</a:t>
            </a:r>
          </a:p>
          <a:p xmlns:a="http://schemas.openxmlformats.org/drawingml/2006/main">
            <a:r>
              <a:t>      "raw": {</a:t>
            </a:r>
          </a:p>
          <a:p xmlns:a="http://schemas.openxmlformats.org/drawingml/2006/main">
            <a:r>
              <a:t>        "operator": "find",</a:t>
            </a:r>
          </a:p>
          <a:p xmlns:a="http://schemas.openxmlformats.org/drawingml/2006/main">
            <a:r>
              <a:t>        "ruling_file": "conformance/execution-graph/mechanics/find.v1",</a:t>
            </a:r>
          </a:p>
          <a:p xmlns:a="http://schemas.openxmlformats.org/drawingml/2006/main">
            <a:r>
              <a:t>        "semantic_effect": "pure",</a:t>
            </a:r>
          </a:p>
          <a:p xmlns:a="http://schemas.openxmlformats.org/drawingml/2006/main">
            <a:r>
              <a:t>        "primary_decision": "no match is absent (null)",</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"V14",</a:t>
            </a:r>
          </a:p>
          <a:p xmlns:a="http://schemas.openxmlformats.org/drawingml/2006/main">
            <a:r>
              <a:t>      "reading": "expression-semantics",</a:t>
            </a:r>
          </a:p>
          <a:p xmlns:a="http://schemas.openxmlformats.org/drawingml/2006/main">
            <a:r>
              <a:t>      "property": "expression-semantics",</a:t>
            </a:r>
          </a:p>
          <a:p xmlns:a="http://schemas.openxmlformats.org/drawingml/2006/main">
            <a:r>
              <a:t>      "subject": "flat-map",</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"snapshot:/inspection/readings/7/document/rows/10",</a:t>
            </a:r>
          </a:p>
          <a:p xmlns:a="http://schemas.openxmlformats.org/drawingml/2006/main">
            <a:r>
              <a:t>      "rowIndex": 10,</a:t>
            </a:r>
          </a:p>
          <a:p xmlns:a="http://schemas.openxmlformats.org/drawingml/2006/main">
            <a:r>
              <a:t>      "raw": {</a:t>
            </a:r>
          </a:p>
          <a:p xmlns:a="http://schemas.openxmlformats.org/drawingml/2006/main">
            <a:r>
              <a:t>        "operator": "flat-map",</a:t>
            </a:r>
          </a:p>
          <a:p xmlns:a="http://schemas.openxmlformats.org/drawingml/2006/main">
            <a:r>
              <a:t>        "ruling_file": "conformance/execution-graph/mechanics/flat-map.v1",</a:t>
            </a:r>
          </a:p>
          <a:p xmlns:a="http://schemas.openxmlformats.org/drawingml/2006/main">
            <a:r>
              <a:t>        "semantic_effect": "pure",</a:t>
            </a:r>
          </a:p>
          <a:p xmlns:a="http://schemas.openxmlformats.org/drawingml/2006/main">
            <a:r>
              <a:t>        "primary_decision": "map then flatten one level",</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"V15",</a:t>
            </a:r>
          </a:p>
          <a:p xmlns:a="http://schemas.openxmlformats.org/drawingml/2006/main">
            <a:r>
              <a:t>      "reading": "expression-semantics",</a:t>
            </a:r>
          </a:p>
          <a:p xmlns:a="http://schemas.openxmlformats.org/drawingml/2006/main">
            <a:r>
              <a:t>      "property": "expression-semantics",</a:t>
            </a:r>
          </a:p>
          <a:p xmlns:a="http://schemas.openxmlformats.org/drawingml/2006/main">
            <a:r>
              <a:t>      "subject": "format",</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"snapshot:/inspection/readings/7/document/rows/11",</a:t>
            </a:r>
          </a:p>
          <a:p xmlns:a="http://schemas.openxmlformats.org/drawingml/2006/main">
            <a:r>
              <a:t>      "rowIndex": 11,</a:t>
            </a:r>
          </a:p>
          <a:p xmlns:a="http://schemas.openxmlformats.org/drawingml/2006/main">
            <a:r>
              <a:t>      "raw": {</a:t>
            </a:r>
          </a:p>
          <a:p xmlns:a="http://schemas.openxmlformats.org/drawingml/2006/main">
            <a:r>
              <a:t>        "operator": "format",</a:t>
            </a:r>
          </a:p>
          <a:p xmlns:a="http://schemas.openxmlformats.org/drawingml/2006/main">
            <a:r>
              <a:t>        "ruling_file": "conformance/execution-graph/mechanics/format.v1",</a:t>
            </a:r>
          </a:p>
          <a:p xmlns:a="http://schemas.openxmlformats.org/drawingml/2006/main">
            <a:r>
              <a:t>        "semantic_effect": "pure",</a:t>
            </a:r>
          </a:p>
          <a:p xmlns:a="http://schemas.openxmlformats.org/drawingml/2006/main">
            <a:r>
              <a:t>        "primary_decision": "primitive values by the declared coercion table; each placeholder substituted once",</a:t>
            </a:r>
          </a:p>
          <a:p xmlns:a="http://schemas.openxmlformats.org/drawingml/2006/main">
            <a:r>
              <a:t>        "estate_uses": 1,</a:t>
            </a:r>
          </a:p>
          <a:p xmlns:a="http://schemas.openxmlformats.org/drawingml/2006/main">
            <a:r>
              <a:t>        "transcribed": 1,</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"V16",</a:t>
            </a:r>
          </a:p>
          <a:p xmlns:a="http://schemas.openxmlformats.org/drawingml/2006/main">
            <a:r>
              <a:t>      "reading": "expression-semantics",</a:t>
            </a:r>
          </a:p>
          <a:p xmlns:a="http://schemas.openxmlformats.org/drawingml/2006/main">
            <a:r>
              <a:t>      "property": "expression-semantics",</a:t>
            </a:r>
          </a:p>
          <a:p xmlns:a="http://schemas.openxmlformats.org/drawingml/2006/main">
            <a:r>
              <a:t>      "subject": "greater-than",</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"snapshot:/inspection/readings/7/document/rows/12",</a:t>
            </a:r>
          </a:p>
          <a:p xmlns:a="http://schemas.openxmlformats.org/drawingml/2006/main">
            <a:r>
              <a:t>      "rowIndex": 12,</a:t>
            </a:r>
          </a:p>
          <a:p xmlns:a="http://schemas.openxmlformats.org/drawingml/2006/main">
            <a:r>
              <a:t>      "raw": {</a:t>
            </a:r>
          </a:p>
          <a:p xmlns:a="http://schemas.openxmlformats.org/drawingml/2006/main">
            <a:r>
              <a:t>        "operator": "greater-than",</a:t>
            </a:r>
          </a:p>
          <a:p xmlns:a="http://schemas.openxmlformats.org/drawingml/2006/main">
            <a:r>
              <a:t>        "ruling_file": "conformance/execution-graph/mechanics/greater-than.v1",</a:t>
            </a:r>
          </a:p>
          <a:p xmlns:a="http://schemas.openxmlformats.org/drawingml/2006/main">
            <a:r>
              <a:t>        "semantic_effect": "pure",</a:t>
            </a:r>
          </a:p>
          <a:p xmlns:a="http://schemas.openxmlformats.org/drawingml/2006/main">
            <a:r>
              <a:t>        "primary_decision": "two numbers or two strings; anything else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"V17",</a:t>
            </a:r>
          </a:p>
          <a:p xmlns:a="http://schemas.openxmlformats.org/drawingml/2006/main">
            <a:r>
              <a:t>      "reading": "expression-semantics",</a:t>
            </a:r>
          </a:p>
          <a:p xmlns:a="http://schemas.openxmlformats.org/drawingml/2006/main">
            <a:r>
              <a:t>      "property": "expression-semantics",</a:t>
            </a:r>
          </a:p>
          <a:p xmlns:a="http://schemas.openxmlformats.org/drawingml/2006/main">
            <a:r>
              <a:t>      "subject": "if",</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"snapshot:/inspection/readings/7/document/rows/13",</a:t>
            </a:r>
          </a:p>
          <a:p xmlns:a="http://schemas.openxmlformats.org/drawingml/2006/main">
            <a:r>
              <a:t>      "rowIndex": 13,</a:t>
            </a:r>
          </a:p>
          <a:p xmlns:a="http://schemas.openxmlformats.org/drawingml/2006/main">
            <a:r>
              <a:t>      "raw": {</a:t>
            </a:r>
          </a:p>
          <a:p xmlns:a="http://schemas.openxmlformats.org/drawingml/2006/main">
            <a:r>
              <a:t>        "operator": "if",</a:t>
            </a:r>
          </a:p>
          <a:p xmlns:a="http://schemas.openxmlformats.org/drawingml/2006/main">
            <a:r>
              <a:t>        "ruling_file": "conformance/execution-graph/mechanics/if.v1",</a:t>
            </a:r>
          </a:p>
          <a:p xmlns:a="http://schemas.openxmlformats.org/drawingml/2006/main">
            <a:r>
              <a:t>        "semantic_effect": "pure",</a:t>
            </a:r>
          </a:p>
          <a:p xmlns:a="http://schemas.openxmlformats.org/drawingml/2006/main">
            <a:r>
              <a:t>        "primary_decision": "empty collections are false; the untaken branch is not evaluated",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t>
            </a:r>
          </a:p>
          <a:p xmlns:a="http://schemas.openxmlformats.org/drawingml/2006/main">
            <a:r>
              <a:t/>
            </a:r>
          </a:p>
          <a:p xmlns:a="http://schemas.openxmlformats.org/drawingml/2006/main">
            <a:r>
              <a:t>Notes abbreviated. Full detail is retained in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"V1",</a:t>
            </a:r>
          </a:p>
          <a:p xmlns:a="http://schemas.openxmlformats.org/drawingml/2006/main">
            <a:r>
              <a:t>    "reading": "contract-satisfiability",</a:t>
            </a:r>
          </a:p>
          <a:p xmlns:a="http://schemas.openxmlformats.org/drawingml/2006/main">
            <a:r>
              <a:t>    "property": "contract-satisfiability",</a:t>
            </a:r>
          </a:p>
          <a:p xmlns:a="http://schemas.openxmlformats.org/drawingml/2006/main">
            <a:r>
              <a:t>    "subject": "dungeon-generation-seed-contract.v1",</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"nodeIds": [</a:t>
            </a:r>
          </a:p>
          <a:p xmlns:a="http://schemas.openxmlformats.org/drawingml/2006/main">
            <a:r>
              <a:t>      "input:procedural-dungeon-governed-execution"</a:t>
            </a:r>
          </a:p>
          <a:p xmlns:a="http://schemas.openxmlformats.org/drawingml/2006/main">
            <a:r>
              <a:t>    ],</a:t>
            </a:r>
          </a:p>
          <a:p xmlns:a="http://schemas.openxmlformats.org/drawingml/2006/main">
            <a:r>
              <a:t>    "scenarioIds": [</a:t>
            </a:r>
          </a:p>
          <a:p xmlns:a="http://schemas.openxmlformats.org/drawingml/2006/main">
            <a:r>
              <a:t>      "procedural-dungeon-governed-execution"</a:t>
            </a:r>
          </a:p>
          <a:p xmlns:a="http://schemas.openxmlformats.org/drawingml/2006/main">
            <a:r>
              <a:t>    ],</a:t>
            </a:r>
          </a:p>
          <a:p xmlns:a="http://schemas.openxmlformats.org/drawingml/2006/main">
            <a:r>
              <a:t>    "sourceRef": "snapshot:/inspection/readings/5/document/rows/0",</a:t>
            </a:r>
          </a:p>
          <a:p xmlns:a="http://schemas.openxmlformats.org/drawingml/2006/main">
            <a:r>
              <a:t>    "rowIndex": 0,</a:t>
            </a:r>
          </a:p>
          <a:p xmlns:a="http://schemas.openxmlformats.org/drawingml/2006/main">
            <a:r>
              <a:t>    "raw": {</a:t>
            </a:r>
          </a:p>
          <a:p xmlns:a="http://schemas.openxmlformats.org/drawingml/2006/main">
            <a:r>
              <a:t>      "contract_id": "dungeon-generation-seed-contract.v1",</a:t>
            </a:r>
          </a:p>
          <a:p xmlns:a="http://schemas.openxmlformats.org/drawingml/2006/main">
            <a:r>
              <a:t>      "namespace_id": "sidefx:contracts",</a:t>
            </a:r>
          </a:p>
          <a:p xmlns:a="http://schemas.openxmlformats.org/drawingml/2006/main">
            <a:r>
              <a:t>      "schema_digest": "b4968b6b7354c56bdfecc259312ce12d0c4e8a464658b58a153c5adfae67bc70",</a:t>
            </a:r>
          </a:p>
          <a:p xmlns:a="http://schemas.openxmlformats.org/drawingml/2006/main">
            <a:r>
              <a:t>      "schema_resolved": 1,</a:t>
            </a:r>
          </a:p>
          <a:p xmlns:a="http://schemas.openxmlformats.org/drawingml/2006/main">
            <a:r>
              <a:t>      "root_type": "object",</a:t>
            </a:r>
          </a:p>
          <a:p xmlns:a="http://schemas.openxmlformats.org/drawingml/2006/main">
            <a:r>
              <a:t>      "root_closed": 1,</a:t>
            </a:r>
          </a:p>
          <a:p xmlns:a="http://schemas.openxmlformats.org/drawingml/2006/main">
            <a:r>
              <a:t>      "root_unconstrained": 0,</a:t>
            </a:r>
          </a:p>
          <a:p xmlns:a="http://schemas.openxmlformats.org/drawingml/2006/main">
            <a:r>
              <a:t>      "required_missing": 0,</a:t>
            </a:r>
          </a:p>
          <a:p xmlns:a="http://schemas.openxmlformats.org/drawingml/2006/main">
            <a:r>
              <a:t>      "const_type_conflict": 0,</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a:t>
            </a:r>
          </a:p>
          <a:p xmlns:a="http://schemas.openxmlformats.org/drawingml/2006/main">
            <a:r>
              <a:t>    "reading": "contract-satisfiability",</a:t>
            </a:r>
          </a:p>
          <a:p xmlns:a="http://schemas.openxmlformats.org/drawingml/2006/main">
            <a:r>
              <a:t>    "property": "contract-satisfiability",</a:t>
            </a:r>
          </a:p>
          <a:p xmlns:a="http://schemas.openxmlformats.org/drawingml/2006/main">
            <a:r>
              <a:t>    "subject": "dungeon-board-state-contract.v1",</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"nodeIds": [</a:t>
            </a:r>
          </a:p>
          <a:p xmlns:a="http://schemas.openxmlformats.org/drawingml/2006/main">
            <a:r>
              <a:t>      "outcome:procedural-dungeon-governed-execution"</a:t>
            </a:r>
          </a:p>
          <a:p xmlns:a="http://schemas.openxmlformats.org/drawingml/2006/main">
            <a:r>
              <a:t>    ],</a:t>
            </a:r>
          </a:p>
          <a:p xmlns:a="http://schemas.openxmlformats.org/drawingml/2006/main">
            <a:r>
              <a:t>    "scenarioIds": [</a:t>
            </a:r>
          </a:p>
          <a:p xmlns:a="http://schemas.openxmlformats.org/drawingml/2006/main">
            <a:r>
              <a:t>      "procedural-dungeon-governed-execution"</a:t>
            </a:r>
          </a:p>
          <a:p xmlns:a="http://schemas.openxmlformats.org/drawingml/2006/main">
            <a:r>
              <a:t>    ],</a:t>
            </a:r>
          </a:p>
          <a:p xmlns:a="http://schemas.openxmlformats.org/drawingml/2006/main">
            <a:r>
              <a:t>    "sourceRef": "snapshot:/inspection/readings/5/document/rows/1",</a:t>
            </a:r>
          </a:p>
          <a:p xmlns:a="http://schemas.openxmlformats.org/drawingml/2006/main">
            <a:r>
              <a:t>    "rowIndex": 1,</a:t>
            </a:r>
          </a:p>
          <a:p xmlns:a="http://schemas.openxmlformats.org/drawingml/2006/main">
            <a:r>
              <a:t>    "raw": {</a:t>
            </a:r>
          </a:p>
          <a:p xmlns:a="http://schemas.openxmlformats.org/drawingml/2006/main">
            <a:r>
              <a:t>      "contract_id": "dungeon-board-state-contract.v1",</a:t>
            </a:r>
          </a:p>
          <a:p xmlns:a="http://schemas.openxmlformats.org/drawingml/2006/main">
            <a:r>
              <a:t>      "namespace_id": "sidefx:contracts",</a:t>
            </a:r>
          </a:p>
          <a:p xmlns:a="http://schemas.openxmlformats.org/drawingml/2006/main">
            <a:r>
              <a:t>      "schema_digest": "0ee8814b26e9a0732f8910345cb95eb25bed18e2313ed465616a6a81e7e1c892",</a:t>
            </a:r>
          </a:p>
          <a:p xmlns:a="http://schemas.openxmlformats.org/drawingml/2006/main">
            <a:r>
              <a:t>      "schema_resolved": 1,</a:t>
            </a:r>
          </a:p>
          <a:p xmlns:a="http://schemas.openxmlformats.org/drawingml/2006/main">
            <a:r>
              <a:t>      "root_type": "object",</a:t>
            </a:r>
          </a:p>
          <a:p xmlns:a="http://schemas.openxmlformats.org/drawingml/2006/main">
            <a:r>
              <a:t>      "root_closed": 1,</a:t>
            </a:r>
          </a:p>
          <a:p xmlns:a="http://schemas.openxmlformats.org/drawingml/2006/main">
            <a:r>
              <a:t>      "root_unconstrained": 0,</a:t>
            </a:r>
          </a:p>
          <a:p xmlns:a="http://schemas.openxmlformats.org/drawingml/2006/main">
            <a:r>
              <a:t>      "required_missing": 0,</a:t>
            </a:r>
          </a:p>
          <a:p xmlns:a="http://schemas.openxmlformats.org/drawingml/2006/main">
            <a:r>
              <a:t>      "const_type_conflict": 0,</a:t>
            </a:r>
          </a:p>
          <a:p xmlns:a="http://schemas.openxmlformats.org/drawingml/2006/main">
            <a:r>
              <a:t>      "disposition": "PROVED",</a:t>
            </a:r>
          </a:p>
          <a:p xmlns:a="http://schemas.openxmlformats.org/drawingml/2006/main">
            <a:r>
              <a:t>      "basis": "schema resolves in the encodable keyword fragment; no unsatisfiable root pattern detected"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a:t>
            </a:r>
          </a:p>
          <a:p xmlns:a="http://schemas.openxmlformats.org/drawingml/2006/main">
            <a:r>
              <a:t>    "reading": "scenario-predicates",</a:t>
            </a:r>
          </a:p>
          <a:p xmlns:a="http://schemas.openxmlformats.org/drawingml/2006/main">
            <a:r>
              <a:t>    "property": "scenario-predicates",</a:t>
            </a:r>
          </a:p>
          <a:p xmlns:a="http://schemas.openxmlformats.org/drawingml/2006/main">
            <a:r>
              <a:t>    "subject": "procedural-dungeon-governed-execution",</a:t>
            </a:r>
          </a:p>
          <a:p xmlns:a="http://schemas.openxmlformats.org/drawingml/2006/main">
            <a:r>
              <a:t>    "disposition": "PROVED",</a:t>
            </a:r>
          </a:p>
          <a:p xmlns:a="http://schemas.openxmlformats.org/drawingml/2006/main">
            <a:r>
              <a:t>    "basis": "P_I and P_O both declared",</a:t>
            </a:r>
          </a:p>
          <a:p xmlns:a="http://schemas.openxmlformats.org/drawingml/2006/main">
            <a:r>
              <a:t>    "nodeIds": [</a:t>
            </a:r>
          </a:p>
          <a:p xmlns:a="http://schemas.openxmlformats.org/drawingml/2006/main">
            <a:r>
              <a:t>      "scenario:procedural-dungeon-governed-execution"</a:t>
            </a:r>
          </a:p>
          <a:p xmlns:a="http://schemas.openxmlformats.org/drawingml/2006/main">
            <a:r>
              <a:t>    ],</a:t>
            </a:r>
          </a:p>
          <a:p xmlns:a="http://schemas.openxmlformats.org/drawingml/2006/main">
            <a:r>
              <a:t>    "scenarioIds": [</a:t>
            </a:r>
          </a:p>
          <a:p xmlns:a="http://schemas.openxmlformats.org/drawingml/2006/main">
            <a:r>
              <a:t>      "procedural-dungeon-governed-execution"</a:t>
            </a:r>
          </a:p>
          <a:p xmlns:a="http://schemas.openxmlformats.org/drawingml/2006/main">
            <a:r>
              <a:t>    ],</a:t>
            </a:r>
          </a:p>
          <a:p xmlns:a="http://schemas.openxmlformats.org/drawingml/2006/main">
            <a:r>
              <a:t>    "sourceRef": "snapshot:/inspection/readings/6/document/rows/0",</a:t>
            </a:r>
          </a:p>
          <a:p xmlns:a="http://schemas.openxmlformats.org/drawingml/2006/main">
            <a:r>
              <a:t>    "rowIndex": 0,</a:t>
            </a:r>
          </a:p>
          <a:p xmlns:a="http://schemas.openxmlformats.org/drawingml/2006/main">
            <a:r>
              <a:t>    "raw": {</a:t>
            </a:r>
          </a:p>
          <a:p xmlns:a="http://schemas.openxmlformats.org/drawingml/2006/main">
            <a:r>
              <a:t>      "capability_id": "procedural-dungeon-governed-execution",</a:t>
            </a:r>
          </a:p>
          <a:p xmlns:a="http://schemas.openxmlformats.org/drawingml/2006/main">
            <a:r>
              <a:t>      "scenario_id": "procedural-dungeon-governed-execution",</a:t>
            </a:r>
          </a:p>
          <a:p xmlns:a="http://schemas.openxmlformats.org/drawingml/2006/main">
            <a:r>
              <a:t>      "scenario_version_pk": 113602,</a:t>
            </a:r>
          </a:p>
          <a:p xmlns:a="http://schemas.openxmlformats.org/drawingml/2006/main">
            <a:r>
              <a:t>      "has_input_contract": 1,</a:t>
            </a:r>
          </a:p>
          <a:p xmlns:a="http://schemas.openxmlformats.org/drawingml/2006/main">
            <a:r>
              <a:t>      "has_outcome_contract": 1,</a:t>
            </a:r>
          </a:p>
          <a:p xmlns:a="http://schemas.openxmlformats.org/drawingml/2006/main">
            <a:r>
              <a:t>      "variants": 0,</a:t>
            </a:r>
          </a:p>
          <a:p xmlns:a="http://schemas.openxmlformats.org/drawingml/2006/main">
            <a:r>
              <a:t>      "disposition": "PROVED",</a:t>
            </a:r>
          </a:p>
          <a:p xmlns:a="http://schemas.openxmlformats.org/drawingml/2006/main">
            <a:r>
              <a:t>      "basis": "P_I and P_O both declared"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snapshot:/inspection/readings/5/document/rows/0</a:t>
            </a:r>
          </a:p>
          <a:p xmlns:a="http://schemas.openxmlformats.org/drawingml/2006/main">
            <a:r>
              <a:t>snapshot:/inspection/readings/5/document/rows/1</a:t>
            </a:r>
          </a:p>
          <a:p xmlns:a="http://schemas.openxmlformats.org/drawingml/2006/main">
            <a:r>
              <a:t>snapshot:/inspection/readings/6/document/rows/0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"V4",</a:t>
            </a:r>
          </a:p>
          <a:p xmlns:a="http://schemas.openxmlformats.org/drawingml/2006/main">
            <a:r>
              <a:t>    "reading": "expression-semantics",</a:t>
            </a:r>
          </a:p>
          <a:p xmlns:a="http://schemas.openxmlformats.org/drawingml/2006/main">
            <a:r>
              <a:t>    "property": "expression-semantics",</a:t>
            </a:r>
          </a:p>
          <a:p xmlns:a="http://schemas.openxmlformats.org/drawingml/2006/main">
            <a:r>
              <a:t>    "subject": "array",</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"snapshot:/inspection/readings/7/document/rows/0",</a:t>
            </a:r>
          </a:p>
          <a:p xmlns:a="http://schemas.openxmlformats.org/drawingml/2006/main">
            <a:r>
              <a:t>    "rowIndex": 0,</a:t>
            </a:r>
          </a:p>
          <a:p xmlns:a="http://schemas.openxmlformats.org/drawingml/2006/main">
            <a:r>
              <a:t>    "raw": {</a:t>
            </a:r>
          </a:p>
          <a:p xmlns:a="http://schemas.openxmlformats.org/drawingml/2006/main">
            <a:r>
              <a:t>      "operator": "array",</a:t>
            </a:r>
          </a:p>
          <a:p xmlns:a="http://schemas.openxmlformats.org/drawingml/2006/main">
            <a:r>
              <a:t>      "ruling_file": "conformance/execution-graph/mechanics/array.v1",</a:t>
            </a:r>
          </a:p>
          <a:p xmlns:a="http://schemas.openxmlformats.org/drawingml/2006/main">
            <a:r>
              <a:t>      "semantic_effect": "pure",</a:t>
            </a:r>
          </a:p>
          <a:p xmlns:a="http://schemas.openxmlformats.org/drawingml/2006/main">
            <a:r>
              <a:t>      "primary_decision": "construct from evaluated items",</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a:t>
            </a:r>
          </a:p>
          <a:p xmlns:a="http://schemas.openxmlformats.org/drawingml/2006/main">
            <a:r>
              <a:t>    "reading": "expression-semantics",</a:t>
            </a:r>
          </a:p>
          <a:p xmlns:a="http://schemas.openxmlformats.org/drawingml/2006/main">
            <a:r>
              <a:t>    "property": "expression-semantics",</a:t>
            </a:r>
          </a:p>
          <a:p xmlns:a="http://schemas.openxmlformats.org/drawingml/2006/main">
            <a:r>
              <a:t>    "subject": "base64-decode-utf8",</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a:t>
            </a:r>
          </a:p>
          <a:p xmlns:a="http://schemas.openxmlformats.org/drawingml/2006/main">
            <a:r>
              <a:t>    "rowIndex": 1,</a:t>
            </a:r>
          </a:p>
          <a:p xmlns:a="http://schemas.openxmlformats.org/drawingml/2006/main">
            <a:r>
              <a:t>    "raw": {</a:t>
            </a:r>
          </a:p>
          <a:p xmlns:a="http://schemas.openxmlformats.org/drawingml/2006/main">
            <a:r>
              <a:t>      "operator": "base64-decode-utf8",</a:t>
            </a:r>
          </a:p>
          <a:p xmlns:a="http://schemas.openxmlformats.org/drawingml/2006/main">
            <a:r>
              <a:t>      "ruling_file": "conformance/execution-graph/mechanics/base64-decode-utf8.v1",</a:t>
            </a:r>
          </a:p>
          <a:p xmlns:a="http://schemas.openxmlformats.org/drawingml/2006/main">
            <a:r>
              <a:t>      "semantic_effect": "pure",</a:t>
            </a:r>
          </a:p>
          <a:p xmlns:a="http://schemas.openxmlformats.org/drawingml/2006/main">
            <a:r>
              <a:t>      "primary_decision": "decode base64 text as UTF-8",</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"V6",</a:t>
            </a:r>
          </a:p>
          <a:p xmlns:a="http://schemas.openxmlformats.org/drawingml/2006/main">
            <a:r>
              <a:t>    "reading": "expression-semantics",</a:t>
            </a:r>
          </a:p>
          <a:p xmlns:a="http://schemas.openxmlformats.org/drawingml/2006/main">
            <a:r>
              <a:t>    "property": "expression-semantics",</a:t>
            </a:r>
          </a:p>
          <a:p xmlns:a="http://schemas.openxmlformats.org/drawingml/2006/main">
            <a:r>
              <a:t>    "subject": "bind-path",</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a:t>
            </a:r>
          </a:p>
          <a:p xmlns:a="http://schemas.openxmlformats.org/drawingml/2006/main">
            <a:r>
              <a:t>    "rowIndex": 2,</a:t>
            </a:r>
          </a:p>
          <a:p xmlns:a="http://schemas.openxmlformats.org/drawingml/2006/main">
            <a:r>
              <a:t>    "raw": {</a:t>
            </a:r>
          </a:p>
          <a:p xmlns:a="http://schemas.openxmlformats.org/drawingml/2006/main">
            <a:r>
              <a:t>      "operator": "bind-path",</a:t>
            </a:r>
          </a:p>
          <a:p xmlns:a="http://schemas.openxmlformats.org/drawingml/2006/main">
            <a:r>
              <a:t>      "ruling_file": "conformance/execution-graph/mechanics/bind-path.v1",</a:t>
            </a:r>
          </a:p>
          <a:p xmlns:a="http://schemas.openxmlformats.org/drawingml/2006/main">
            <a:r>
              <a:t>      "semantic_effect": "pure",</a:t>
            </a:r>
          </a:p>
          <a:p xmlns:a="http://schemas.openxmlformats.org/drawingml/2006/main">
            <a:r>
              <a:t>      "primary_decision": "prototype segments refused (PROTOTYPE_SEGMENT_REJECTED); empty path refused (PATH_NOT_DECLARED); non-object carrier refused (OPERAND_NOT_OBJECT); result is a clone",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snapshot:/inspection/readings/7/document/rows/0</a:t>
            </a:r>
          </a:p>
          <a:p xmlns:a="http://schemas.openxmlformats.org/drawingml/2006/main">
            <a:r>
              <a:t>snapshot:/inspection/readings/7/document/rows/1</a:t>
            </a:r>
          </a:p>
          <a:p xmlns:a="http://schemas.openxmlformats.org/drawingml/2006/main">
            <a:r>
              <a:t>snapshot:/inspection/readings/7/document/rows/2</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"V7",</a:t>
            </a:r>
          </a:p>
          <a:p xmlns:a="http://schemas.openxmlformats.org/drawingml/2006/main">
            <a:r>
              <a:t>    "reading": "expression-semantics",</a:t>
            </a:r>
          </a:p>
          <a:p xmlns:a="http://schemas.openxmlformats.org/drawingml/2006/main">
            <a:r>
              <a:t>    "property": "expression-semantics",</a:t>
            </a:r>
          </a:p>
          <a:p xmlns:a="http://schemas.openxmlformats.org/drawingml/2006/main">
            <a:r>
              <a:t>    "subject": "canonicalize",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a:t>
            </a:r>
          </a:p>
          <a:p xmlns:a="http://schemas.openxmlformats.org/drawingml/2006/main">
            <a:r>
              <a:t>    "rowIndex": 3,</a:t>
            </a:r>
          </a:p>
          <a:p xmlns:a="http://schemas.openxmlformats.org/drawingml/2006/main">
            <a:r>
              <a:t>    "raw": {</a:t>
            </a:r>
          </a:p>
          <a:p xmlns:a="http://schemas.openxmlformats.org/drawingml/2006/main">
            <a:r>
              <a:t>      "operator": "canonicalize",</a:t>
            </a:r>
          </a:p>
          <a:p xmlns:a="http://schemas.openxmlformats.org/drawingml/2006/main">
            <a:r>
              <a:t>      "ruling_file": "conformance/execution-graph/mechanics/canonicalize.v1",</a:t>
            </a:r>
          </a:p>
          <a:p xmlns:a="http://schemas.openxmlformats.org/drawingml/2006/main">
            <a:r>
              <a:t>      "semantic_effect": "pure",</a:t>
            </a:r>
          </a:p>
          <a:p xmlns:a="http://schemas.openxmlformats.org/drawingml/2006/main">
            <a:r>
              <a:t>      "primary_decision": "recursive sorted-key canonical form",</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"V8",</a:t>
            </a:r>
          </a:p>
          <a:p xmlns:a="http://schemas.openxmlformats.org/drawingml/2006/main">
            <a:r>
              <a:t>    "reading": "expression-semantics",</a:t>
            </a:r>
          </a:p>
          <a:p xmlns:a="http://schemas.openxmlformats.org/drawingml/2006/main">
            <a:r>
              <a:t>    "property": "expression-semantics",</a:t>
            </a:r>
          </a:p>
          <a:p xmlns:a="http://schemas.openxmlformats.org/drawingml/2006/main">
            <a:r>
              <a:t>    "subject": "directed-graph-closure",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"snapshot:/inspection/readings/7/document/rows/4",</a:t>
            </a:r>
          </a:p>
          <a:p xmlns:a="http://schemas.openxmlformats.org/drawingml/2006/main">
            <a:r>
              <a:t>    "rowIndex": 4,</a:t>
            </a:r>
          </a:p>
          <a:p xmlns:a="http://schemas.openxmlformats.org/drawingml/2006/main">
            <a:r>
              <a:t>    "raw": {</a:t>
            </a:r>
          </a:p>
          <a:p xmlns:a="http://schemas.openxmlformats.org/drawingml/2006/main">
            <a:r>
              <a:t>      "operator": "directed-graph-closure",</a:t>
            </a:r>
          </a:p>
          <a:p xmlns:a="http://schemas.openxmlformats.org/drawingml/2006/main">
            <a:r>
              <a:t>      "ruling_file": "conformance/execution-graph/mechanics/directed-graph-closure.v1",</a:t>
            </a:r>
          </a:p>
          <a:p xmlns:a="http://schemas.openxmlformats.org/drawingml/2006/main">
            <a:r>
              <a:t>      "semantic_effect": "pure",</a:t>
            </a:r>
          </a:p>
          <a:p xmlns:a="http://schemas.openxmlformats.org/drawingml/2006/main">
            <a:r>
              <a:t>      "primary_decision": "lexical ordering by stable identity; reachability includes the zero-length path",</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"V9",</a:t>
            </a:r>
          </a:p>
          <a:p xmlns:a="http://schemas.openxmlformats.org/drawingml/2006/main">
            <a:r>
              <a:t>    "reading": "expression-semantics",</a:t>
            </a:r>
          </a:p>
          <a:p xmlns:a="http://schemas.openxmlformats.org/drawingml/2006/main">
            <a:r>
              <a:t>    "property": "expression-semantics",</a:t>
            </a:r>
          </a:p>
          <a:p xmlns:a="http://schemas.openxmlformats.org/drawingml/2006/main">
            <a:r>
              <a:t>    "subject": "equals",</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"snapshot:/inspection/readings/7/document/rows/5",</a:t>
            </a:r>
          </a:p>
          <a:p xmlns:a="http://schemas.openxmlformats.org/drawingml/2006/main">
            <a:r>
              <a:t>    "rowIndex": 5,</a:t>
            </a:r>
          </a:p>
          <a:p xmlns:a="http://schemas.openxmlformats.org/drawingml/2006/main">
            <a:r>
              <a:t>    "raw": {</a:t>
            </a:r>
          </a:p>
          <a:p xmlns:a="http://schemas.openxmlformats.org/drawingml/2006/main">
            <a:r>
              <a:t>      "operator": "equals",</a:t>
            </a:r>
          </a:p>
          <a:p xmlns:a="http://schemas.openxmlformats.org/drawingml/2006/main">
            <a:r>
              <a:t>      "ruling_file": "conformance/execution-graph/mechanics/equals.v1",</a:t>
            </a:r>
          </a:p>
          <a:p xmlns:a="http://schemas.openxmlformats.org/drawingml/2006/main">
            <a:r>
              <a:t>      "semantic_effect": "pure",</a:t>
            </a:r>
          </a:p>
          <a:p xmlns:a="http://schemas.openxmlformats.org/drawingml/2006/main">
            <a:r>
              <a:t>      "primary_decision": "primitive values only; a non-primitive operand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snapshot:/inspection/readings/7/document/rows/3</a:t>
            </a:r>
          </a:p>
          <a:p xmlns:a="http://schemas.openxmlformats.org/drawingml/2006/main">
            <a:r>
              <a:t>snapshot:/inspection/readings/7/document/rows/4</a:t>
            </a:r>
          </a:p>
          <a:p xmlns:a="http://schemas.openxmlformats.org/drawingml/2006/main">
            <a:r>
              <a:t>snapshot:/inspection/readings/7/document/rows/5</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"V10",</a:t>
            </a:r>
          </a:p>
          <a:p xmlns:a="http://schemas.openxmlformats.org/drawingml/2006/main">
            <a:r>
              <a:t>    "reading": "expression-semantics",</a:t>
            </a:r>
          </a:p>
          <a:p xmlns:a="http://schemas.openxmlformats.org/drawingml/2006/main">
            <a:r>
              <a:t>    "property": "expression-semantics",</a:t>
            </a:r>
          </a:p>
          <a:p xmlns:a="http://schemas.openxmlformats.org/drawingml/2006/main">
            <a:r>
              <a:t>    "subject": "escape-html",</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"snapshot:/inspection/readings/7/document/rows/6",</a:t>
            </a:r>
          </a:p>
          <a:p xmlns:a="http://schemas.openxmlformats.org/drawingml/2006/main">
            <a:r>
              <a:t>    "rowIndex": 6,</a:t>
            </a:r>
          </a:p>
          <a:p xmlns:a="http://schemas.openxmlformats.org/drawingml/2006/main">
            <a:r>
              <a:t>    "raw": {</a:t>
            </a:r>
          </a:p>
          <a:p xmlns:a="http://schemas.openxmlformats.org/drawingml/2006/main">
            <a:r>
              <a:t>      "operator": "escape-html",</a:t>
            </a:r>
          </a:p>
          <a:p xmlns:a="http://schemas.openxmlformats.org/drawingml/2006/main">
            <a:r>
              <a:t>      "ruling_file": "conformance/execution-graph/mechanics/escape-html.v1",</a:t>
            </a:r>
          </a:p>
          <a:p xmlns:a="http://schemas.openxmlformats.org/drawingml/2006/main">
            <a:r>
              <a:t>      "semantic_effect": "pure",</a:t>
            </a:r>
          </a:p>
          <a:p xmlns:a="http://schemas.openxmlformats.org/drawingml/2006/main">
            <a:r>
              <a:t>      "primary_decision": "HTML-escape a string",</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"V11",</a:t>
            </a:r>
          </a:p>
          <a:p xmlns:a="http://schemas.openxmlformats.org/drawingml/2006/main">
            <a:r>
              <a:t>    "reading": "expression-semantics",</a:t>
            </a:r>
          </a:p>
          <a:p xmlns:a="http://schemas.openxmlformats.org/drawingml/2006/main">
            <a:r>
              <a:t>    "property": "expression-semantics",</a:t>
            </a:r>
          </a:p>
          <a:p xmlns:a="http://schemas.openxmlformats.org/drawingml/2006/main">
            <a:r>
              <a:t>    "subject": "every",</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"snapshot:/inspection/readings/7/document/rows/7",</a:t>
            </a:r>
          </a:p>
          <a:p xmlns:a="http://schemas.openxmlformats.org/drawingml/2006/main">
            <a:r>
              <a:t>    "rowIndex": 7,</a:t>
            </a:r>
          </a:p>
          <a:p xmlns:a="http://schemas.openxmlformats.org/drawingml/2006/main">
            <a:r>
              <a:t>    "raw": {</a:t>
            </a:r>
          </a:p>
          <a:p xmlns:a="http://schemas.openxmlformats.org/drawingml/2006/main">
            <a:r>
              <a:t>      "operator": "every",</a:t>
            </a:r>
          </a:p>
          <a:p xmlns:a="http://schemas.openxmlformats.org/drawingml/2006/main">
            <a:r>
              <a:t>      "ruling_file": "conformance/execution-graph/mechanics/every.v1",</a:t>
            </a:r>
          </a:p>
          <a:p xmlns:a="http://schemas.openxmlformats.org/drawingml/2006/main">
            <a:r>
              <a:t>      "semantic_effect": "pure",</a:t>
            </a:r>
          </a:p>
          <a:p xmlns:a="http://schemas.openxmlformats.org/drawingml/2006/main">
            <a:r>
              <a:t>      "primary_decision": "true when every item satisfies the predicate",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"V12",</a:t>
            </a:r>
          </a:p>
          <a:p xmlns:a="http://schemas.openxmlformats.org/drawingml/2006/main">
            <a:r>
              <a:t>    "reading": "expression-semantics",</a:t>
            </a:r>
          </a:p>
          <a:p xmlns:a="http://schemas.openxmlformats.org/drawingml/2006/main">
            <a:r>
              <a:t>    "property": "expression-semantics",</a:t>
            </a:r>
          </a:p>
          <a:p xmlns:a="http://schemas.openxmlformats.org/drawingml/2006/main">
            <a:r>
              <a:t>    "subject": "filter",</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"snapshot:/inspection/readings/7/document/rows/8",</a:t>
            </a:r>
          </a:p>
          <a:p xmlns:a="http://schemas.openxmlformats.org/drawingml/2006/main">
            <a:r>
              <a:t>    "rowIndex": 8,</a:t>
            </a:r>
          </a:p>
          <a:p xmlns:a="http://schemas.openxmlformats.org/drawingml/2006/main">
            <a:r>
              <a:t>    "raw": {</a:t>
            </a:r>
          </a:p>
          <a:p xmlns:a="http://schemas.openxmlformats.org/drawingml/2006/main">
            <a:r>
              <a:t>      "operator": "filter",</a:t>
            </a:r>
          </a:p>
          <a:p xmlns:a="http://schemas.openxmlformats.org/drawingml/2006/main">
            <a:r>
              <a:t>      "ruling_file": "conformance/execution-graph/mechanics/filter.v1",</a:t>
            </a:r>
          </a:p>
          <a:p xmlns:a="http://schemas.openxmlformats.org/drawingml/2006/main">
            <a:r>
              <a:t>      "semantic_effect": "pure",</a:t>
            </a:r>
          </a:p>
          <a:p xmlns:a="http://schemas.openxmlformats.org/drawingml/2006/main">
            <a:r>
              <a:t>      "primary_decision": "keep items whose predicate is truthy",</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snapshot:/inspection/readings/7/document/rows/6</a:t>
            </a:r>
          </a:p>
          <a:p xmlns:a="http://schemas.openxmlformats.org/drawingml/2006/main">
            <a:r>
              <a:t>snapshot:/inspection/readings/7/document/rows/7</a:t>
            </a:r>
          </a:p>
          <a:p xmlns:a="http://schemas.openxmlformats.org/drawingml/2006/main">
            <a:r>
              <a:t>snapshot:/inspection/readings/7/document/rows/8</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"V13",</a:t>
            </a:r>
          </a:p>
          <a:p xmlns:a="http://schemas.openxmlformats.org/drawingml/2006/main">
            <a:r>
              <a:t>    "reading": "expression-semantics",</a:t>
            </a:r>
          </a:p>
          <a:p xmlns:a="http://schemas.openxmlformats.org/drawingml/2006/main">
            <a:r>
              <a:t>    "property": "expression-semantics",</a:t>
            </a:r>
          </a:p>
          <a:p xmlns:a="http://schemas.openxmlformats.org/drawingml/2006/main">
            <a:r>
              <a:t>    "subject": "find",</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"snapshot:/inspection/readings/7/document/rows/9",</a:t>
            </a:r>
          </a:p>
          <a:p xmlns:a="http://schemas.openxmlformats.org/drawingml/2006/main">
            <a:r>
              <a:t>    "rowIndex": 9,</a:t>
            </a:r>
          </a:p>
          <a:p xmlns:a="http://schemas.openxmlformats.org/drawingml/2006/main">
            <a:r>
              <a:t>    "raw": {</a:t>
            </a:r>
          </a:p>
          <a:p xmlns:a="http://schemas.openxmlformats.org/drawingml/2006/main">
            <a:r>
              <a:t>      "operator": "find",</a:t>
            </a:r>
          </a:p>
          <a:p xmlns:a="http://schemas.openxmlformats.org/drawingml/2006/main">
            <a:r>
              <a:t>      "ruling_file": "conformance/execution-graph/mechanics/find.v1",</a:t>
            </a:r>
          </a:p>
          <a:p xmlns:a="http://schemas.openxmlformats.org/drawingml/2006/main">
            <a:r>
              <a:t>      "semantic_effect": "pure",</a:t>
            </a:r>
          </a:p>
          <a:p xmlns:a="http://schemas.openxmlformats.org/drawingml/2006/main">
            <a:r>
              <a:t>      "primary_decision": "no match is absent (null)",</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"V14",</a:t>
            </a:r>
          </a:p>
          <a:p xmlns:a="http://schemas.openxmlformats.org/drawingml/2006/main">
            <a:r>
              <a:t>    "reading": "expression-semantics",</a:t>
            </a:r>
          </a:p>
          <a:p xmlns:a="http://schemas.openxmlformats.org/drawingml/2006/main">
            <a:r>
              <a:t>    "property": "expression-semantics",</a:t>
            </a:r>
          </a:p>
          <a:p xmlns:a="http://schemas.openxmlformats.org/drawingml/2006/main">
            <a:r>
              <a:t>    "subject": "flat-map",</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"snapshot:/inspection/readings/7/document/rows/10",</a:t>
            </a:r>
          </a:p>
          <a:p xmlns:a="http://schemas.openxmlformats.org/drawingml/2006/main">
            <a:r>
              <a:t>    "rowIndex": 10,</a:t>
            </a:r>
          </a:p>
          <a:p xmlns:a="http://schemas.openxmlformats.org/drawingml/2006/main">
            <a:r>
              <a:t>    "raw": {</a:t>
            </a:r>
          </a:p>
          <a:p xmlns:a="http://schemas.openxmlformats.org/drawingml/2006/main">
            <a:r>
              <a:t>      "operator": "flat-map",</a:t>
            </a:r>
          </a:p>
          <a:p xmlns:a="http://schemas.openxmlformats.org/drawingml/2006/main">
            <a:r>
              <a:t>      "ruling_file": "conformance/execution-graph/mechanics/flat-map.v1",</a:t>
            </a:r>
          </a:p>
          <a:p xmlns:a="http://schemas.openxmlformats.org/drawingml/2006/main">
            <a:r>
              <a:t>      "semantic_effect": "pure",</a:t>
            </a:r>
          </a:p>
          <a:p xmlns:a="http://schemas.openxmlformats.org/drawingml/2006/main">
            <a:r>
              <a:t>      "primary_decision": "map then flatten one level",</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"V15",</a:t>
            </a:r>
          </a:p>
          <a:p xmlns:a="http://schemas.openxmlformats.org/drawingml/2006/main">
            <a:r>
              <a:t>    "reading": "expression-semantics",</a:t>
            </a:r>
          </a:p>
          <a:p xmlns:a="http://schemas.openxmlformats.org/drawingml/2006/main">
            <a:r>
              <a:t>    "property": "expression-semantics",</a:t>
            </a:r>
          </a:p>
          <a:p xmlns:a="http://schemas.openxmlformats.org/drawingml/2006/main">
            <a:r>
              <a:t>    "subject": "format",</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"snapshot:/inspection/readings/7/document/rows/11",</a:t>
            </a:r>
          </a:p>
          <a:p xmlns:a="http://schemas.openxmlformats.org/drawingml/2006/main">
            <a:r>
              <a:t>    "rowIndex": 11,</a:t>
            </a:r>
          </a:p>
          <a:p xmlns:a="http://schemas.openxmlformats.org/drawingml/2006/main">
            <a:r>
              <a:t>    "raw": {</a:t>
            </a:r>
          </a:p>
          <a:p xmlns:a="http://schemas.openxmlformats.org/drawingml/2006/main">
            <a:r>
              <a:t>      "operator": "format",</a:t>
            </a:r>
          </a:p>
          <a:p xmlns:a="http://schemas.openxmlformats.org/drawingml/2006/main">
            <a:r>
              <a:t>      "ruling_file": "conformance/execution-graph/mechanics/format.v1",</a:t>
            </a:r>
          </a:p>
          <a:p xmlns:a="http://schemas.openxmlformats.org/drawingml/2006/main">
            <a:r>
              <a:t>      "semantic_effect": "pure",</a:t>
            </a:r>
          </a:p>
          <a:p xmlns:a="http://schemas.openxmlformats.org/drawingml/2006/main">
            <a:r>
              <a:t>      "primary_decision": "primitive values by the declared coercion table; each placeholder substituted once",</a:t>
            </a:r>
          </a:p>
          <a:p xmlns:a="http://schemas.openxmlformats.org/drawingml/2006/main">
            <a:r>
              <a:t>      "estate_uses": 1,</a:t>
            </a:r>
          </a:p>
          <a:p xmlns:a="http://schemas.openxmlformats.org/drawingml/2006/main">
            <a:r>
              <a:t>      "transcribed": 1,</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snapshot:/inspection/readings/7/document/rows/9</a:t>
            </a:r>
          </a:p>
          <a:p xmlns:a="http://schemas.openxmlformats.org/drawingml/2006/main">
            <a:r>
              <a:t>snapshot:/inspection/readings/7/document/rows/10</a:t>
            </a:r>
          </a:p>
          <a:p xmlns:a="http://schemas.openxmlformats.org/drawingml/2006/main">
            <a:r>
              <a:t>snapshot:/inspection/readings/7/document/rows/11</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"V16",</a:t>
            </a:r>
          </a:p>
          <a:p xmlns:a="http://schemas.openxmlformats.org/drawingml/2006/main">
            <a:r>
              <a:t>    "reading": "expression-semantics",</a:t>
            </a:r>
          </a:p>
          <a:p xmlns:a="http://schemas.openxmlformats.org/drawingml/2006/main">
            <a:r>
              <a:t>    "property": "expression-semantics",</a:t>
            </a:r>
          </a:p>
          <a:p xmlns:a="http://schemas.openxmlformats.org/drawingml/2006/main">
            <a:r>
              <a:t>    "subject": "greater-than",</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"snapshot:/inspection/readings/7/document/rows/12",</a:t>
            </a:r>
          </a:p>
          <a:p xmlns:a="http://schemas.openxmlformats.org/drawingml/2006/main">
            <a:r>
              <a:t>    "rowIndex": 12,</a:t>
            </a:r>
          </a:p>
          <a:p xmlns:a="http://schemas.openxmlformats.org/drawingml/2006/main">
            <a:r>
              <a:t>    "raw": {</a:t>
            </a:r>
          </a:p>
          <a:p xmlns:a="http://schemas.openxmlformats.org/drawingml/2006/main">
            <a:r>
              <a:t>      "operator": "greater-than",</a:t>
            </a:r>
          </a:p>
          <a:p xmlns:a="http://schemas.openxmlformats.org/drawingml/2006/main">
            <a:r>
              <a:t>      "ruling_file": "conformance/execution-graph/mechanics/greater-than.v1",</a:t>
            </a:r>
          </a:p>
          <a:p xmlns:a="http://schemas.openxmlformats.org/drawingml/2006/main">
            <a:r>
              <a:t>      "semantic_effect": "pure",</a:t>
            </a:r>
          </a:p>
          <a:p xmlns:a="http://schemas.openxmlformats.org/drawingml/2006/main">
            <a:r>
              <a:t>      "primary_decision": "two numbers or two strings; anything else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"V17",</a:t>
            </a:r>
          </a:p>
          <a:p xmlns:a="http://schemas.openxmlformats.org/drawingml/2006/main">
            <a:r>
              <a:t>    "reading": "expression-semantics",</a:t>
            </a:r>
          </a:p>
          <a:p xmlns:a="http://schemas.openxmlformats.org/drawingml/2006/main">
            <a:r>
              <a:t>    "property": "expression-semantics",</a:t>
            </a:r>
          </a:p>
          <a:p xmlns:a="http://schemas.openxmlformats.org/drawingml/2006/main">
            <a:r>
              <a:t>    "subject": "if",</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"snapshot:/inspection/readings/7/document/rows/13",</a:t>
            </a:r>
          </a:p>
          <a:p xmlns:a="http://schemas.openxmlformats.org/drawingml/2006/main">
            <a:r>
              <a:t>    "rowIndex": 13,</a:t>
            </a:r>
          </a:p>
          <a:p xmlns:a="http://schemas.openxmlformats.org/drawingml/2006/main">
            <a:r>
              <a:t>    "raw": {</a:t>
            </a:r>
          </a:p>
          <a:p xmlns:a="http://schemas.openxmlformats.org/drawingml/2006/main">
            <a:r>
              <a:t>      "operator": "if",</a:t>
            </a:r>
          </a:p>
          <a:p xmlns:a="http://schemas.openxmlformats.org/drawingml/2006/main">
            <a:r>
              <a:t>      "ruling_file": "conformance/execution-graph/mechanics/if.v1",</a:t>
            </a:r>
          </a:p>
          <a:p xmlns:a="http://schemas.openxmlformats.org/drawingml/2006/main">
            <a:r>
              <a:t>      "semantic_effect": "pure",</a:t>
            </a:r>
          </a:p>
          <a:p xmlns:a="http://schemas.openxmlformats.org/drawingml/2006/main">
            <a:r>
              <a:t>      "primary_decision": "empty collections are false; the untaken branch is not evaluated",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"V18",</a:t>
            </a:r>
          </a:p>
          <a:p xmlns:a="http://schemas.openxmlformats.org/drawingml/2006/main">
            <a:r>
              <a:t>    "reading": "expression-semantics",</a:t>
            </a:r>
          </a:p>
          <a:p xmlns:a="http://schemas.openxmlformats.org/drawingml/2006/main">
            <a:r>
              <a:t>    "property": "expression-semantics",</a:t>
            </a:r>
          </a:p>
          <a:p xmlns:a="http://schemas.openxmlformats.org/drawingml/2006/main">
            <a:r>
              <a:t>    "subject": "includes",</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"snapshot:/inspection/readings/7/document/rows/14",</a:t>
            </a:r>
          </a:p>
          <a:p xmlns:a="http://schemas.openxmlformats.org/drawingml/2006/main">
            <a:r>
              <a:t>    "rowIndex": 14,</a:t>
            </a:r>
          </a:p>
          <a:p xmlns:a="http://schemas.openxmlformats.org/drawingml/2006/main">
            <a:r>
              <a:t>    "raw": {</a:t>
            </a:r>
          </a:p>
          <a:p xmlns:a="http://schemas.openxmlformats.org/drawingml/2006/main">
            <a:r>
              <a:t>      "operator": "includes",</a:t>
            </a:r>
          </a:p>
          <a:p xmlns:a="http://schemas.openxmlformats.org/drawingml/2006/main">
            <a:r>
              <a:t>      "ruling_file": "conformance/execution-graph/mechanics/includes.v1",</a:t>
            </a:r>
          </a:p>
          <a:p xmlns:a="http://schemas.openxmlformats.org/drawingml/2006/main">
            <a:r>
              <a:t>      "semantic_effect": "pure",</a:t>
            </a:r>
          </a:p>
          <a:p xmlns:a="http://schemas.openxmlformats.org/drawingml/2006/main">
            <a:r>
              <a:t>      "primary_decision": "a string contains a substring; an array contains a primitive member",</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snapshot:/inspection/readings/7/document/rows/12</a:t>
            </a:r>
          </a:p>
          <a:p xmlns:a="http://schemas.openxmlformats.org/drawingml/2006/main">
            <a:r>
              <a:t>snapshot:/inspection/readings/7/document/rows/13</a:t>
            </a:r>
          </a:p>
          <a:p xmlns:a="http://schemas.openxmlformats.org/drawingml/2006/main">
            <a:r>
              <a:t>snapshot:/inspection/readings/7/document/rows/14</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"V19",</a:t>
            </a:r>
          </a:p>
          <a:p xmlns:a="http://schemas.openxmlformats.org/drawingml/2006/main">
            <a:r>
              <a:t>    "reading": "expression-semantics",</a:t>
            </a:r>
          </a:p>
          <a:p xmlns:a="http://schemas.openxmlformats.org/drawingml/2006/main">
            <a:r>
              <a:t>    "property": "expression-semantics",</a:t>
            </a:r>
          </a:p>
          <a:p xmlns:a="http://schemas.openxmlformats.org/drawingml/2006/main">
            <a:r>
              <a:t>    "subject": "intersects",</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"snapshot:/inspection/readings/7/document/rows/15",</a:t>
            </a:r>
          </a:p>
          <a:p xmlns:a="http://schemas.openxmlformats.org/drawingml/2006/main">
            <a:r>
              <a:t>    "rowIndex": 15,</a:t>
            </a:r>
          </a:p>
          <a:p xmlns:a="http://schemas.openxmlformats.org/drawingml/2006/main">
            <a:r>
              <a:t>    "raw": {</a:t>
            </a:r>
          </a:p>
          <a:p xmlns:a="http://schemas.openxmlformats.org/drawingml/2006/main">
            <a:r>
              <a:t>      "operator": "intersects",</a:t>
            </a:r>
          </a:p>
          <a:p xmlns:a="http://schemas.openxmlformats.org/drawingml/2006/main">
            <a:r>
              <a:t>      "ruling_file": "conformance/execution-graph/mechanics/intersects.v1",</a:t>
            </a:r>
          </a:p>
          <a:p xmlns:a="http://schemas.openxmlformats.org/drawingml/2006/main">
            <a:r>
              <a:t>      "semantic_effect": "pure",</a:t>
            </a:r>
          </a:p>
          <a:p xmlns:a="http://schemas.openxmlformats.org/drawingml/2006/main">
            <a:r>
              <a:t>      "primary_decision": "true when two arrays share an element",</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"V20",</a:t>
            </a:r>
          </a:p>
          <a:p xmlns:a="http://schemas.openxmlformats.org/drawingml/2006/main">
            <a:r>
              <a:t>    "reading": "expression-semantics",</a:t>
            </a:r>
          </a:p>
          <a:p xmlns:a="http://schemas.openxmlformats.org/drawingml/2006/main">
            <a:r>
              <a:t>    "property": "expression-semantics",</a:t>
            </a:r>
          </a:p>
          <a:p xmlns:a="http://schemas.openxmlformats.org/drawingml/2006/main">
            <a:r>
              <a:t>    "subject": "join",</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"snapshot:/inspection/readings/7/document/rows/16",</a:t>
            </a:r>
          </a:p>
          <a:p xmlns:a="http://schemas.openxmlformats.org/drawingml/2006/main">
            <a:r>
              <a:t>    "rowIndex": 16,</a:t>
            </a:r>
          </a:p>
          <a:p xmlns:a="http://schemas.openxmlformats.org/drawingml/2006/main">
            <a:r>
              <a:t>    "raw": {</a:t>
            </a:r>
          </a:p>
          <a:p xmlns:a="http://schemas.openxmlformats.org/drawingml/2006/main">
            <a:r>
              <a:t>      "operator": "join",</a:t>
            </a:r>
          </a:p>
          <a:p xmlns:a="http://schemas.openxmlformats.org/drawingml/2006/main">
            <a:r>
              <a:t>      "ruling_file": "conformance/execution-graph/mechanics/join.v1",</a:t>
            </a:r>
          </a:p>
          <a:p xmlns:a="http://schemas.openxmlformats.org/drawingml/2006/main">
            <a:r>
              <a:t>      "semantic_effect": "pure",</a:t>
            </a:r>
          </a:p>
          <a:p xmlns:a="http://schemas.openxmlformats.org/drawingml/2006/main">
            <a:r>
              <a:t>      "primary_decision": "an absent member joins as the empty string",</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"V21",</a:t>
            </a:r>
          </a:p>
          <a:p xmlns:a="http://schemas.openxmlformats.org/drawingml/2006/main">
            <a:r>
              <a:t>    "reading": "expression-semantics",</a:t>
            </a:r>
          </a:p>
          <a:p xmlns:a="http://schemas.openxmlformats.org/drawingml/2006/main">
            <a:r>
              <a:t>    "property": "expression-semantics",</a:t>
            </a:r>
          </a:p>
          <a:p xmlns:a="http://schemas.openxmlformats.org/drawingml/2006/main">
            <a:r>
              <a:t>    "subject": "json-stringify",</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"snapshot:/inspection/readings/7/document/rows/17",</a:t>
            </a:r>
          </a:p>
          <a:p xmlns:a="http://schemas.openxmlformats.org/drawingml/2006/main">
            <a:r>
              <a:t>    "rowIndex": 17,</a:t>
            </a:r>
          </a:p>
          <a:p xmlns:a="http://schemas.openxmlformats.org/drawingml/2006/main">
            <a:r>
              <a:t>    "raw": {</a:t>
            </a:r>
          </a:p>
          <a:p xmlns:a="http://schemas.openxmlformats.org/drawingml/2006/main">
            <a:r>
              <a:t>      "operator": "json-stringify",</a:t>
            </a:r>
          </a:p>
          <a:p xmlns:a="http://schemas.openxmlformats.org/drawingml/2006/main">
            <a:r>
              <a:t>      "ruling_file": "conformance/execution-graph/mechanics/json-stringify.v1",</a:t>
            </a:r>
          </a:p>
          <a:p xmlns:a="http://schemas.openxmlformats.org/drawingml/2006/main">
            <a:r>
              <a:t>      "semantic_effect": "pure",</a:t>
            </a:r>
          </a:p>
          <a:p xmlns:a="http://schemas.openxmlformats.org/drawingml/2006/main">
            <a:r>
              <a:t>      "primary_decision": "declared field order, no whitespace, JSON escaping",</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snapshot:/inspection/readings/7/document/rows/15</a:t>
            </a:r>
          </a:p>
          <a:p xmlns:a="http://schemas.openxmlformats.org/drawingml/2006/main">
            <a:r>
              <a:t>snapshot:/inspection/readings/7/document/rows/16</a:t>
            </a:r>
          </a:p>
          <a:p xmlns:a="http://schemas.openxmlformats.org/drawingml/2006/main">
            <a:r>
              <a:t>snapshot:/inspection/readings/7/document/rows/17</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"V22",</a:t>
            </a:r>
          </a:p>
          <a:p xmlns:a="http://schemas.openxmlformats.org/drawingml/2006/main">
            <a:r>
              <a:t>    "reading": "expression-semantics",</a:t>
            </a:r>
          </a:p>
          <a:p xmlns:a="http://schemas.openxmlformats.org/drawingml/2006/main">
            <a:r>
              <a:t>    "property": "expression-semantics",</a:t>
            </a:r>
          </a:p>
          <a:p xmlns:a="http://schemas.openxmlformats.org/drawingml/2006/main">
            <a:r>
              <a:t>    "subject": "length",</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"snapshot:/inspection/readings/7/document/rows/18",</a:t>
            </a:r>
          </a:p>
          <a:p xmlns:a="http://schemas.openxmlformats.org/drawingml/2006/main">
            <a:r>
              <a:t>    "rowIndex": 18,</a:t>
            </a:r>
          </a:p>
          <a:p xmlns:a="http://schemas.openxmlformats.org/drawingml/2006/main">
            <a:r>
              <a:t>    "raw": {</a:t>
            </a:r>
          </a:p>
          <a:p xmlns:a="http://schemas.openxmlformats.org/drawingml/2006/main">
            <a:r>
              <a:t>      "operator": "length",</a:t>
            </a:r>
          </a:p>
          <a:p xmlns:a="http://schemas.openxmlformats.org/drawingml/2006/main">
            <a:r>
              <a:t>      "ruling_file": "conformance/execution-graph/mechanics/length.v1",</a:t>
            </a:r>
          </a:p>
          <a:p xmlns:a="http://schemas.openxmlformats.org/drawingml/2006/main">
            <a:r>
              <a:t>      "semantic_effect": "pure",</a:t>
            </a:r>
          </a:p>
          <a:p xmlns:a="http://schemas.openxmlformats.org/drawingml/2006/main">
            <a:r>
              <a:t>      "primary_decision": "arrays and strings only; anything else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"V23",</a:t>
            </a:r>
          </a:p>
          <a:p xmlns:a="http://schemas.openxmlformats.org/drawingml/2006/main">
            <a:r>
              <a:t>    "reading": "expression-semantics",</a:t>
            </a:r>
          </a:p>
          <a:p xmlns:a="http://schemas.openxmlformats.org/drawingml/2006/main">
            <a:r>
              <a:t>    "property": "expression-semantics",</a:t>
            </a:r>
          </a:p>
          <a:p xmlns:a="http://schemas.openxmlformats.org/drawingml/2006/main">
            <a:r>
              <a:t>    "subject": "let",</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"snapshot:/inspection/readings/7/document/rows/19",</a:t>
            </a:r>
          </a:p>
          <a:p xmlns:a="http://schemas.openxmlformats.org/drawingml/2006/main">
            <a:r>
              <a:t>    "rowIndex": 19,</a:t>
            </a:r>
          </a:p>
          <a:p xmlns:a="http://schemas.openxmlformats.org/drawingml/2006/main">
            <a:r>
              <a:t>    "raw": {</a:t>
            </a:r>
          </a:p>
          <a:p xmlns:a="http://schemas.openxmlformats.org/drawingml/2006/main">
            <a:r>
              <a:t>      "operator": "let",</a:t>
            </a:r>
          </a:p>
          <a:p xmlns:a="http://schemas.openxmlformats.org/drawingml/2006/main">
            <a:r>
              <a:t>      "ruling_file": "conformance/execution-graph/mechanics/let.v1",</a:t>
            </a:r>
          </a:p>
          <a:p xmlns:a="http://schemas.openxmlformats.org/drawingml/2006/main">
            <a:r>
              <a:t>      "semantic_effect": "pure",</a:t>
            </a:r>
          </a:p>
          <a:p xmlns:a="http://schemas.openxmlformats.org/drawingml/2006/main">
            <a:r>
              <a:t>      "primary_decision": "sequential named bindings, then a body in the extended scope",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"V24",</a:t>
            </a:r>
          </a:p>
          <a:p xmlns:a="http://schemas.openxmlformats.org/drawingml/2006/main">
            <a:r>
              <a:t>    "reading": "expression-semantics",</a:t>
            </a:r>
          </a:p>
          <a:p xmlns:a="http://schemas.openxmlformats.org/drawingml/2006/main">
            <a:r>
              <a:t>    "property": "expression-semantics",</a:t>
            </a:r>
          </a:p>
          <a:p xmlns:a="http://schemas.openxmlformats.org/drawingml/2006/main">
            <a:r>
              <a:t>    "subject": "literal",</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"snapshot:/inspection/readings/7/document/rows/20",</a:t>
            </a:r>
          </a:p>
          <a:p xmlns:a="http://schemas.openxmlformats.org/drawingml/2006/main">
            <a:r>
              <a:t>    "rowIndex": 20,</a:t>
            </a:r>
          </a:p>
          <a:p xmlns:a="http://schemas.openxmlformats.org/drawingml/2006/main">
            <a:r>
              <a:t>    "raw": {</a:t>
            </a:r>
          </a:p>
          <a:p xmlns:a="http://schemas.openxmlformats.org/drawingml/2006/main">
            <a:r>
              <a:t>      "operator": "literal",</a:t>
            </a:r>
          </a:p>
          <a:p xmlns:a="http://schemas.openxmlformats.org/drawingml/2006/main">
            <a:r>
              <a:t>      "ruling_file": "conformance/execution-graph/mechanics/literal.v1",</a:t>
            </a:r>
          </a:p>
          <a:p xmlns:a="http://schemas.openxmlformats.org/drawingml/2006/main">
            <a:r>
              <a:t>      "semantic_effect": "pure",</a:t>
            </a:r>
          </a:p>
          <a:p xmlns:a="http://schemas.openxmlformats.org/drawingml/2006/main">
            <a:r>
              <a:t>      "primary_decision": "the declared literal value",</a:t>
            </a:r>
          </a:p>
          <a:p xmlns:a="http://schemas.openxmlformats.org/drawingml/2006/main">
            <a:r>
              <a:t>      "estate_uses": 1,</a:t>
            </a:r>
          </a:p>
          <a:p xmlns:a="http://schemas.openxmlformats.org/drawingml/2006/main">
            <a:r>
              <a:t>      "transcribed": 1,</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snapshot:/inspection/readings/7/document/rows/18</a:t>
            </a:r>
          </a:p>
          <a:p xmlns:a="http://schemas.openxmlformats.org/drawingml/2006/main">
            <a:r>
              <a:t>snapshot:/inspection/readings/7/document/rows/19</a:t>
            </a:r>
          </a:p>
          <a:p xmlns:a="http://schemas.openxmlformats.org/drawingml/2006/main">
            <a:r>
              <a:t>snapshot:/inspection/readings/7/document/rows/20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"V25",</a:t>
            </a:r>
          </a:p>
          <a:p xmlns:a="http://schemas.openxmlformats.org/drawingml/2006/main">
            <a:r>
              <a:t>    "reading": "expression-semantics",</a:t>
            </a:r>
          </a:p>
          <a:p xmlns:a="http://schemas.openxmlformats.org/drawingml/2006/main">
            <a:r>
              <a:t>    "property": "expression-semantics",</a:t>
            </a:r>
          </a:p>
          <a:p xmlns:a="http://schemas.openxmlformats.org/drawingml/2006/main">
            <a:r>
              <a:t>    "subject": "lower-case",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"snapshot:/inspection/readings/7/document/rows/21",</a:t>
            </a:r>
          </a:p>
          <a:p xmlns:a="http://schemas.openxmlformats.org/drawingml/2006/main">
            <a:r>
              <a:t>    "rowIndex": 21,</a:t>
            </a:r>
          </a:p>
          <a:p xmlns:a="http://schemas.openxmlformats.org/drawingml/2006/main">
            <a:r>
              <a:t>    "raw": {</a:t>
            </a:r>
          </a:p>
          <a:p xmlns:a="http://schemas.openxmlformats.org/drawingml/2006/main">
            <a:r>
              <a:t>      "operator": "lower-case",</a:t>
            </a:r>
          </a:p>
          <a:p xmlns:a="http://schemas.openxmlformats.org/drawingml/2006/main">
            <a:r>
              <a:t>      "ruling_file": "conformance/execution-graph/mechanics/lower-case.v1",</a:t>
            </a:r>
          </a:p>
          <a:p xmlns:a="http://schemas.openxmlformats.org/drawingml/2006/main">
            <a:r>
              <a:t>      "semantic_effect": "pure",</a:t>
            </a:r>
          </a:p>
          <a:p xmlns:a="http://schemas.openxmlformats.org/drawingml/2006/main">
            <a:r>
              <a:t>      "primary_decision": "locale-independent lower-case",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"V26",</a:t>
            </a:r>
          </a:p>
          <a:p xmlns:a="http://schemas.openxmlformats.org/drawingml/2006/main">
            <a:r>
              <a:t>    "reading": "expression-semantics",</a:t>
            </a:r>
          </a:p>
          <a:p xmlns:a="http://schemas.openxmlformats.org/drawingml/2006/main">
            <a:r>
              <a:t>    "property": "expression-semantics",</a:t>
            </a:r>
          </a:p>
          <a:p xmlns:a="http://schemas.openxmlformats.org/drawingml/2006/main">
            <a:r>
              <a:t>    "subject": "map",</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"snapshot:/inspection/readings/7/document/rows/22",</a:t>
            </a:r>
          </a:p>
          <a:p xmlns:a="http://schemas.openxmlformats.org/drawingml/2006/main">
            <a:r>
              <a:t>    "rowIndex": 22,</a:t>
            </a:r>
          </a:p>
          <a:p xmlns:a="http://schemas.openxmlformats.org/drawingml/2006/main">
            <a:r>
              <a:t>    "raw": {</a:t>
            </a:r>
          </a:p>
          <a:p xmlns:a="http://schemas.openxmlformats.org/drawingml/2006/main">
            <a:r>
              <a:t>      "operator": "map",</a:t>
            </a:r>
          </a:p>
          <a:p xmlns:a="http://schemas.openxmlformats.org/drawingml/2006/main">
            <a:r>
              <a:t>      "ruling_file": "conformance/execution-graph/mechanics/map.v1",</a:t>
            </a:r>
          </a:p>
          <a:p xmlns:a="http://schemas.openxmlformats.org/drawingml/2006/main">
            <a:r>
              <a:t>      "semantic_effect": "pure",</a:t>
            </a:r>
          </a:p>
          <a:p xmlns:a="http://schemas.openxmlformats.org/drawingml/2006/main">
            <a:r>
              <a:t>      "primary_decision": "item-scoped evaluation",</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"V27",</a:t>
            </a:r>
          </a:p>
          <a:p xmlns:a="http://schemas.openxmlformats.org/drawingml/2006/main">
            <a:r>
              <a:t>    "reading": "expression-semantics",</a:t>
            </a:r>
          </a:p>
          <a:p xmlns:a="http://schemas.openxmlformats.org/drawingml/2006/main">
            <a:r>
              <a:t>    "property": "expression-semantics",</a:t>
            </a:r>
          </a:p>
          <a:p xmlns:a="http://schemas.openxmlformats.org/drawingml/2006/main">
            <a:r>
              <a:t>    "subject": "merge",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"snapshot:/inspection/readings/7/document/rows/23",</a:t>
            </a:r>
          </a:p>
          <a:p xmlns:a="http://schemas.openxmlformats.org/drawingml/2006/main">
            <a:r>
              <a:t>    "rowIndex": 23,</a:t>
            </a:r>
          </a:p>
          <a:p xmlns:a="http://schemas.openxmlformats.org/drawingml/2006/main">
            <a:r>
              <a:t>    "raw": {</a:t>
            </a:r>
          </a:p>
          <a:p xmlns:a="http://schemas.openxmlformats.org/drawingml/2006/main">
            <a:r>
              <a:t>      "operator": "merge",</a:t>
            </a:r>
          </a:p>
          <a:p xmlns:a="http://schemas.openxmlformats.org/drawingml/2006/main">
            <a:r>
              <a:t>      "ruling_file": "conformance/execution-graph/mechanics/merge.v1",</a:t>
            </a:r>
          </a:p>
          <a:p xmlns:a="http://schemas.openxmlformats.org/drawingml/2006/main">
            <a:r>
              <a:t>      "semantic_effect": "pure",</a:t>
            </a:r>
          </a:p>
          <a:p xmlns:a="http://schemas.openxmlformats.org/drawingml/2006/main">
            <a:r>
              <a:t>      "primary_decision": "objects and absent values only",</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snapshot:/inspection/readings/7/document/rows/21</a:t>
            </a:r>
          </a:p>
          <a:p xmlns:a="http://schemas.openxmlformats.org/drawingml/2006/main">
            <a:r>
              <a:t>snapshot:/inspection/readings/7/document/rows/22</a:t>
            </a:r>
          </a:p>
          <a:p xmlns:a="http://schemas.openxmlformats.org/drawingml/2006/main">
            <a:r>
              <a:t>snapshot:/inspection/readings/7/document/rows/23</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"V28",</a:t>
            </a:r>
          </a:p>
          <a:p xmlns:a="http://schemas.openxmlformats.org/drawingml/2006/main">
            <a:r>
              <a:t>    "reading": "expression-semantics",</a:t>
            </a:r>
          </a:p>
          <a:p xmlns:a="http://schemas.openxmlformats.org/drawingml/2006/main">
            <a:r>
              <a:t>    "property": "expression-semantics",</a:t>
            </a:r>
          </a:p>
          <a:p xmlns:a="http://schemas.openxmlformats.org/drawingml/2006/main">
            <a:r>
              <a:t>    "subject": "object-values",</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"snapshot:/inspection/readings/7/document/rows/24",</a:t>
            </a:r>
          </a:p>
          <a:p xmlns:a="http://schemas.openxmlformats.org/drawingml/2006/main">
            <a:r>
              <a:t>    "rowIndex": 24,</a:t>
            </a:r>
          </a:p>
          <a:p xmlns:a="http://schemas.openxmlformats.org/drawingml/2006/main">
            <a:r>
              <a:t>    "raw": {</a:t>
            </a:r>
          </a:p>
          <a:p xmlns:a="http://schemas.openxmlformats.org/drawingml/2006/main">
            <a:r>
              <a:t>      "operator": "object-values",</a:t>
            </a:r>
          </a:p>
          <a:p xmlns:a="http://schemas.openxmlformats.org/drawingml/2006/main">
            <a:r>
              <a:t>      "ruling_file": "conformance/execution-graph/mechanics/object-values.v1",</a:t>
            </a:r>
          </a:p>
          <a:p xmlns:a="http://schemas.openxmlformats.org/drawingml/2006/main">
            <a:r>
              <a:t>      "semantic_effect": "pure",</a:t>
            </a:r>
          </a:p>
          <a:p xmlns:a="http://schemas.openxmlformats.org/drawingml/2006/main">
            <a:r>
              <a:t>      "primary_decision": "values in ascending lexical key order",</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"V29",</a:t>
            </a:r>
          </a:p>
          <a:p xmlns:a="http://schemas.openxmlformats.org/drawingml/2006/main">
            <a:r>
              <a:t>    "reading": "expression-semantics",</a:t>
            </a:r>
          </a:p>
          <a:p xmlns:a="http://schemas.openxmlformats.org/drawingml/2006/main">
            <a:r>
              <a:t>    "property": "expression-semantics",</a:t>
            </a:r>
          </a:p>
          <a:p xmlns:a="http://schemas.openxmlformats.org/drawingml/2006/main">
            <a:r>
              <a:t>    "subject": "object",</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"snapshot:/inspection/readings/7/document/rows/25",</a:t>
            </a:r>
          </a:p>
          <a:p xmlns:a="http://schemas.openxmlformats.org/drawingml/2006/main">
            <a:r>
              <a:t>    "rowIndex": 25,</a:t>
            </a:r>
          </a:p>
          <a:p xmlns:a="http://schemas.openxmlformats.org/drawingml/2006/main">
            <a:r>
              <a:t>    "raw": {</a:t>
            </a:r>
          </a:p>
          <a:p xmlns:a="http://schemas.openxmlformats.org/drawingml/2006/main">
            <a:r>
              <a:t>      "operator": "object",</a:t>
            </a:r>
          </a:p>
          <a:p xmlns:a="http://schemas.openxmlformats.org/drawingml/2006/main">
            <a:r>
              <a:t>      "ruling_file": "conformance/execution-graph/mechanics/object.v1",</a:t>
            </a:r>
          </a:p>
          <a:p xmlns:a="http://schemas.openxmlformats.org/drawingml/2006/main">
            <a:r>
              <a:t>      "semantic_effect": "pure",</a:t>
            </a:r>
          </a:p>
          <a:p xmlns:a="http://schemas.openxmlformats.org/drawingml/2006/main">
            <a:r>
              <a:t>      "primary_decision": "construct from evaluated fields",</a:t>
            </a:r>
          </a:p>
          <a:p xmlns:a="http://schemas.openxmlformats.org/drawingml/2006/main">
            <a:r>
              <a:t>      "estate_uses": 2,</a:t>
            </a:r>
          </a:p>
          <a:p xmlns:a="http://schemas.openxmlformats.org/drawingml/2006/main">
            <a:r>
              <a:t>      "transcribed": 1,</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"V30",</a:t>
            </a:r>
          </a:p>
          <a:p xmlns:a="http://schemas.openxmlformats.org/drawingml/2006/main">
            <a:r>
              <a:t>    "reading": "expression-semantics",</a:t>
            </a:r>
          </a:p>
          <a:p xmlns:a="http://schemas.openxmlformats.org/drawingml/2006/main">
            <a:r>
              <a:t>    "property": "expression-semantics",</a:t>
            </a:r>
          </a:p>
          <a:p xmlns:a="http://schemas.openxmlformats.org/drawingml/2006/main">
            <a:r>
              <a:t>    "subject": "parse-json",</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"snapshot:/inspection/readings/7/document/rows/26",</a:t>
            </a:r>
          </a:p>
          <a:p xmlns:a="http://schemas.openxmlformats.org/drawingml/2006/main">
            <a:r>
              <a:t>    "rowIndex": 26,</a:t>
            </a:r>
          </a:p>
          <a:p xmlns:a="http://schemas.openxmlformats.org/drawingml/2006/main">
            <a:r>
              <a:t>    "raw": {</a:t>
            </a:r>
          </a:p>
          <a:p xmlns:a="http://schemas.openxmlformats.org/drawingml/2006/main">
            <a:r>
              <a:t>      "operator": "parse-json",</a:t>
            </a:r>
          </a:p>
          <a:p xmlns:a="http://schemas.openxmlformats.org/drawingml/2006/main">
            <a:r>
              <a:t>      "ruling_file": "conformance/execution-graph/mechanics/parse-json.v1",</a:t>
            </a:r>
          </a:p>
          <a:p xmlns:a="http://schemas.openxmlformats.org/drawingml/2006/main">
            <a:r>
              <a:t>      "semantic_effect": "pure",</a:t>
            </a:r>
          </a:p>
          <a:p xmlns:a="http://schemas.openxmlformats.org/drawingml/2006/main">
            <a:r>
              <a:t>      "primary_decision": "unparsable text is not admitted",</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snapshot:/inspection/readings/7/document/rows/24</a:t>
            </a:r>
          </a:p>
          <a:p xmlns:a="http://schemas.openxmlformats.org/drawingml/2006/main">
            <a:r>
              <a:t>snapshot:/inspection/readings/7/document/rows/25</a:t>
            </a:r>
          </a:p>
          <a:p xmlns:a="http://schemas.openxmlformats.org/drawingml/2006/main">
            <a:r>
              <a:t>snapshot:/inspection/readings/7/document/rows/26</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"V31",</a:t>
            </a:r>
          </a:p>
          <a:p xmlns:a="http://schemas.openxmlformats.org/drawingml/2006/main">
            <a:r>
              <a:t>    "reading": "expression-semantics",</a:t>
            </a:r>
          </a:p>
          <a:p xmlns:a="http://schemas.openxmlformats.org/drawingml/2006/main">
            <a:r>
              <a:t>    "property": "expression-semantics",</a:t>
            </a:r>
          </a:p>
          <a:p xmlns:a="http://schemas.openxmlformats.org/drawingml/2006/main">
            <a:r>
              <a:t>    "subject": "path",</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"snapshot:/inspection/readings/7/document/rows/27",</a:t>
            </a:r>
          </a:p>
          <a:p xmlns:a="http://schemas.openxmlformats.org/drawingml/2006/main">
            <a:r>
              <a:t>    "rowIndex": 27,</a:t>
            </a:r>
          </a:p>
          <a:p xmlns:a="http://schemas.openxmlformats.org/drawingml/2006/main">
            <a:r>
              <a:t>    "raw": {</a:t>
            </a:r>
          </a:p>
          <a:p xmlns:a="http://schemas.openxmlformats.org/drawingml/2006/main">
            <a:r>
              <a:t>      "operator": "path",</a:t>
            </a:r>
          </a:p>
          <a:p xmlns:a="http://schemas.openxmlformats.org/drawingml/2006/main">
            <a:r>
              <a:t>      "ruling_file": "conformance/execution-graph/mechanics/path.v1",</a:t>
            </a:r>
          </a:p>
          <a:p xmlns:a="http://schemas.openxmlformats.org/drawingml/2006/main">
            <a:r>
              <a:t>      "semantic_effect": "pure",</a:t>
            </a:r>
          </a:p>
          <a:p xmlns:a="http://schemas.openxmlformats.org/drawingml/2006/main">
            <a:r>
              <a:t>      "primary_decision": "empty path returns the binding; a missing segment is absent",</a:t>
            </a:r>
          </a:p>
          <a:p xmlns:a="http://schemas.openxmlformats.org/drawingml/2006/main">
            <a:r>
              <a:t>      "estate_uses": 1,</a:t>
            </a:r>
          </a:p>
          <a:p xmlns:a="http://schemas.openxmlformats.org/drawingml/2006/main">
            <a:r>
              <a:t>      "transcribed": 1,</a:t>
            </a:r>
          </a:p>
          <a:p xmlns:a="http://schemas.openxmlformats.org/drawingml/2006/main">
            <a:r>
              <a:t>      "disposition": "PROVED",</a:t>
            </a:r>
          </a:p>
          <a:p xmlns:a="http://schemas.openxmlformats.org/drawingml/2006/main">
            <a:r>
              <a:t>      "basis": "SDA ruling file transcribed; every estate use is covered"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"V32",</a:t>
            </a:r>
          </a:p>
          <a:p xmlns:a="http://schemas.openxmlformats.org/drawingml/2006/main">
            <a:r>
              <a:t>    "reading": "expression-semantics",</a:t>
            </a:r>
          </a:p>
          <a:p xmlns:a="http://schemas.openxmlformats.org/drawingml/2006/main">
            <a:r>
              <a:t>    "property": "expression-semantics",</a:t>
            </a:r>
          </a:p>
          <a:p xmlns:a="http://schemas.openxmlformats.org/drawingml/2006/main">
            <a:r>
              <a:t>    "subject": "sha256",</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"snapshot:/inspection/readings/7/document/rows/28",</a:t>
            </a:r>
          </a:p>
          <a:p xmlns:a="http://schemas.openxmlformats.org/drawingml/2006/main">
            <a:r>
              <a:t>    "rowIndex": 28,</a:t>
            </a:r>
          </a:p>
          <a:p xmlns:a="http://schemas.openxmlformats.org/drawingml/2006/main">
            <a:r>
              <a:t>    "raw": {</a:t>
            </a:r>
          </a:p>
          <a:p xmlns:a="http://schemas.openxmlformats.org/drawingml/2006/main">
            <a:r>
              <a:t>      "operator": "sha256",</a:t>
            </a:r>
          </a:p>
          <a:p xmlns:a="http://schemas.openxmlformats.org/drawingml/2006/main">
            <a:r>
              <a:t>      "ruling_file": "conformance/execution-graph/mechanics/sha256.v1",</a:t>
            </a:r>
          </a:p>
          <a:p xmlns:a="http://schemas.openxmlformats.org/drawingml/2006/main">
            <a:r>
              <a:t>      "semantic_effect": "pure",</a:t>
            </a:r>
          </a:p>
          <a:p xmlns:a="http://schemas.openxmlformats.org/drawingml/2006/main">
            <a:r>
              <a:t>      "primary_decision": "SHA-256 hex digest over the string form",</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"V33",</a:t>
            </a:r>
          </a:p>
          <a:p xmlns:a="http://schemas.openxmlformats.org/drawingml/2006/main">
            <a:r>
              <a:t>    "reading": "expression-semantics",</a:t>
            </a:r>
          </a:p>
          <a:p xmlns:a="http://schemas.openxmlformats.org/drawingml/2006/main">
            <a:r>
              <a:t>    "property": "expression-semantics",</a:t>
            </a:r>
          </a:p>
          <a:p xmlns:a="http://schemas.openxmlformats.org/drawingml/2006/main">
            <a:r>
              <a:t>    "subject": "some",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"snapshot:/inspection/readings/7/document/rows/29",</a:t>
            </a:r>
          </a:p>
          <a:p xmlns:a="http://schemas.openxmlformats.org/drawingml/2006/main">
            <a:r>
              <a:t>    "rowIndex": 29,</a:t>
            </a:r>
          </a:p>
          <a:p xmlns:a="http://schemas.openxmlformats.org/drawingml/2006/main">
            <a:r>
              <a:t>    "raw": {</a:t>
            </a:r>
          </a:p>
          <a:p xmlns:a="http://schemas.openxmlformats.org/drawingml/2006/main">
            <a:r>
              <a:t>      "operator": "some",</a:t>
            </a:r>
          </a:p>
          <a:p xmlns:a="http://schemas.openxmlformats.org/drawingml/2006/main">
            <a:r>
              <a:t>      "ruling_file": "conformance/execution-graph/mechanics/some.v1",</a:t>
            </a:r>
          </a:p>
          <a:p xmlns:a="http://schemas.openxmlformats.org/drawingml/2006/main">
            <a:r>
              <a:t>      "semantic_effect": "pure",</a:t>
            </a:r>
          </a:p>
          <a:p xmlns:a="http://schemas.openxmlformats.org/drawingml/2006/main">
            <a:r>
              <a:t>      "primary_decision": "true when any item satisfies the predicate",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snapshot:/inspection/readings/7/document/rows/27</a:t>
            </a:r>
          </a:p>
          <a:p xmlns:a="http://schemas.openxmlformats.org/drawingml/2006/main">
            <a:r>
              <a:t>snapshot:/inspection/readings/7/document/rows/28</a:t>
            </a:r>
          </a:p>
          <a:p xmlns:a="http://schemas.openxmlformats.org/drawingml/2006/main">
            <a:r>
              <a:t>snapshot:/inspection/readings/7/document/rows/29</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"V34",</a:t>
            </a:r>
          </a:p>
          <a:p xmlns:a="http://schemas.openxmlformats.org/drawingml/2006/main">
            <a:r>
              <a:t>    "reading": "expression-semantics",</a:t>
            </a:r>
          </a:p>
          <a:p xmlns:a="http://schemas.openxmlformats.org/drawingml/2006/main">
            <a:r>
              <a:t>    "property": "expression-semantics",</a:t>
            </a:r>
          </a:p>
          <a:p xmlns:a="http://schemas.openxmlformats.org/drawingml/2006/main">
            <a:r>
              <a:t>    "subject": "trim",</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"snapshot:/inspection/readings/7/document/rows/30",</a:t>
            </a:r>
          </a:p>
          <a:p xmlns:a="http://schemas.openxmlformats.org/drawingml/2006/main">
            <a:r>
              <a:t>    "rowIndex": 30,</a:t>
            </a:r>
          </a:p>
          <a:p xmlns:a="http://schemas.openxmlformats.org/drawingml/2006/main">
            <a:r>
              <a:t>    "raw": {</a:t>
            </a:r>
          </a:p>
          <a:p xmlns:a="http://schemas.openxmlformats.org/drawingml/2006/main">
            <a:r>
              <a:t>      "operator": "trim",</a:t>
            </a:r>
          </a:p>
          <a:p xmlns:a="http://schemas.openxmlformats.org/drawingml/2006/main">
            <a:r>
              <a:t>      "ruling_file": "conformance/execution-graph/mechanics/trim.v1",</a:t>
            </a:r>
          </a:p>
          <a:p xmlns:a="http://schemas.openxmlformats.org/drawingml/2006/main">
            <a:r>
              <a:t>      "semantic_effect": "pure",</a:t>
            </a:r>
          </a:p>
          <a:p xmlns:a="http://schemas.openxmlformats.org/drawingml/2006/main">
            <a:r>
              <a:t>      "primary_decision": "remove leading/trailing Unicode whitespace",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"V35",</a:t>
            </a:r>
          </a:p>
          <a:p xmlns:a="http://schemas.openxmlformats.org/drawingml/2006/main">
            <a:r>
              <a:t>    "reading": "expression-semantics",</a:t>
            </a:r>
          </a:p>
          <a:p xmlns:a="http://schemas.openxmlformats.org/drawingml/2006/main">
            <a:r>
              <a:t>    "property": "expression-semantics",</a:t>
            </a:r>
          </a:p>
          <a:p xmlns:a="http://schemas.openxmlformats.org/drawingml/2006/main">
            <a:r>
              <a:t>    "subject": "try-parse-json",</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"snapshot:/inspection/readings/7/document/rows/31",</a:t>
            </a:r>
          </a:p>
          <a:p xmlns:a="http://schemas.openxmlformats.org/drawingml/2006/main">
            <a:r>
              <a:t>    "rowIndex": 31,</a:t>
            </a:r>
          </a:p>
          <a:p xmlns:a="http://schemas.openxmlformats.org/drawingml/2006/main">
            <a:r>
              <a:t>    "raw": {</a:t>
            </a:r>
          </a:p>
          <a:p xmlns:a="http://schemas.openxmlformats.org/drawingml/2006/main">
            <a:r>
              <a:t>      "operator": "try-parse-json",</a:t>
            </a:r>
          </a:p>
          <a:p xmlns:a="http://schemas.openxmlformats.org/drawingml/2006/main">
            <a:r>
              <a:t>      "ruling_file": "conformance/execution-graph/mechanics/try-parse-json.v1",</a:t>
            </a:r>
          </a:p>
          <a:p xmlns:a="http://schemas.openxmlformats.org/drawingml/2006/main">
            <a:r>
              <a:t>      "semantic_effect": "pure",</a:t>
            </a:r>
          </a:p>
          <a:p xmlns:a="http://schemas.openxmlformats.org/drawingml/2006/main">
            <a:r>
              <a:t>      "primary_decision": "classify parsed or not parsed; no runtime exception",</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"V36",</a:t>
            </a:r>
          </a:p>
          <a:p xmlns:a="http://schemas.openxmlformats.org/drawingml/2006/main">
            <a:r>
              <a:t>    "reading": "expression-semantics",</a:t>
            </a:r>
          </a:p>
          <a:p xmlns:a="http://schemas.openxmlformats.org/drawingml/2006/main">
            <a:r>
              <a:t>    "property": "expression-semantics",</a:t>
            </a:r>
          </a:p>
          <a:p xmlns:a="http://schemas.openxmlformats.org/drawingml/2006/main">
            <a:r>
              <a:t>    "subject": "unique",</a:t>
            </a:r>
          </a:p>
          <a:p xmlns:a="http://schemas.openxmlformats.org/drawingml/2006/main">
            <a:r>
              <a:t>    "disposition": "PROVED",</a:t>
            </a:r>
          </a:p>
          <a:p xmlns:a="http://schemas.openxmlformats.org/drawingml/2006/main">
            <a:r>
              <a:t>    "basis": "SDA ruling file transcribed; no estate use",</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"snapshot:/inspection/readings/7/document/rows/32",</a:t>
            </a:r>
          </a:p>
          <a:p xmlns:a="http://schemas.openxmlformats.org/drawingml/2006/main">
            <a:r>
              <a:t>    "rowIndex": 32,</a:t>
            </a:r>
          </a:p>
          <a:p xmlns:a="http://schemas.openxmlformats.org/drawingml/2006/main">
            <a:r>
              <a:t>    "raw": {</a:t>
            </a:r>
          </a:p>
          <a:p xmlns:a="http://schemas.openxmlformats.org/drawingml/2006/main">
            <a:r>
              <a:t>      "operator": "unique",</a:t>
            </a:r>
          </a:p>
          <a:p xmlns:a="http://schemas.openxmlformats.org/drawingml/2006/main">
            <a:r>
              <a:t>      "ruling_file": "conformance/execution-graph/mechanics/unique.v1",</a:t>
            </a:r>
          </a:p>
          <a:p xmlns:a="http://schemas.openxmlformats.org/drawingml/2006/main">
            <a:r>
              <a:t>      "semantic_effect": "pure",</a:t>
            </a:r>
          </a:p>
          <a:p xmlns:a="http://schemas.openxmlformats.org/drawingml/2006/main">
            <a:r>
              <a:t>      "primary_decision": "primitive members only; preserve first occurrence",</a:t>
            </a:r>
          </a:p>
          <a:p xmlns:a="http://schemas.openxmlformats.org/drawingml/2006/main">
            <a:r>
              <a:t>      "estate_uses": 0,</a:t>
            </a:r>
          </a:p>
          <a:p xmlns:a="http://schemas.openxmlformats.org/drawingml/2006/main">
            <a:r>
              <a:t>      "transcribed": 1,</a:t>
            </a:r>
          </a:p>
          <a:p xmlns:a="http://schemas.openxmlformats.org/drawingml/2006/main">
            <a:r>
              <a:t>      "disposition": "PROVED",</a:t>
            </a:r>
          </a:p>
          <a:p xmlns:a="http://schemas.openxmlformats.org/drawingml/2006/main">
            <a:r>
              <a:t>      "basis": "SDA ruling file transcribed; no estate use"</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snapshot:/inspection/readings/7/document/rows/30</a:t>
            </a:r>
          </a:p>
          <a:p xmlns:a="http://schemas.openxmlformats.org/drawingml/2006/main">
            <a:r>
              <a:t>snapshot:/inspection/readings/7/document/rows/31</a:t>
            </a:r>
          </a:p>
          <a:p xmlns:a="http://schemas.openxmlformats.org/drawingml/2006/main">
            <a:r>
              <a:t>snapshot:/inspection/readings/7/document/rows/32</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"V37",</a:t>
            </a:r>
          </a:p>
          <a:p xmlns:a="http://schemas.openxmlformats.org/drawingml/2006/main">
            <a:r>
              <a:t>    "reading": "expression-semantics",</a:t>
            </a:r>
          </a:p>
          <a:p xmlns:a="http://schemas.openxmlformats.org/drawingml/2006/main">
            <a:r>
              <a:t>    "property": "expression-semantics",</a:t>
            </a:r>
          </a:p>
          <a:p xmlns:a="http://schemas.openxmlformats.org/drawingml/2006/main">
            <a:r>
              <a:t>    "subject": "read-argv",</a:t>
            </a:r>
          </a:p>
          <a:p xmlns:a="http://schemas.openxmlformats.org/drawingml/2006/main">
            <a:r>
              <a:t>    "disposition": "PROVIDER_ASSUMPTION_REQUIRED",</a:t>
            </a:r>
          </a:p>
          <a:p xmlns:a="http://schemas.openxmlformats.org/drawingml/2006/main">
            <a:r>
              <a:t>    "basis": "effectful observation operator; no pure-mechanics ruling file exists",</a:t>
            </a:r>
          </a:p>
          <a:p xmlns:a="http://schemas.openxmlformats.org/drawingml/2006/main">
            <a:r>
              <a:t>    "nodeIds": [],</a:t>
            </a:r>
          </a:p>
          <a:p xmlns:a="http://schemas.openxmlformats.org/drawingml/2006/main">
            <a:r>
              <a:t>    "scenarioIds": [],</a:t>
            </a:r>
          </a:p>
          <a:p xmlns:a="http://schemas.openxmlformats.org/drawingml/2006/main">
            <a:r>
              <a:t>    "sourceRef": "snapshot:/inspection/readings/7/document/rows/33",</a:t>
            </a:r>
          </a:p>
          <a:p xmlns:a="http://schemas.openxmlformats.org/drawingml/2006/main">
            <a:r>
              <a:t>    "rowIndex": 33,</a:t>
            </a:r>
          </a:p>
          <a:p xmlns:a="http://schemas.openxmlformats.org/drawingml/2006/main">
            <a:r>
              <a:t>    "raw": {</a:t>
            </a:r>
          </a:p>
          <a:p xmlns:a="http://schemas.openxmlformats.org/drawingml/2006/main">
            <a:r>
              <a:t>      "operator": "read-argv",</a:t>
            </a:r>
          </a:p>
          <a:p xmlns:a="http://schemas.openxmlformats.org/drawingml/2006/main">
            <a:r>
              <a:t>      "semantic_effect": "observation",</a:t>
            </a:r>
          </a:p>
          <a:p xmlns:a="http://schemas.openxmlformats.org/drawingml/2006/main">
            <a:r>
              <a:t>      "primary_decision": "effectful observation; declared by the estate read-argv mechanic on platform-effect-provider.v1; no pure-mechanics ruling file",</a:t>
            </a:r>
          </a:p>
          <a:p xmlns:a="http://schemas.openxmlformats.org/drawingml/2006/main">
            <a:r>
              <a:t>      "estate_uses": 0,</a:t>
            </a:r>
          </a:p>
          <a:p xmlns:a="http://schemas.openxmlformats.org/drawingml/2006/main">
            <a:r>
              <a:t>      "transcribed": 0,</a:t>
            </a:r>
          </a:p>
          <a:p xmlns:a="http://schemas.openxmlformats.org/drawingml/2006/main">
            <a:r>
              <a:t>      "disposition": "PROVIDER_ASSUMPTION_REQUIRED",</a:t>
            </a:r>
          </a:p>
          <a:p xmlns:a="http://schemas.openxmlformats.org/drawingml/2006/main">
            <a:r>
              <a:t>      "basis": "effectful observation operator; no pure-mechanics ruling file exists"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"V38",</a:t>
            </a:r>
          </a:p>
          <a:p xmlns:a="http://schemas.openxmlformats.org/drawingml/2006/main">
            <a:r>
              <a:t>    "reading": "expression-totality",</a:t>
            </a:r>
          </a:p>
          <a:p xmlns:a="http://schemas.openxmlformats.org/drawingml/2006/main">
            <a:r>
              <a:t>    "property": "expression-totality",</a:t>
            </a:r>
          </a:p>
          <a:p xmlns:a="http://schemas.openxmlformats.org/drawingml/2006/main">
            <a:r>
              <a:t>    "subject": "procedural-dungeon-governed-execution-transform.v1",</a:t>
            </a:r>
          </a:p>
          <a:p xmlns:a="http://schemas.openxmlformats.org/drawingml/2006/main">
            <a:r>
              <a:t>    "disposition": "PROVED",</a:t>
            </a:r>
          </a:p>
          <a:p xmlns:a="http://schemas.openxmlformats.org/drawingml/2006/main">
            <a:r>
              <a:t>    "basis": "no if node; totality holds vacuously",</a:t>
            </a:r>
          </a:p>
          <a:p xmlns:a="http://schemas.openxmlformats.org/drawingml/2006/main">
            <a:r>
              <a:t>    "nodeIds": [],</a:t>
            </a:r>
          </a:p>
          <a:p xmlns:a="http://schemas.openxmlformats.org/drawingml/2006/main">
            <a:r>
              <a:t>    "scenarioIds": [],</a:t>
            </a:r>
          </a:p>
          <a:p xmlns:a="http://schemas.openxmlformats.org/drawingml/2006/main">
            <a:r>
              <a:t>    "sourceRef": "snapshot:/inspection/readings/8/document/rows/0",</a:t>
            </a:r>
          </a:p>
          <a:p xmlns:a="http://schemas.openxmlformats.org/drawingml/2006/main">
            <a:r>
              <a:t>    "rowIndex": 0,</a:t>
            </a:r>
          </a:p>
          <a:p xmlns:a="http://schemas.openxmlformats.org/drawingml/2006/main">
            <a:r>
              <a:t>    "raw": {</a:t>
            </a:r>
          </a:p>
          <a:p xmlns:a="http://schemas.openxmlformats.org/drawingml/2006/main">
            <a:r>
              <a:t>      "transformation_id": "procedural-dungeon-governed-execution-transform.v1",</a:t>
            </a:r>
          </a:p>
          <a:p xmlns:a="http://schemas.openxmlformats.org/drawingml/2006/main">
            <a:r>
              <a:t>      "namespace_id": "sidefx:capability:procedural-dungeon-governed-execution",</a:t>
            </a:r>
          </a:p>
          <a:p xmlns:a="http://schemas.openxmlformats.org/drawingml/2006/main">
            <a:r>
              <a:t>      "if_nodes": 0,</a:t>
            </a:r>
          </a:p>
          <a:p xmlns:a="http://schemas.openxmlformats.org/drawingml/2006/main">
            <a:r>
              <a:t>      "if_with_else": 0,</a:t>
            </a:r>
          </a:p>
          <a:p xmlns:a="http://schemas.openxmlformats.org/drawingml/2006/main">
            <a:r>
              <a:t>      "if_missing_then": 0,</a:t>
            </a:r>
          </a:p>
          <a:p xmlns:a="http://schemas.openxmlformats.org/drawingml/2006/main">
            <a:r>
              <a:t>      "disposition": "PROVED",</a:t>
            </a:r>
          </a:p>
          <a:p xmlns:a="http://schemas.openxmlformats.org/drawingml/2006/main">
            <a:r>
              <a:t>      "basis": "no if node; totality holds vacuously"</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"V39",</a:t>
            </a:r>
          </a:p>
          <a:p xmlns:a="http://schemas.openxmlformats.org/drawingml/2006/main">
            <a:r>
              <a:t>    "reading": "route-variant-coverage",</a:t>
            </a:r>
          </a:p>
          <a:p xmlns:a="http://schemas.openxmlformats.org/drawingml/2006/main">
            <a:r>
              <a:t>    "disposition": "NO_ROWS",</a:t>
            </a:r>
          </a:p>
          <a:p xmlns:a="http://schemas.openxmlformats.org/drawingml/2006/main">
            <a:r>
              <a:t>    "basis": "No property rows returned; not a proof",</a:t>
            </a:r>
          </a:p>
          <a:p xmlns:a="http://schemas.openxmlformats.org/drawingml/2006/main">
            <a:r>
              <a:t>    "nodeIds": [],</a:t>
            </a:r>
          </a:p>
          <a:p xmlns:a="http://schemas.openxmlformats.org/drawingml/2006/main">
            <a:r>
              <a:t>    "scenarioIds": [],</a:t>
            </a:r>
          </a:p>
          <a:p xmlns:a="http://schemas.openxmlformats.org/drawingml/2006/main">
            <a:r>
              <a:t>    "sourceRef": "snapshot:/inspection/readings/9"</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snapshot:/inspection/readings/7/document/rows/33</a:t>
            </a:r>
          </a:p>
          <a:p xmlns:a="http://schemas.openxmlformats.org/drawingml/2006/main">
            <a:r>
              <a:t>snapshot:/inspection/readings/8/document/rows/0</a:t>
            </a:r>
          </a:p>
          <a:p xmlns:a="http://schemas.openxmlformats.org/drawingml/2006/main">
            <a:r>
              <a:t>snapshot:/inspection/readings/9</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"V40",</a:t>
            </a:r>
          </a:p>
          <a:p xmlns:a="http://schemas.openxmlformats.org/drawingml/2006/main">
            <a:r>
              <a:t>    "reading": "reachability-cycles",</a:t>
            </a:r>
          </a:p>
          <a:p xmlns:a="http://schemas.openxmlformats.org/drawingml/2006/main">
            <a:r>
              <a:t>    "property": "reachability-cycles",</a:t>
            </a:r>
          </a:p>
          <a:p xmlns:a="http://schemas.openxmlformats.org/drawingml/2006/main">
            <a:r>
              <a:t>    "disposition": "PROVED",</a:t>
            </a:r>
          </a:p>
          <a:p xmlns:a="http://schemas.openxmlformats.org/drawingml/2006/main">
            <a:r>
              <a:t>    "basis": "no invoke-scenario edge; acyclicity holds vacuously",</a:t>
            </a:r>
          </a:p>
          <a:p xmlns:a="http://schemas.openxmlformats.org/drawingml/2006/main">
            <a:r>
              <a:t>    "nodeIds": [],</a:t>
            </a:r>
          </a:p>
          <a:p xmlns:a="http://schemas.openxmlformats.org/drawingml/2006/main">
            <a:r>
              <a:t>    "scenarioIds": [],</a:t>
            </a:r>
          </a:p>
          <a:p xmlns:a="http://schemas.openxmlformats.org/drawingml/2006/main">
            <a:r>
              <a:t>    "sourceRef": "snapshot:/inspection/readings/10/document/rows/0",</a:t>
            </a:r>
          </a:p>
          <a:p xmlns:a="http://schemas.openxmlformats.org/drawingml/2006/main">
            <a:r>
              <a:t>    "rowIndex": 0,</a:t>
            </a:r>
          </a:p>
          <a:p xmlns:a="http://schemas.openxmlformats.org/drawingml/2006/main">
            <a:r>
              <a:t>    "raw": {</a:t>
            </a:r>
          </a:p>
          <a:p xmlns:a="http://schemas.openxmlformats.org/drawingml/2006/main">
            <a:r>
              <a:t>      "capability_id": "procedural-dungeon-governed-execution",</a:t>
            </a:r>
          </a:p>
          <a:p xmlns:a="http://schemas.openxmlformats.org/drawingml/2006/main">
            <a:r>
              <a:t>      "capability_version_pk": 4852214,</a:t>
            </a:r>
          </a:p>
          <a:p xmlns:a="http://schemas.openxmlformats.org/drawingml/2006/main">
            <a:r>
              <a:t>      "invoke_scenario_edges": 0,</a:t>
            </a:r>
          </a:p>
          <a:p xmlns:a="http://schemas.openxmlformats.org/drawingml/2006/main">
            <a:r>
              <a:t>      "cycle_paths": 0,</a:t>
            </a:r>
          </a:p>
          <a:p xmlns:a="http://schemas.openxmlformats.org/drawingml/2006/main">
            <a:r>
              <a:t>      "disposition": "PROVED",</a:t>
            </a:r>
          </a:p>
          <a:p xmlns:a="http://schemas.openxmlformats.org/drawingml/2006/main">
            <a:r>
              <a:t>      "basis": "no invoke-scenario edge; acyclicity holds vacuously"</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"V41",</a:t>
            </a:r>
          </a:p>
          <a:p xmlns:a="http://schemas.openxmlformats.org/drawingml/2006/main">
            <a:r>
              <a:t>    "reading": "contract-face-compatibility",</a:t>
            </a:r>
          </a:p>
          <a:p xmlns:a="http://schemas.openxmlformats.org/drawingml/2006/main">
            <a:r>
              <a:t>    "disposition": "NO_ROWS",</a:t>
            </a:r>
          </a:p>
          <a:p xmlns:a="http://schemas.openxmlformats.org/drawingml/2006/main">
            <a:r>
              <a:t>    "basis": "No property rows returned; not a proof",</a:t>
            </a:r>
          </a:p>
          <a:p xmlns:a="http://schemas.openxmlformats.org/drawingml/2006/main">
            <a:r>
              <a:t>    "nodeIds": [],</a:t>
            </a:r>
          </a:p>
          <a:p xmlns:a="http://schemas.openxmlformats.org/drawingml/2006/main">
            <a:r>
              <a:t>    "scenarioIds": [],</a:t>
            </a:r>
          </a:p>
          <a:p xmlns:a="http://schemas.openxmlformats.org/drawingml/2006/main">
            <a:r>
              <a:t>    "sourceRef": "snapshot:/inspection/readings/11"</a:t>
            </a:r>
          </a:p>
          <a:p xmlns:a="http://schemas.openxmlformats.org/drawingml/2006/main">
            <a:r>
              <a:t>  },</a:t>
            </a:r>
          </a:p>
          <a:p xmlns:a="http://schemas.openxmlformats.org/drawingml/2006/main">
            <a:r>
              <a:t>  {</a:t>
            </a:r>
          </a:p>
          <a:p xmlns:a="http://schemas.openxmlformats.org/drawingml/2006/main">
            <a:r>
              <a:t>    "id": "V42",</a:t>
            </a:r>
          </a:p>
          <a:p xmlns:a="http://schemas.openxmlformats.org/drawingml/2006/main">
            <a:r>
              <a:t>    "reading": "witnesses",</a:t>
            </a:r>
          </a:p>
          <a:p xmlns:a="http://schemas.openxmlformats.org/drawingml/2006/main">
            <a:r>
              <a:t>    "disposition": "NO_ROWS",</a:t>
            </a:r>
          </a:p>
          <a:p xmlns:a="http://schemas.openxmlformats.org/drawingml/2006/main">
            <a:r>
              <a:t>    "basis": "No property rows returned; not a proof",</a:t>
            </a:r>
          </a:p>
          <a:p xmlns:a="http://schemas.openxmlformats.org/drawingml/2006/main">
            <a:r>
              <a:t>    "nodeIds": [],</a:t>
            </a:r>
          </a:p>
          <a:p xmlns:a="http://schemas.openxmlformats.org/drawingml/2006/main">
            <a:r>
              <a:t>    "scenarioIds": [],</a:t>
            </a:r>
          </a:p>
          <a:p xmlns:a="http://schemas.openxmlformats.org/drawingml/2006/main">
            <a:r>
              <a:t>    "sourceRef": "snapshot:/inspection/readings/12"</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snapshot:/inspection/readings/10/document/rows/0</a:t>
            </a:r>
          </a:p>
          <a:p xmlns:a="http://schemas.openxmlformats.org/drawingml/2006/main">
            <a:r>
              <a:t>snapshot:/inspection/readings/11</a:t>
            </a:r>
          </a:p>
          <a:p xmlns:a="http://schemas.openxmlformats.org/drawingml/2006/main">
            <a:r>
              <a:t>snapshot:/inspection/readings/12</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"V43",</a:t>
            </a:r>
          </a:p>
          <a:p xmlns:a="http://schemas.openxmlformats.org/drawingml/2006/main">
            <a:r>
              <a:t>    "reading": "capability-proof-obligations",</a:t>
            </a:r>
          </a:p>
          <a:p xmlns:a="http://schemas.openxmlformats.org/drawingml/2006/main">
            <a:r>
              <a:t>    "property": "contract-satisfiability",</a:t>
            </a:r>
          </a:p>
          <a:p xmlns:a="http://schemas.openxmlformats.org/drawingml/2006/main">
            <a:r>
              <a:t>    "disposition": "PROVED",</a:t>
            </a:r>
          </a:p>
          <a:p xmlns:a="http://schemas.openxmlformats.org/drawingml/2006/main">
            <a:r>
              <a:t>    "basis": "2 contract(s) resolve with no unsatisfiable root pattern",</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0,</a:t>
            </a:r>
          </a:p>
          <a:p xmlns:a="http://schemas.openxmlformats.org/drawingml/2006/main">
            <a:r>
              <a:t>    "raw": {</a:t>
            </a:r>
          </a:p>
          <a:p xmlns:a="http://schemas.openxmlformats.org/drawingml/2006/main">
            <a:r>
              <a:t>      "obligation": "contract-satisfiability",</a:t>
            </a:r>
          </a:p>
          <a:p xmlns:a="http://schemas.openxmlformats.org/drawingml/2006/main">
            <a:r>
              <a:t>      "disposition": "PROVED",</a:t>
            </a:r>
          </a:p>
          <a:p xmlns:a="http://schemas.openxmlformats.org/drawingml/2006/main">
            <a:r>
              <a:t>      "basis": "2 contract(s) resolve with no unsatisfiable root pattern",</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"V44",</a:t>
            </a:r>
          </a:p>
          <a:p xmlns:a="http://schemas.openxmlformats.org/drawingml/2006/main">
            <a:r>
              <a:t>    "reading": "capability-proof-obligations",</a:t>
            </a:r>
          </a:p>
          <a:p xmlns:a="http://schemas.openxmlformats.org/drawingml/2006/main">
            <a:r>
              <a:t>    "property": "input-outcome-predicates",</a:t>
            </a:r>
          </a:p>
          <a:p xmlns:a="http://schemas.openxmlformats.org/drawingml/2006/main">
            <a:r>
              <a:t>    "disposition": "PROVED",</a:t>
            </a:r>
          </a:p>
          <a:p xmlns:a="http://schemas.openxmlformats.org/drawingml/2006/main">
            <a:r>
              <a:t>    "basis": "1/1 input predicates, 1/1 outcome predicates",</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1,</a:t>
            </a:r>
          </a:p>
          <a:p xmlns:a="http://schemas.openxmlformats.org/drawingml/2006/main">
            <a:r>
              <a:t>    "raw": {</a:t>
            </a:r>
          </a:p>
          <a:p xmlns:a="http://schemas.openxmlformats.org/drawingml/2006/main">
            <a:r>
              <a:t>      "obligation": "input-outcome-predicates",</a:t>
            </a:r>
          </a:p>
          <a:p xmlns:a="http://schemas.openxmlformats.org/drawingml/2006/main">
            <a:r>
              <a:t>      "disposition": "PROVED",</a:t>
            </a:r>
          </a:p>
          <a:p xmlns:a="http://schemas.openxmlformats.org/drawingml/2006/main">
            <a:r>
              <a:t>      "basis": "1/1 input predicates, 1/1 outcome predicates",</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"V45",</a:t>
            </a:r>
          </a:p>
          <a:p xmlns:a="http://schemas.openxmlformats.org/drawingml/2006/main">
            <a:r>
              <a:t>    "reading": "capability-proof-obligations",</a:t>
            </a:r>
          </a:p>
          <a:p xmlns:a="http://schemas.openxmlformats.org/drawingml/2006/main">
            <a:r>
              <a:t>    "property": "expression-semantics",</a:t>
            </a:r>
          </a:p>
          <a:p xmlns:a="http://schemas.openxmlformats.org/drawingml/2006/main">
            <a:r>
              <a:t>    "disposition": "PROVED",</a:t>
            </a:r>
          </a:p>
          <a:p xmlns:a="http://schemas.openxmlformats.org/drawingml/2006/main">
            <a:r>
              <a:t>    "basis": "4 operator(s) used; every one is transcribed by an SDA ruling file",</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2,</a:t>
            </a:r>
          </a:p>
          <a:p xmlns:a="http://schemas.openxmlformats.org/drawingml/2006/main">
            <a:r>
              <a:t>    "raw": {</a:t>
            </a:r>
          </a:p>
          <a:p xmlns:a="http://schemas.openxmlformats.org/drawingml/2006/main">
            <a:r>
              <a:t>      "obligation": "expression-semantics",</a:t>
            </a:r>
          </a:p>
          <a:p xmlns:a="http://schemas.openxmlformats.org/drawingml/2006/main">
            <a:r>
              <a:t>      "disposition": "PROVED",</a:t>
            </a:r>
          </a:p>
          <a:p xmlns:a="http://schemas.openxmlformats.org/drawingml/2006/main">
            <a:r>
              <a:t>      "basis": "4 operator(s) used; every one is transcribed by an SDA ruling file",</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snapshot:/inspection/readings/13/document/capabilities</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"V46",</a:t>
            </a:r>
          </a:p>
          <a:p xmlns:a="http://schemas.openxmlformats.org/drawingml/2006/main">
            <a:r>
              <a:t>    "reading": "capability-proof-obligations",</a:t>
            </a:r>
          </a:p>
          <a:p xmlns:a="http://schemas.openxmlformats.org/drawingml/2006/main">
            <a:r>
              <a:t>    "property": "expression-totality",</a:t>
            </a:r>
          </a:p>
          <a:p xmlns:a="http://schemas.openxmlformats.org/drawingml/2006/main">
            <a:r>
              <a:t>    "disposition": "PROVED",</a:t>
            </a:r>
          </a:p>
          <a:p xmlns:a="http://schemas.openxmlformats.org/drawingml/2006/main">
            <a:r>
              <a:t>    "basis": "no if node; totality holds vacuously",</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3,</a:t>
            </a:r>
          </a:p>
          <a:p xmlns:a="http://schemas.openxmlformats.org/drawingml/2006/main">
            <a:r>
              <a:t>    "raw": {</a:t>
            </a:r>
          </a:p>
          <a:p xmlns:a="http://schemas.openxmlformats.org/drawingml/2006/main">
            <a:r>
              <a:t>      "obligation": "expression-totality",</a:t>
            </a:r>
          </a:p>
          <a:p xmlns:a="http://schemas.openxmlformats.org/drawingml/2006/main">
            <a:r>
              <a:t>      "disposition": "PROVED",</a:t>
            </a:r>
          </a:p>
          <a:p xmlns:a="http://schemas.openxmlformats.org/drawingml/2006/main">
            <a:r>
              <a:t>      "basis": "no if node; totality holds vacuously",</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"V47",</a:t>
            </a:r>
          </a:p>
          <a:p xmlns:a="http://schemas.openxmlformats.org/drawingml/2006/main">
            <a:r>
              <a:t>    "reading": "capability-proof-obligations",</a:t>
            </a:r>
          </a:p>
          <a:p xmlns:a="http://schemas.openxmlformats.org/drawingml/2006/main">
            <a:r>
              <a:t>    "property": "route-variant-coverage",</a:t>
            </a:r>
          </a:p>
          <a:p xmlns:a="http://schemas.openxmlformats.org/drawingml/2006/main">
            <a:r>
              <a:t>    "disposition": "NOT_FORMALLY_OBSERVABLE",</a:t>
            </a:r>
          </a:p>
          <a:p xmlns:a="http://schemas.openxmlformats.org/drawingml/2006/main">
            <a:r>
              <a:t>    "basis": "no declared routing entry reaches this capability",</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4,</a:t>
            </a:r>
          </a:p>
          <a:p xmlns:a="http://schemas.openxmlformats.org/drawingml/2006/main">
            <a:r>
              <a:t>    "raw": {</a:t>
            </a:r>
          </a:p>
          <a:p xmlns:a="http://schemas.openxmlformats.org/drawingml/2006/main">
            <a:r>
              <a:t>      "obligation": "route-variant-coverage",</a:t>
            </a:r>
          </a:p>
          <a:p xmlns:a="http://schemas.openxmlformats.org/drawingml/2006/main">
            <a:r>
              <a:t>      "disposition": "NOT_FORMALLY_OBSERVABLE",</a:t>
            </a:r>
          </a:p>
          <a:p xmlns:a="http://schemas.openxmlformats.org/drawingml/2006/main">
            <a:r>
              <a:t>      "basis": "no declared routing entry reaches this capability",</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"V48",</a:t>
            </a:r>
          </a:p>
          <a:p xmlns:a="http://schemas.openxmlformats.org/drawingml/2006/main">
            <a:r>
              <a:t>    "reading": "capability-proof-obligations",</a:t>
            </a:r>
          </a:p>
          <a:p xmlns:a="http://schemas.openxmlformats.org/drawingml/2006/main">
            <a:r>
              <a:t>    "property": "reachability-acyclicity",</a:t>
            </a:r>
          </a:p>
          <a:p xmlns:a="http://schemas.openxmlformats.org/drawingml/2006/main">
            <a:r>
              <a:t>    "disposition": "PROVED",</a:t>
            </a:r>
          </a:p>
          <a:p xmlns:a="http://schemas.openxmlformats.org/drawingml/2006/main">
            <a:r>
              <a:t>    "basis": "no invoke-scenario edge; acyclicity holds vacuously",</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5,</a:t>
            </a:r>
          </a:p>
          <a:p xmlns:a="http://schemas.openxmlformats.org/drawingml/2006/main">
            <a:r>
              <a:t>    "raw": {</a:t>
            </a:r>
          </a:p>
          <a:p xmlns:a="http://schemas.openxmlformats.org/drawingml/2006/main">
            <a:r>
              <a:t>      "obligation": "reachability-acyclicity",</a:t>
            </a:r>
          </a:p>
          <a:p xmlns:a="http://schemas.openxmlformats.org/drawingml/2006/main">
            <a:r>
              <a:t>      "disposition": "PROVED",</a:t>
            </a:r>
          </a:p>
          <a:p xmlns:a="http://schemas.openxmlformats.org/drawingml/2006/main">
            <a:r>
              <a:t>      "basis": "no invoke-scenario edge; acyclicity holds vacuously",</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snapshot:/inspection/readings/13/document/capabilities</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"V49",</a:t>
            </a:r>
          </a:p>
          <a:p xmlns:a="http://schemas.openxmlformats.org/drawingml/2006/main">
            <a:r>
              <a:t>    "reading": "capability-proof-obligations",</a:t>
            </a:r>
          </a:p>
          <a:p xmlns:a="http://schemas.openxmlformats.org/drawingml/2006/main">
            <a:r>
              <a:t>    "property": "contract-face-compatibility",</a:t>
            </a:r>
          </a:p>
          <a:p xmlns:a="http://schemas.openxmlformats.org/drawingml/2006/main">
            <a:r>
              <a:t>    "disposition": "NOT_FORMALLY_OBSERVABLE",</a:t>
            </a:r>
          </a:p>
          <a:p xmlns:a="http://schemas.openxmlformats.org/drawingml/2006/main">
            <a:r>
              <a:t>    "basis": "no route or terminal invoke-scenario edge declared",</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6,</a:t>
            </a:r>
          </a:p>
          <a:p xmlns:a="http://schemas.openxmlformats.org/drawingml/2006/main">
            <a:r>
              <a:t>    "raw": {</a:t>
            </a:r>
          </a:p>
          <a:p xmlns:a="http://schemas.openxmlformats.org/drawingml/2006/main">
            <a:r>
              <a:t>      "obligation": "contract-face-compatibility",</a:t>
            </a:r>
          </a:p>
          <a:p xmlns:a="http://schemas.openxmlformats.org/drawingml/2006/main">
            <a:r>
              <a:t>      "disposition": "NOT_FORMALLY_OBSERVABLE",</a:t>
            </a:r>
          </a:p>
          <a:p xmlns:a="http://schemas.openxmlformats.org/drawingml/2006/main">
            <a:r>
              <a:t>      "basis": "no route or terminal invoke-scenario edge declared",</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"V50",</a:t>
            </a:r>
          </a:p>
          <a:p xmlns:a="http://schemas.openxmlformats.org/drawingml/2006/main">
            <a:r>
              <a:t>    "reading": "capability-proof-obligations",</a:t>
            </a:r>
          </a:p>
          <a:p xmlns:a="http://schemas.openxmlformats.org/drawingml/2006/main">
            <a:r>
              <a:t>    "property": "witnesses",</a:t>
            </a:r>
          </a:p>
          <a:p xmlns:a="http://schemas.openxmlformats.org/drawingml/2006/main">
            <a:r>
              <a:t>    "disposition": "NOT_FORMALLY_OBSERVABLE",</a:t>
            </a:r>
          </a:p>
          <a:p xmlns:a="http://schemas.openxmlformats.org/drawingml/2006/main">
            <a:r>
              <a:t>    "basis": "no fixture owned by this capability or its scenarios",</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7,</a:t>
            </a:r>
          </a:p>
          <a:p xmlns:a="http://schemas.openxmlformats.org/drawingml/2006/main">
            <a:r>
              <a:t>    "raw": {</a:t>
            </a:r>
          </a:p>
          <a:p xmlns:a="http://schemas.openxmlformats.org/drawingml/2006/main">
            <a:r>
              <a:t>      "obligation": "witnesses",</a:t>
            </a:r>
          </a:p>
          <a:p xmlns:a="http://schemas.openxmlformats.org/drawingml/2006/main">
            <a:r>
              <a:t>      "disposition": "NOT_FORMALLY_OBSERVABLE",</a:t>
            </a:r>
          </a:p>
          <a:p xmlns:a="http://schemas.openxmlformats.org/drawingml/2006/main">
            <a:r>
              <a:t>      "basis": "no fixture owned by this capability or its scenarios",</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"V51",</a:t>
            </a:r>
          </a:p>
          <a:p xmlns:a="http://schemas.openxmlformats.org/drawingml/2006/main">
            <a:r>
              <a:t>    "reading": "capability-proof-obligations",</a:t>
            </a:r>
          </a:p>
          <a:p xmlns:a="http://schemas.openxmlformats.org/drawingml/2006/main">
            <a:r>
              <a:t>    "property": "invariants",</a:t>
            </a:r>
          </a:p>
          <a:p xmlns:a="http://schemas.openxmlformats.org/drawingml/2006/main">
            <a:r>
              <a:t>    "disposition": "NOT_FORMALLY_OBSERVABLE",</a:t>
            </a:r>
          </a:p>
          <a:p xmlns:a="http://schemas.openxmlformats.org/drawingml/2006/main">
            <a:r>
              <a:t>    "basis": "0 observable condition(s) owned, 0 with a formal expression statement",</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8,</a:t>
            </a:r>
          </a:p>
          <a:p xmlns:a="http://schemas.openxmlformats.org/drawingml/2006/main">
            <a:r>
              <a:t>    "raw": {</a:t>
            </a:r>
          </a:p>
          <a:p xmlns:a="http://schemas.openxmlformats.org/drawingml/2006/main">
            <a:r>
              <a:t>      "obligation": "invariants",</a:t>
            </a:r>
          </a:p>
          <a:p xmlns:a="http://schemas.openxmlformats.org/drawingml/2006/main">
            <a:r>
              <a:t>      "disposition": "NOT_FORMALLY_OBSERVABLE",</a:t>
            </a:r>
          </a:p>
          <a:p xmlns:a="http://schemas.openxmlformats.org/drawingml/2006/main">
            <a:r>
              <a:t>      "basis": "0 observable condition(s) owned, 0 with a formal expression statement",</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snapshot:/inspection/readings/13/document/capabilities</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"V52",</a:t>
            </a:r>
          </a:p>
          <a:p xmlns:a="http://schemas.openxmlformats.org/drawingml/2006/main">
            <a:r>
              <a:t>    "reading": "capability-proof-obligations",</a:t>
            </a:r>
          </a:p>
          <a:p xmlns:a="http://schemas.openxmlformats.org/drawingml/2006/main">
            <a:r>
              <a:t>    "property": "provider-assumptions",</a:t>
            </a:r>
          </a:p>
          <a:p xmlns:a="http://schemas.openxmlformats.org/drawingml/2006/main">
            <a:r>
              <a:t>    "disposition": "NOT_FORMALLY_OBSERVABLE",</a:t>
            </a:r>
          </a:p>
          <a:p xmlns:a="http://schemas.openxmlformats.org/drawingml/2006/main">
            <a:r>
              <a:t>    "basis": "no provider-facing port declared",</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9,</a:t>
            </a:r>
          </a:p>
          <a:p xmlns:a="http://schemas.openxmlformats.org/drawingml/2006/main">
            <a:r>
              <a:t>    "raw": {</a:t>
            </a:r>
          </a:p>
          <a:p xmlns:a="http://schemas.openxmlformats.org/drawingml/2006/main">
            <a:r>
              <a:t>      "obligation": "provider-assumptions",</a:t>
            </a:r>
          </a:p>
          <a:p xmlns:a="http://schemas.openxmlformats.org/drawingml/2006/main">
            <a:r>
              <a:t>      "disposition": "NOT_FORMALLY_OBSERVABLE",</a:t>
            </a:r>
          </a:p>
          <a:p xmlns:a="http://schemas.openxmlformats.org/drawingml/2006/main">
            <a:r>
              <a:t>      "basis": "no provider-facing port declared",</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"V53",</a:t>
            </a:r>
          </a:p>
          <a:p xmlns:a="http://schemas.openxmlformats.org/drawingml/2006/main">
            <a:r>
              <a:t>    "reading": "capability-proof-obligations",</a:t>
            </a:r>
          </a:p>
          <a:p xmlns:a="http://schemas.openxmlformats.org/drawingml/2006/main">
            <a:r>
              <a:t>    "property": "mechanic-contracts",</a:t>
            </a:r>
          </a:p>
          <a:p xmlns:a="http://schemas.openxmlformats.org/drawingml/2006/main">
            <a:r>
              <a:t>    "disposition": "NOT_FORMALLY_OBSERVABLE",</a:t>
            </a:r>
          </a:p>
          <a:p xmlns:a="http://schemas.openxmlformats.org/drawingml/2006/main">
            <a:r>
              <a:t>    "basis": "no platform mechanic referenced by this capability's ports",</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10,</a:t>
            </a:r>
          </a:p>
          <a:p xmlns:a="http://schemas.openxmlformats.org/drawingml/2006/main">
            <a:r>
              <a:t>    "raw": {</a:t>
            </a:r>
          </a:p>
          <a:p xmlns:a="http://schemas.openxmlformats.org/drawingml/2006/main">
            <a:r>
              <a:t>      "obligation": "mechanic-contracts",</a:t>
            </a:r>
          </a:p>
          <a:p xmlns:a="http://schemas.openxmlformats.org/drawingml/2006/main">
            <a:r>
              <a:t>      "disposition": "NOT_FORMALLY_OBSERVABLE",</a:t>
            </a:r>
          </a:p>
          <a:p xmlns:a="http://schemas.openxmlformats.org/drawingml/2006/main">
            <a:r>
              <a:t>      "basis": "no platform mechanic referenced by this capability's ports",</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"V54",</a:t>
            </a:r>
          </a:p>
          <a:p xmlns:a="http://schemas.openxmlformats.org/drawingml/2006/main">
            <a:r>
              <a:t>    "reading": "capability-proof-obligations",</a:t>
            </a:r>
          </a:p>
          <a:p xmlns:a="http://schemas.openxmlformats.org/drawingml/2006/main">
            <a:r>
              <a:t>    "property": "pattern-vocabulary-binding",</a:t>
            </a:r>
          </a:p>
          <a:p xmlns:a="http://schemas.openxmlformats.org/drawingml/2006/main">
            <a:r>
              <a:t>    "disposition": "NOT_FORMALLY_OBSERVABLE",</a:t>
            </a:r>
          </a:p>
          <a:p xmlns:a="http://schemas.openxmlformats.org/drawingml/2006/main">
            <a:r>
              <a:t>    "basis": "0 of 4571 selected estate definitions with a pattern key; the mapping from the ordinal operation list to the declared pattern semantics is compiler behaviour, not a declared row",</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11,</a:t>
            </a:r>
          </a:p>
          <a:p xmlns:a="http://schemas.openxmlformats.org/drawingml/2006/main">
            <a:r>
              <a:t>    "raw": {</a:t>
            </a:r>
          </a:p>
          <a:p xmlns:a="http://schemas.openxmlformats.org/drawingml/2006/main">
            <a:r>
              <a:t>      "obligation": "pattern-vocabulary-binding",</a:t>
            </a:r>
          </a:p>
          <a:p xmlns:a="http://schemas.openxmlformats.org/drawingml/2006/main">
            <a:r>
              <a:t>      "disposition": "NOT_FORMALLY_OBSERVABLE",</a:t>
            </a:r>
          </a:p>
          <a:p xmlns:a="http://schemas.openxmlformats.org/drawingml/2006/main">
            <a:r>
              <a:t>      "basis": "0 of 4571 selected estate definitions with a pattern key; the mapping from the ordinal operation list to the declared pattern semantics is compiler behaviour, not a declared row",</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snapshot:/inspection/readings/13/document/capabilities</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"V55",</a:t>
            </a:r>
          </a:p>
          <a:p xmlns:a="http://schemas.openxmlformats.org/drawingml/2006/main">
            <a:r>
              <a:t>    "reading": "capability-proof-obligations",</a:t>
            </a:r>
          </a:p>
          <a:p xmlns:a="http://schemas.openxmlformats.org/drawingml/2006/main">
            <a:r>
              <a:t>    "property": "interpreter-conformance",</a:t>
            </a:r>
          </a:p>
          <a:p xmlns:a="http://schemas.openxmlformats.org/drawingml/2006/main">
            <a:r>
              <a:t>    "disposition": "NOT_FORMALLY_OBSERVABLE",</a:t>
            </a:r>
          </a:p>
          <a:p xmlns:a="http://schemas.openxmlformats.org/drawingml/2006/main">
            <a:r>
              <a:t>    "basis": "installed kernel is csharp and has no execution-pattern-vector conformance test; node and python run the vectors",</a:t>
            </a:r>
          </a:p>
          <a:p xmlns:a="http://schemas.openxmlformats.org/drawingml/2006/main">
            <a:r>
              <a:t>    "nodeIds": [],</a:t>
            </a:r>
          </a:p>
          <a:p xmlns:a="http://schemas.openxmlformats.org/drawingml/2006/main">
            <a:r>
              <a:t>    "scenarioIds": [],</a:t>
            </a:r>
          </a:p>
          <a:p xmlns:a="http://schemas.openxmlformats.org/drawingml/2006/main">
            <a:r>
              <a:t>    "sourceRef": "snapshot:/inspection/readings/13/document/capabilities",</a:t>
            </a:r>
          </a:p>
          <a:p xmlns:a="http://schemas.openxmlformats.org/drawingml/2006/main">
            <a:r>
              <a:t>    "rowIndex": 12,</a:t>
            </a:r>
          </a:p>
          <a:p xmlns:a="http://schemas.openxmlformats.org/drawingml/2006/main">
            <a:r>
              <a:t>    "raw": {</a:t>
            </a:r>
          </a:p>
          <a:p xmlns:a="http://schemas.openxmlformats.org/drawingml/2006/main">
            <a:r>
              <a:t>      "obligation": "interpreter-conformance",</a:t>
            </a:r>
          </a:p>
          <a:p xmlns:a="http://schemas.openxmlformats.org/drawingml/2006/main">
            <a:r>
              <a:t>      "disposition": "NOT_FORMALLY_OBSERVABLE",</a:t>
            </a:r>
          </a:p>
          <a:p xmlns:a="http://schemas.openxmlformats.org/drawingml/2006/main">
            <a:r>
              <a:t>      "basis": "installed kernel is csharp and has no execution-pattern-vector conformance test; node and python run the vectors",</a:t>
            </a:r>
          </a:p>
          <a:p xmlns:a="http://schemas.openxmlformats.org/drawingml/2006/main">
            <a:r>
              <a:t>      "scope": {</a:t>
            </a:r>
          </a:p>
          <a:p xmlns:a="http://schemas.openxmlformats.org/drawingml/2006/main">
            <a:r>
              <a:t>        "semanticsVersion": "sda-execution-patterns/vectors.v1 + sda-execution-graph/mechanics/*.v1",</a:t>
            </a:r>
          </a:p>
          <a:p xmlns:a="http://schemas.openxmlformats.org/drawingml/2006/main">
            <a:r>
              <a:t>        "sdaCommit": "cc5791b907bfb24e65b5b601c135ea9123a77bbe",</a:t>
            </a:r>
          </a:p>
          <a:p xmlns:a="http://schemas.openxmlformats.org/drawingml/2006/main">
            <a:r>
              <a:t>        "conformanceVerified": false,</a:t>
            </a:r>
          </a:p>
          <a:p xmlns:a="http://schemas.openxmlformats.org/drawingml/2006/main">
            <a:r>
              <a:t>        "conformanceBasis": "installed kernel is csharp: no execution-pattern-vector conformance test; node and python run the vectors"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"R01",</a:t>
            </a:r>
          </a:p>
          <a:p xmlns:a="http://schemas.openxmlformats.org/drawingml/2006/main">
            <a:r>
              <a:t>    "severity": "warning",</a:t>
            </a:r>
          </a:p>
          <a:p xmlns:a="http://schemas.openxmlformats.org/drawingml/2006/main">
            <a:r>
              <a:t>    "code": "BINDING_NOT_INVOKED",</a:t>
            </a:r>
          </a:p>
          <a:p xmlns:a="http://schemas.openxmlformats.org/drawingml/2006/main">
            <a:r>
              <a:t>    "message": "Binding procedural-dungeon-governed-execution-port has no invoking operation in the selected graph.",</a:t>
            </a:r>
          </a:p>
          <a:p xmlns:a="http://schemas.openxmlformats.org/drawingml/2006/main">
            <a:r>
              <a:t>    "nodeIds": [</a:t>
            </a:r>
          </a:p>
          <a:p xmlns:a="http://schemas.openxmlformats.org/drawingml/2006/main">
            <a:r>
              <a:t>      "binding:procedural-dungeon-governed-execution-port"</a:t>
            </a:r>
          </a:p>
          <a:p xmlns:a="http://schemas.openxmlformats.org/drawingml/2006/main">
            <a:r>
              <a:t>    ],</a:t>
            </a:r>
          </a:p>
          <a:p xmlns:a="http://schemas.openxmlformats.org/drawingml/2006/main">
            <a:r>
              <a:t>    "sourceRefs": [</a:t>
            </a:r>
          </a:p>
          <a:p xmlns:a="http://schemas.openxmlformats.org/drawingml/2006/main">
            <a:r>
              <a:t>      "graph:/interfaceAuthority/portBindings/0"</a:t>
            </a:r>
          </a:p>
          <a:p xmlns:a="http://schemas.openxmlformats.org/drawingml/2006/main">
            <a:r>
              <a:t>    ],</a:t>
            </a:r>
          </a:p>
          <a:p xmlns:a="http://schemas.openxmlformats.org/drawingml/2006/main">
            <a:r>
              <a:t>    "resolvedNodeIds": [</a:t>
            </a:r>
          </a:p>
          <a:p xmlns:a="http://schemas.openxmlformats.org/drawingml/2006/main">
            <a:r>
              <a:t>      "binding:procedural-dungeon-governed-execution-port"</a:t>
            </a:r>
          </a:p>
          <a:p xmlns:a="http://schemas.openxmlformats.org/drawingml/2006/main">
            <a:r>
              <a:t>    ],</a:t>
            </a:r>
          </a:p>
          <a:p xmlns:a="http://schemas.openxmlformats.org/drawingml/2006/main">
            <a:r>
              <a:t>    "scenarioIds": [],</a:t>
            </a:r>
          </a:p>
          <a:p xmlns:a="http://schemas.openxmlformats.org/drawingml/2006/main">
            <a:r>
              <a:t>    "addressStatus": "LOCATED",</a:t>
            </a:r>
          </a:p>
          <a:p xmlns:a="http://schemas.openxmlformats.org/drawingml/2006/main">
            <a:r>
              <a:t>    "repair": {</a:t>
            </a:r>
          </a:p>
          <a:p xmlns:a="http://schemas.openxmlformats.org/drawingml/2006/main">
            <a:r>
              <a:t>      "status": "MAPPED",</a:t>
            </a:r>
          </a:p>
          <a:p xmlns:a="http://schemas.openxmlformats.org/drawingml/2006/main">
            <a:r>
              <a:t>      "declaration": {</a:t>
            </a:r>
          </a:p>
          <a:p xmlns:a="http://schemas.openxmlformats.org/drawingml/2006/main">
            <a:r>
              <a:t>        "findingCode": "BINDING_NOT_INVOKED",</a:t>
            </a:r>
          </a:p>
          <a:p xmlns:a="http://schemas.openxmlformats.org/drawingml/2006/main">
            <a:r>
              <a:t>        "disposition": "REPAIR",</a:t>
            </a:r>
          </a:p>
          <a:p xmlns:a="http://schemas.openxmlformats.org/drawingml/2006/main">
            <a:r>
              <a:t>        "repairProcedure": "model.remove_scenario_operations",</a:t>
            </a:r>
          </a:p>
          <a:p xmlns:a="http://schemas.openxmlformats.org/drawingml/2006/main">
            <a:r>
              <a:t>        "parameterContract": "blueprint-finding-repair-parameters.v1",</a:t>
            </a:r>
          </a:p>
          <a:p xmlns:a="http://schemas.openxmlformats.org/drawingml/2006/main">
            <a:r>
              <a:t>        "requiredParameters": [</a:t>
            </a:r>
          </a:p>
          <a:p xmlns:a="http://schemas.openxmlformats.org/drawingml/2006/main">
            <a:r>
              <a:t>          "capability_id",</a:t>
            </a:r>
          </a:p>
          <a:p xmlns:a="http://schemas.openxmlformats.org/drawingml/2006/main">
            <a:r>
              <a:t>          "scenario"</a:t>
            </a:r>
          </a:p>
          <a:p xmlns:a="http://schemas.openxmlformats.org/drawingml/2006/main">
            <a:r>
              <a:t>        ],</a:t>
            </a:r>
          </a:p>
          <a:p xmlns:a="http://schemas.openxmlformats.org/drawingml/2006/main">
            <a:r>
              <a:t>        "parameterDefaults": {</a:t>
            </a:r>
          </a:p>
          <a:p xmlns:a="http://schemas.openxmlformats.org/drawingml/2006/main">
            <a:r>
              <a:t>          "operation_ids": null,</a:t>
            </a:r>
          </a:p>
          <a:p xmlns:a="http://schemas.openxmlformats.org/drawingml/2006/main">
            <a:r>
              <a:t>          "remove_uninvoked_bindings": true</a:t>
            </a:r>
          </a:p>
          <a:p xmlns:a="http://schemas.openxmlformats.org/drawingml/2006/main">
            <a:r>
              <a:t>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"capability_id",</a:t>
            </a:r>
          </a:p>
          <a:p xmlns:a="http://schemas.openxmlformats.org/drawingml/2006/main">
            <a:r>
              <a:t>        "scenario"</a:t>
            </a:r>
          </a:p>
          <a:p xmlns:a="http://schemas.openxmlformats.org/drawingml/2006/main">
            <a:r>
              <a:t>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"R02",</a:t>
            </a:r>
          </a:p>
          <a:p xmlns:a="http://schemas.openxmlformats.org/drawingml/2006/main">
            <a:r>
              <a:t>    "severity": "warning",</a:t>
            </a:r>
          </a:p>
          <a:p xmlns:a="http://schemas.openxmlformats.org/drawingml/2006/main">
            <a:r>
              <a:t>    "code": "CANONICAL_BLUEPRINT_EDGES_NOT_AVAILABLE",</a:t>
            </a:r>
          </a:p>
          <a:p xmlns:a="http://schemas.openxmlformats.org/drawingml/2006/main">
            <a:r>
              <a:t>    "message": "No selected canonical blueprint with edge records was returned. Operation order is not a proof of complete canonical semantics.",</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"CANONICAL_BLUEPRINT_EDGES_NOT_AVAILABLE",</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snapshot:/inspection/readings/13/document/capabilities</a:t>
            </a:r>
          </a:p>
          <a:p xmlns:a="http://schemas.openxmlformats.org/drawingml/2006/main">
            <a:r>
              <a:t>graph:/interfaceAuthority/portBindings/0</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"R03",</a:t>
            </a:r>
          </a:p>
          <a:p xmlns:a="http://schemas.openxmlformats.org/drawingml/2006/main">
            <a:r>
              <a:t>    "severity": "warning",</a:t>
            </a:r>
          </a:p>
          <a:p xmlns:a="http://schemas.openxmlformats.org/drawingml/2006/main">
            <a:r>
              <a:t>    "code": "OBSERVABILITY_CONTRACT_NOT_RETAINED",</a:t>
            </a:r>
          </a:p>
          <a:p xmlns:a="http://schemas.openxmlformats.org/drawingml/2006/main">
            <a:r>
              <a:t>    "message": "The reader did not retain a per-cell observation contract. Runtime state is separate and unobserved.",</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"OBSERVABILITY_CONTRACT_NOT_RETAINED",</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"R04",</a:t>
            </a:r>
          </a:p>
          <a:p xmlns:a="http://schemas.openxmlformats.org/drawingml/2006/main">
            <a:r>
              <a:t>    "severity": "warning",</a:t>
            </a:r>
          </a:p>
          <a:p xmlns:a="http://schemas.openxmlformats.org/drawingml/2006/main">
            <a:r>
              <a:t>    "code": "MONOTONIC_PROGRESS_NOT_PROVEN",</a:t>
            </a:r>
          </a:p>
          <a:p xmlns:a="http://schemas.openxmlformats.org/drawingml/2006/main">
            <a:r>
              <a:t>    "message": "No complete semantic-progress proof was retained. Forward placement must not imply proven monotonicity.",</a:t>
            </a:r>
          </a:p>
          <a:p xmlns:a="http://schemas.openxmlformats.org/drawingml/2006/main">
            <a:r>
              <a:t>    "nodeIds": [],</a:t>
            </a:r>
          </a:p>
          <a:p xmlns:a="http://schemas.openxmlformats.org/drawingml/2006/main">
            <a:r>
              <a:t>    "sourceRefs": [],</a:t>
            </a:r>
          </a:p>
          <a:p xmlns:a="http://schemas.openxmlformats.org/drawingml/2006/main">
            <a:r>
              <a:t>    "resolvedNodeIds": [],</a:t>
            </a:r>
          </a:p>
          <a:p xmlns:a="http://schemas.openxmlformats.org/drawingml/2006/main">
            <a:r>
              <a:t>    "scenarioIds": [],</a:t>
            </a:r>
          </a:p>
          <a:p xmlns:a="http://schemas.openxmlformats.org/drawingml/2006/main">
            <a:r>
              <a:t>    "addressStatus": "UNLOCATED",</a:t>
            </a:r>
          </a:p>
          <a:p xmlns:a="http://schemas.openxmlformats.org/drawingml/2006/main">
            <a:r>
              <a:t>    "repair": {</a:t>
            </a:r>
          </a:p>
          <a:p xmlns:a="http://schemas.openxmlformats.org/drawingml/2006/main">
            <a:r>
              <a:t>      "status": "HELD",</a:t>
            </a:r>
          </a:p>
          <a:p xmlns:a="http://schemas.openxmlformats.org/drawingml/2006/main">
            <a:r>
              <a:t>      "declaration": {</a:t>
            </a:r>
          </a:p>
          <a:p xmlns:a="http://schemas.openxmlformats.org/drawingml/2006/main">
            <a:r>
              <a:t>        "findingCode": "MONOTONIC_PROGRESS_NOT_PROVEN",</a:t>
            </a:r>
          </a:p>
          <a:p xmlns:a="http://schemas.openxmlformats.org/drawingml/2006/main">
            <a:r>
              <a:t>        "disposition": "NONE",</a:t>
            </a:r>
          </a:p>
          <a:p xmlns:a="http://schemas.openxmlformats.org/drawingml/2006/main">
            <a:r>
              <a:t>        "repairProcedure": null,</a:t>
            </a:r>
          </a:p>
          <a:p xmlns:a="http://schemas.openxmlformats.org/drawingml/2006/main">
            <a:r>
              <a:t>        "parameterContract": null,</a:t>
            </a:r>
          </a:p>
          <a:p xmlns:a="http://schemas.openxmlformats.org/drawingml/2006/main">
            <a:r>
              <a:t>        "requiredParameters": [],</a:t>
            </a:r>
          </a:p>
          <a:p xmlns:a="http://schemas.openxmlformats.org/drawingml/2006/main">
            <a:r>
              <a:t>        "parameterDefaults": {},</a:t>
            </a:r>
          </a:p>
          <a:p xmlns:a="http://schemas.openxmlformats.org/drawingml/2006/main">
            <a:r>
              <a:t>        "nextUnit": null</a:t>
            </a:r>
          </a:p>
          <a:p xmlns:a="http://schemas.openxmlformats.org/drawingml/2006/main">
            <a:r>
              <a:t>      },</a:t>
            </a:r>
          </a:p>
          <a:p xmlns:a="http://schemas.openxmlformats.org/drawingml/2006/main">
            <a:r>
              <a:t>      "requiredParameters": [],</a:t>
            </a:r>
          </a:p>
          <a:p xmlns:a="http://schemas.openxmlformats.org/drawingml/2006/main">
            <a:r>
              <a:t>      "execution": "Not attempted",</a:t>
            </a:r>
          </a:p>
          <a:p xmlns:a="http://schemas.openxmlformats.org/drawingml/2006/main">
            <a:r>
              <a:t>      "closure": "Not verified"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references:</a:t>
            </a:r>
          </a:p>
          <a:p xmlns:a="http://schemas.openxmlformats.org/drawingml/2006/main">
            <a:r>
              <a:t/>
            </a:r>
          </a:p>
          <a:p xmlns:a="http://schemas.openxmlformats.org/drawingml/2006/main">
            <a:r>
              <a:t/>
            </a:r>
          </a:p>
          <a:p xmlns:a="http://schemas.openxmlformats.org/drawingml/2006/main">
            <a:r>
              <a:t>Snapshot: d33bac21fecf05e9b4c48e1d6791f10ad6817f784fa1c35f5e4e6449c92c6f58</a:t>
            </a:r>
          </a:p>
          <a:p xmlns:a="http://schemas.openxmlformats.org/drawingml/2006/main">
            <a:r>
              <a:t/>
            </a:r>
          </a:p>
          <a:p xmlns:a="http://schemas.openxmlformats.org/drawingml/2006/main">
            <a:r>
              <a:t>Full identities, relationships, and detail: snapshot.json, circuit-model.json, storyboard.json.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46b16754b14c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23dbfc2bd743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23ac3c17b04b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a285c314f446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c43baabbd442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21966e1c0d4d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DCA176-D231-4173-94C2-A0E822DC68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8EB782A-FBA8-442F-A0AC-B4B6BD1C90A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1C5BBE-EB2C-48F5-9769-639EAB50D9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86E31F-F404-4E94-A649-0048B2E8C1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E6D4EE-EB09-4076-9BAE-12D73A8C738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F85898-C953-4A95-8700-CD7587C24F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DB48DE-8AC1-4C96-9050-55B5DF8D57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C2CE0D-36A2-48E0-8CBF-4CE2631F0A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F4AE5A-F0F4-4E40-A775-FB8C2A64B9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4E1E63-4283-4606-849B-FBBEC7ED79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09cbc944374e4c" /><Relationship Type="http://schemas.openxmlformats.org/officeDocument/2006/relationships/slideLayout" Target="/ppt/slideLayouts/slideLayout1.xml" Id="R39913b3ad7d445f3" /><Relationship Type="http://schemas.openxmlformats.org/officeDocument/2006/relationships/slideLayout" Target="/ppt/slideLayouts/slideLayout2.xml" Id="R24a9020b27004e22" /><Relationship Type="http://schemas.openxmlformats.org/officeDocument/2006/relationships/slideLayout" Target="/ppt/slideLayouts/slideLayout3.xml" Id="R6121a28118bd4547" /><Relationship Type="http://schemas.openxmlformats.org/officeDocument/2006/relationships/slideLayout" Target="/ppt/slideLayouts/slideLayout4.xml" Id="R8829402b4db048be" /><Relationship Type="http://schemas.openxmlformats.org/officeDocument/2006/relationships/slideLayout" Target="/ppt/slideLayouts/slideLayout5.xml" Id="R6fb6d47362d4405e" /><Relationship Type="http://schemas.openxmlformats.org/officeDocument/2006/relationships/slideLayout" Target="/ppt/slideLayouts/slideLayout6.xml" Id="R0741bb0a3bbf4e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913b3ad7d445f3"/>
    <p:sldLayoutId xmlns:r="http://schemas.openxmlformats.org/officeDocument/2006/relationships" id="2147483650" r:id="R24a9020b27004e22"/>
    <p:sldLayoutId xmlns:r="http://schemas.openxmlformats.org/officeDocument/2006/relationships" id="2147483651" r:id="R6121a28118bd4547"/>
    <p:sldLayoutId xmlns:r="http://schemas.openxmlformats.org/officeDocument/2006/relationships" id="2147483652" r:id="R8829402b4db048be"/>
    <p:sldLayoutId xmlns:r="http://schemas.openxmlformats.org/officeDocument/2006/relationships" id="2147483653" r:id="R6fb6d47362d4405e"/>
    <p:sldLayoutId xmlns:r="http://schemas.openxmlformats.org/officeDocument/2006/relationships" id="2147483654" r:id="R0741bb0a3bbf4e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ideFX circuit">
      <a:dk1>
        <a:srgbClr val="06111F"/>
      </a:dk1>
      <a:lt1>
        <a:srgbClr val="F4F7FB"/>
      </a:lt1>
      <a:dk2>
        <a:srgbClr val="102238"/>
      </a:dk2>
      <a:lt2>
        <a:srgbClr val="A8B8CA"/>
      </a:lt2>
      <a:accent1>
        <a:srgbClr val="45A7FF"/>
      </a:accent1>
      <a:accent2>
        <a:srgbClr val="4DE0B0"/>
      </a:accent2>
      <a:accent3>
        <a:srgbClr val="A98AF2"/>
      </a:accent3>
      <a:accent4>
        <a:srgbClr val="F6B94D"/>
      </a:accent4>
      <a:accent5>
        <a:srgbClr val="FF5F70"/>
      </a:accent5>
      <a:accent6>
        <a:srgbClr val="A8B8CA"/>
      </a:accent6>
      <a:hlink>
        <a:srgbClr val="80C9FF"/>
      </a:hlink>
      <a:folHlink>
        <a:srgbClr val="B9A2FF"/>
      </a:folHlink>
    </a:clrScheme>
    <a:fontScheme name="">
      <a:majorFont>
        <a:latin typeface="Aptos"/>
        <a:ea typeface=""/>
        <a:cs typeface=""/>
      </a:majorFont>
      <a:minorFont>
        <a:latin typeface="Aptos"/>
        <a:ea typeface=""/>
        <a:cs typeface=""/>
      </a:minorFont>
    </a:fontScheme>
    <a:fmtScheme name="SideFX circu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a5ba17acd6045a1" /><Relationship Type="http://schemas.openxmlformats.org/officeDocument/2006/relationships/notesSlide" Target="/ppt/notesSlides/notesSlide1.xml" Id="R51529a8f00d74e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0acdc5ccd8460a" /><Relationship Type="http://schemas.openxmlformats.org/officeDocument/2006/relationships/hyperlink" Target="slide8.xml" Id="Ra9f08bbd1be443f9" /><Relationship Type="http://schemas.openxmlformats.org/officeDocument/2006/relationships/hyperlink" Target="slide7.xml" Id="Ref3786b6c9174491" /><Relationship Type="http://schemas.openxmlformats.org/officeDocument/2006/relationships/hyperlink" Target="slide5.xml" Id="Rf15bf1776b0c4eb2" /><Relationship Type="http://schemas.openxmlformats.org/officeDocument/2006/relationships/hyperlink" Target="slide5.xml" Id="R5f7cee9ac5e846ed" /><Relationship Type="http://schemas.openxmlformats.org/officeDocument/2006/relationships/hyperlink" Target="slide5.xml" Id="R046057f42fa64e21" /><Relationship Type="http://schemas.openxmlformats.org/officeDocument/2006/relationships/hyperlink" Target="slide42.xml" Id="Rb9c32da93f3b4865" /><Relationship Type="http://schemas.openxmlformats.org/officeDocument/2006/relationships/hyperlink" Target="slide42.xml" Id="R1c10f394f54c49ba" /><Relationship Type="http://schemas.openxmlformats.org/officeDocument/2006/relationships/hyperlink" Target="slide9.xml" Id="Rf8f23b8b6398405f" /><Relationship Type="http://schemas.openxmlformats.org/officeDocument/2006/relationships/notesSlide" Target="/ppt/notesSlides/notesSlide2.xml" Id="R00dd3d20f4634a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085db2d0394a3f" /><Relationship Type="http://schemas.openxmlformats.org/officeDocument/2006/relationships/hyperlink" Target="slide8.xml" Id="Rf21c2c98b3ab4876" /><Relationship Type="http://schemas.openxmlformats.org/officeDocument/2006/relationships/hyperlink" Target="slide2.xml" Id="Rd5a5241bd7224ff6" /><Relationship Type="http://schemas.openxmlformats.org/officeDocument/2006/relationships/hyperlink" Target="slide10.xml" Id="Rf805adc628e44f6e" /><Relationship Type="http://schemas.openxmlformats.org/officeDocument/2006/relationships/hyperlink" Target="slide9.xml" Id="Rf6b91eae09fb4d2d" /><Relationship Type="http://schemas.openxmlformats.org/officeDocument/2006/relationships/notesSlide" Target="/ppt/notesSlides/notesSlide3.xml" Id="Rc3c6f40fcd4a40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8e12580d5b4b90" /><Relationship Type="http://schemas.openxmlformats.org/officeDocument/2006/relationships/hyperlink" Target="slide5.xml" Id="R4befa8574338429c" /><Relationship Type="http://schemas.openxmlformats.org/officeDocument/2006/relationships/hyperlink" Target="slide5.xml" Id="Rcec4981053404f6f" /><Relationship Type="http://schemas.openxmlformats.org/officeDocument/2006/relationships/hyperlink" Target="slide5.xml" Id="R0291be06552c4f88" /><Relationship Type="http://schemas.openxmlformats.org/officeDocument/2006/relationships/hyperlink" Target="slide3.xml" Id="R6ee7bed2414c4987" /><Relationship Type="http://schemas.openxmlformats.org/officeDocument/2006/relationships/hyperlink" Target="slide4.xml" Id="R0da85e2a4c604a65" /><Relationship Type="http://schemas.openxmlformats.org/officeDocument/2006/relationships/hyperlink" Target="slide9.xml" Id="R3edb0f5244494cef" /><Relationship Type="http://schemas.openxmlformats.org/officeDocument/2006/relationships/hyperlink" Target="slide10.xml" Id="R37d9146b63ec4a9b" /><Relationship Type="http://schemas.openxmlformats.org/officeDocument/2006/relationships/notesSlide" Target="/ppt/notesSlides/notesSlide4.xml" Id="R9c761d7ef5c34f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80c29823204242" /><Relationship Type="http://schemas.openxmlformats.org/officeDocument/2006/relationships/hyperlink" Target="slide7.xml" Id="R18855726fa0b4968" /><Relationship Type="http://schemas.openxmlformats.org/officeDocument/2006/relationships/hyperlink" Target="slide7.xml" Id="Rf091d1e7c79b4a40" /><Relationship Type="http://schemas.openxmlformats.org/officeDocument/2006/relationships/hyperlink" Target="slide3.xml" Id="Rda4d03b1ea784c0b" /><Relationship Type="http://schemas.openxmlformats.org/officeDocument/2006/relationships/hyperlink" Target="slide2.xml" Id="R75ea0be57bce463d" /><Relationship Type="http://schemas.openxmlformats.org/officeDocument/2006/relationships/hyperlink" Target="slide9.xml" Id="R7d0caf5545664a50" /><Relationship Type="http://schemas.openxmlformats.org/officeDocument/2006/relationships/hyperlink" Target="slide10.xml" Id="R6316ce454d0b4418" /><Relationship Type="http://schemas.openxmlformats.org/officeDocument/2006/relationships/notesSlide" Target="/ppt/notesSlides/notesSlide5.xml" Id="R0f99d0c1045949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920cab033b446e" /><Relationship Type="http://schemas.openxmlformats.org/officeDocument/2006/relationships/hyperlink" Target="slide5.xml" Id="Re95227ce9f3649cc" /><Relationship Type="http://schemas.openxmlformats.org/officeDocument/2006/relationships/notesSlide" Target="/ppt/notesSlides/notesSlide6.xml" Id="Rad3969dce87b41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9572ea15fd4064" /><Relationship Type="http://schemas.openxmlformats.org/officeDocument/2006/relationships/hyperlink" Target="slide5.xml" Id="R8eb94829d52d48a8" /><Relationship Type="http://schemas.openxmlformats.org/officeDocument/2006/relationships/notesSlide" Target="/ppt/notesSlides/notesSlide7.xml" Id="Rb1579d4249964d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a2b433407a400d" /><Relationship Type="http://schemas.openxmlformats.org/officeDocument/2006/relationships/hyperlink" Target="slide7.xml" Id="Re4f524da3fa54e9f" /><Relationship Type="http://schemas.openxmlformats.org/officeDocument/2006/relationships/hyperlink" Target="slide3.xml" Id="Rab36a71929854e9b" /><Relationship Type="http://schemas.openxmlformats.org/officeDocument/2006/relationships/notesSlide" Target="/ppt/notesSlides/notesSlide8.xml" Id="R23f052383e4d4e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744bf2af354c60" /><Relationship Type="http://schemas.openxmlformats.org/officeDocument/2006/relationships/hyperlink" Target="slide3.xml" Id="Rd958dd119c804fda" /><Relationship Type="http://schemas.openxmlformats.org/officeDocument/2006/relationships/notesSlide" Target="/ppt/notesSlides/notesSlide9.xml" Id="R04a89dcbfd4343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9035e5ccdd41ea" /><Relationship Type="http://schemas.openxmlformats.org/officeDocument/2006/relationships/hyperlink" Target="slide3.xml" Id="R1df5d1c9b89645b3" /><Relationship Type="http://schemas.openxmlformats.org/officeDocument/2006/relationships/notesSlide" Target="/ppt/notesSlides/notesSlide10.xml" Id="Rc062227e92a642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1adf898d4e747ba" /><Relationship Type="http://schemas.openxmlformats.org/officeDocument/2006/relationships/notesSlide" Target="/ppt/notesSlides/notesSlide11.xml" Id="Ra32364438fa940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c89c666268b497c" /><Relationship Type="http://schemas.openxmlformats.org/officeDocument/2006/relationships/notesSlide" Target="/ppt/notesSlides/notesSlide12.xml" Id="R9dcba17894174e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9087fb6e2644a5" /><Relationship Type="http://schemas.openxmlformats.org/officeDocument/2006/relationships/notesSlide" Target="/ppt/notesSlides/notesSlide13.xml" Id="Ra7b3a0a6417e48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1df63bd108349ab" /><Relationship Type="http://schemas.openxmlformats.org/officeDocument/2006/relationships/notesSlide" Target="/ppt/notesSlides/notesSlide14.xml" Id="Rc7b34fd850014b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ce576bb69e24e82" /><Relationship Type="http://schemas.openxmlformats.org/officeDocument/2006/relationships/notesSlide" Target="/ppt/notesSlides/notesSlide15.xml" Id="Rce52e747d2ef40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0ccca6c03734585" /><Relationship Type="http://schemas.openxmlformats.org/officeDocument/2006/relationships/notesSlide" Target="/ppt/notesSlides/notesSlide16.xml" Id="R49d1b0ce0ffa47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c57bbee15a04798" /><Relationship Type="http://schemas.openxmlformats.org/officeDocument/2006/relationships/notesSlide" Target="/ppt/notesSlides/notesSlide17.xml" Id="R98c5f23f1e744a0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7c11755dd834043" /><Relationship Type="http://schemas.openxmlformats.org/officeDocument/2006/relationships/notesSlide" Target="/ppt/notesSlides/notesSlide18.xml" Id="R1b265fb5506243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1cfa27848c04976" /><Relationship Type="http://schemas.openxmlformats.org/officeDocument/2006/relationships/notesSlide" Target="/ppt/notesSlides/notesSlide19.xml" Id="R5f43d522580e429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ef2362e2a974b4c" /><Relationship Type="http://schemas.openxmlformats.org/officeDocument/2006/relationships/notesSlide" Target="/ppt/notesSlides/notesSlide20.xml" Id="R4ff3958d8a2f4a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7ba34697c4e4e50" /><Relationship Type="http://schemas.openxmlformats.org/officeDocument/2006/relationships/notesSlide" Target="/ppt/notesSlides/notesSlide21.xml" Id="Rcf02250690a24f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f1f0d8abbfd4541" /><Relationship Type="http://schemas.openxmlformats.org/officeDocument/2006/relationships/notesSlide" Target="/ppt/notesSlides/notesSlide22.xml" Id="Rb4dc46b62ec346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8200af5d8a74ea3" /><Relationship Type="http://schemas.openxmlformats.org/officeDocument/2006/relationships/notesSlide" Target="/ppt/notesSlides/notesSlide23.xml" Id="R9255f8b691144e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1d1e1cc87a748b2" /><Relationship Type="http://schemas.openxmlformats.org/officeDocument/2006/relationships/notesSlide" Target="/ppt/notesSlides/notesSlide24.xml" Id="R89e92a4cff7e44e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b5f9959d3a4438" /><Relationship Type="http://schemas.openxmlformats.org/officeDocument/2006/relationships/notesSlide" Target="/ppt/notesSlides/notesSlide25.xml" Id="Re3e9984b735544f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c6b516f9abb48ef" /><Relationship Type="http://schemas.openxmlformats.org/officeDocument/2006/relationships/notesSlide" Target="/ppt/notesSlides/notesSlide26.xml" Id="R6628dae5624845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a3c139cab734567" /><Relationship Type="http://schemas.openxmlformats.org/officeDocument/2006/relationships/notesSlide" Target="/ppt/notesSlides/notesSlide27.xml" Id="R89d9ab762f634b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ec59437eabb4f41" /><Relationship Type="http://schemas.openxmlformats.org/officeDocument/2006/relationships/notesSlide" Target="/ppt/notesSlides/notesSlide28.xml" Id="R16c7f3465cdd40c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c3eb0a5e283423c" /><Relationship Type="http://schemas.openxmlformats.org/officeDocument/2006/relationships/notesSlide" Target="/ppt/notesSlides/notesSlide29.xml" Id="Rc2346ed69b2c47d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d9b6043906d407b" /><Relationship Type="http://schemas.openxmlformats.org/officeDocument/2006/relationships/notesSlide" Target="/ppt/notesSlides/notesSlide30.xml" Id="Rbdb516523b7b42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051211842914fd7" /><Relationship Type="http://schemas.openxmlformats.org/officeDocument/2006/relationships/notesSlide" Target="/ppt/notesSlides/notesSlide31.xml" Id="R76a71be4e7f2417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e846ccbecfd481e" /><Relationship Type="http://schemas.openxmlformats.org/officeDocument/2006/relationships/notesSlide" Target="/ppt/notesSlides/notesSlide32.xml" Id="R8c2e3662cd54437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e495ed2cbb4c04" /><Relationship Type="http://schemas.openxmlformats.org/officeDocument/2006/relationships/notesSlide" Target="/ppt/notesSlides/notesSlide33.xml" Id="R7d6af24e052e41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92068b1c17a476f" /><Relationship Type="http://schemas.openxmlformats.org/officeDocument/2006/relationships/notesSlide" Target="/ppt/notesSlides/notesSlide34.xml" Id="Rddb326345f174e1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75218b5d4424cc7" /><Relationship Type="http://schemas.openxmlformats.org/officeDocument/2006/relationships/notesSlide" Target="/ppt/notesSlides/notesSlide35.xml" Id="Re4108185700a4d8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8bc53a6fa0b4b39" /><Relationship Type="http://schemas.openxmlformats.org/officeDocument/2006/relationships/notesSlide" Target="/ppt/notesSlides/notesSlide36.xml" Id="Recda1afb2b87471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b3ac8005ca7420d" /><Relationship Type="http://schemas.openxmlformats.org/officeDocument/2006/relationships/notesSlide" Target="/ppt/notesSlides/notesSlide37.xml" Id="R1ccbc27ff9ca450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c62eac1330a41ce" /><Relationship Type="http://schemas.openxmlformats.org/officeDocument/2006/relationships/notesSlide" Target="/ppt/notesSlides/notesSlide38.xml" Id="R775693920d66452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71654c44cd145ff" /><Relationship Type="http://schemas.openxmlformats.org/officeDocument/2006/relationships/notesSlide" Target="/ppt/notesSlides/notesSlide39.xml" Id="R04fde1b2d5c9472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9553350e6e48459e" /><Relationship Type="http://schemas.openxmlformats.org/officeDocument/2006/relationships/notesSlide" Target="/ppt/notesSlides/notesSlide40.xml" Id="R1359f2bf295c461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164b38099954dce" /><Relationship Type="http://schemas.openxmlformats.org/officeDocument/2006/relationships/notesSlide" Target="/ppt/notesSlides/notesSlide41.xml" Id="R6ae1f1f36a264ed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79e9b9eb5f547fd" /><Relationship Type="http://schemas.openxmlformats.org/officeDocument/2006/relationships/notesSlide" Target="/ppt/notesSlides/notesSlide42.xml" Id="R7c369a23a74e4e8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d9c5003605e4cf8" /><Relationship Type="http://schemas.openxmlformats.org/officeDocument/2006/relationships/hyperlink" Target="slide42.xml" Id="R23055641af044873" /><Relationship Type="http://schemas.openxmlformats.org/officeDocument/2006/relationships/notesSlide" Target="/ppt/notesSlides/notesSlide43.xml" Id="Ra7d51754eb514f2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e781ed55bb14344" /><Relationship Type="http://schemas.openxmlformats.org/officeDocument/2006/relationships/hyperlink" Target="slide42.xml" Id="R01b1bbacb54d4194" /><Relationship Type="http://schemas.openxmlformats.org/officeDocument/2006/relationships/notesSlide" Target="/ppt/notesSlides/notesSlide44.xml" Id="R1ce253a883224c4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e4d0c02676e4a0e" /><Relationship Type="http://schemas.openxmlformats.org/officeDocument/2006/relationships/hyperlink" Target="slide42.xml" Id="Rc08a0bf110ec4643" /><Relationship Type="http://schemas.openxmlformats.org/officeDocument/2006/relationships/notesSlide" Target="/ppt/notesSlides/notesSlide45.xml" Id="R02d2ec5c55754f5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b4828ba6f404040" /><Relationship Type="http://schemas.openxmlformats.org/officeDocument/2006/relationships/hyperlink" Target="slide42.xml" Id="R2d3fce0338e74f0b" /><Relationship Type="http://schemas.openxmlformats.org/officeDocument/2006/relationships/notesSlide" Target="/ppt/notesSlides/notesSlide46.xml" Id="R110d8eca34104e6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d0fc8de9803f4e98" /><Relationship Type="http://schemas.openxmlformats.org/officeDocument/2006/relationships/hyperlink" Target="slide42.xml" Id="Re3ca15fae1a14009" /><Relationship Type="http://schemas.openxmlformats.org/officeDocument/2006/relationships/notesSlide" Target="/ppt/notesSlides/notesSlide47.xml" Id="R07511632a75a4a7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4ef13bd166d4e7f" /><Relationship Type="http://schemas.openxmlformats.org/officeDocument/2006/relationships/hyperlink" Target="slide42.xml" Id="R8fe1644107f047f4" /><Relationship Type="http://schemas.openxmlformats.org/officeDocument/2006/relationships/notesSlide" Target="/ppt/notesSlides/notesSlide48.xml" Id="Rc05c3af0db4f4b1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41d973db9d148e8" /><Relationship Type="http://schemas.openxmlformats.org/officeDocument/2006/relationships/hyperlink" Target="slide42.xml" Id="R79afbcad78cf4361" /><Relationship Type="http://schemas.openxmlformats.org/officeDocument/2006/relationships/notesSlide" Target="/ppt/notesSlides/notesSlide49.xml" Id="R0625a72725cc47e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722d3f325c0c491c" /><Relationship Type="http://schemas.openxmlformats.org/officeDocument/2006/relationships/hyperlink" Target="slide42.xml" Id="R4acad80741164da4" /><Relationship Type="http://schemas.openxmlformats.org/officeDocument/2006/relationships/notesSlide" Target="/ppt/notesSlides/notesSlide50.xml" Id="R8b90c1a96828418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64629a71f03b4601" /><Relationship Type="http://schemas.openxmlformats.org/officeDocument/2006/relationships/hyperlink" Target="slide42.xml" Id="R94449c23505e48d1" /><Relationship Type="http://schemas.openxmlformats.org/officeDocument/2006/relationships/notesSlide" Target="/ppt/notesSlides/notesSlide51.xml" Id="R5b3ea6c1dfc248f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1c6bad514b1a4021" /><Relationship Type="http://schemas.openxmlformats.org/officeDocument/2006/relationships/hyperlink" Target="slide42.xml" Id="R21c87a6072cb435c" /><Relationship Type="http://schemas.openxmlformats.org/officeDocument/2006/relationships/notesSlide" Target="/ppt/notesSlides/notesSlide52.xml" Id="R4558e6228d6d4b6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5115d1aaefb84aa2" /><Relationship Type="http://schemas.openxmlformats.org/officeDocument/2006/relationships/hyperlink" Target="slide42.xml" Id="R2c4bee8f26f7497c" /><Relationship Type="http://schemas.openxmlformats.org/officeDocument/2006/relationships/notesSlide" Target="/ppt/notesSlides/notesSlide53.xml" Id="R4bda85a53f22445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9a72261415064b73" /><Relationship Type="http://schemas.openxmlformats.org/officeDocument/2006/relationships/hyperlink" Target="slide42.xml" Id="Re689d5be34fb42da" /><Relationship Type="http://schemas.openxmlformats.org/officeDocument/2006/relationships/notesSlide" Target="/ppt/notesSlides/notesSlide54.xml" Id="R47dba5b6e72d40c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dfa4c55af623475a" /><Relationship Type="http://schemas.openxmlformats.org/officeDocument/2006/relationships/hyperlink" Target="slide42.xml" Id="Rdbead681939a43d3" /><Relationship Type="http://schemas.openxmlformats.org/officeDocument/2006/relationships/notesSlide" Target="/ppt/notesSlides/notesSlide55.xml" Id="R2acf61d05f87477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6169904b8db24415" /><Relationship Type="http://schemas.openxmlformats.org/officeDocument/2006/relationships/hyperlink" Target="slide42.xml" Id="R4b25f46c1d154d8a" /><Relationship Type="http://schemas.openxmlformats.org/officeDocument/2006/relationships/notesSlide" Target="/ppt/notesSlides/notesSlide56.xml" Id="Rc253c9df01c640b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28aaca765ba447f6" /><Relationship Type="http://schemas.openxmlformats.org/officeDocument/2006/relationships/hyperlink" Target="slide42.xml" Id="R4bfeb8b106f74b15" /><Relationship Type="http://schemas.openxmlformats.org/officeDocument/2006/relationships/notesSlide" Target="/ppt/notesSlides/notesSlide57.xml" Id="Ree087dbf742846c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2bb019265789405c" /><Relationship Type="http://schemas.openxmlformats.org/officeDocument/2006/relationships/hyperlink" Target="slide42.xml" Id="R1c492cf0a6e240c7" /><Relationship Type="http://schemas.openxmlformats.org/officeDocument/2006/relationships/notesSlide" Target="/ppt/notesSlides/notesSlide58.xml" Id="Re8fca524e3334a8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59a44797de214bbb" /><Relationship Type="http://schemas.openxmlformats.org/officeDocument/2006/relationships/hyperlink" Target="slide42.xml" Id="R3d5d8daf26574f4d" /><Relationship Type="http://schemas.openxmlformats.org/officeDocument/2006/relationships/notesSlide" Target="/ppt/notesSlides/notesSlide59.xml" Id="Rc26a0da28a8e496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addcd66df2884d05" /><Relationship Type="http://schemas.openxmlformats.org/officeDocument/2006/relationships/hyperlink" Target="slide42.xml" Id="Rcaa9b1497df146bd" /><Relationship Type="http://schemas.openxmlformats.org/officeDocument/2006/relationships/notesSlide" Target="/ppt/notesSlides/notesSlide60.xml" Id="R50e1c90e42074c3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4a4b35a49c324604" /><Relationship Type="http://schemas.openxmlformats.org/officeDocument/2006/relationships/hyperlink" Target="slide42.xml" Id="R6f45f92ae7d84d9f" /><Relationship Type="http://schemas.openxmlformats.org/officeDocument/2006/relationships/notesSlide" Target="/ppt/notesSlides/notesSlide61.xml" Id="R14620cf0a419400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77f3ca7708de48d4" /><Relationship Type="http://schemas.openxmlformats.org/officeDocument/2006/relationships/hyperlink" Target="slide42.xml" Id="R1b3b8fe6c22243fe" /><Relationship Type="http://schemas.openxmlformats.org/officeDocument/2006/relationships/notesSlide" Target="/ppt/notesSlides/notesSlide62.xml" Id="R7d595214c8384f0d" /></Relationships>
</file>

<file path=ppt/slides/slide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5" name="capability_v1_s1_o1">
            <a:extLst xmlns:a="http://schemas.openxmlformats.org/drawingml/2006/main">
              <a:ext uri="{FF2B5EF4-FFF2-40B4-BE49-F238E27FC236}">
                <a16:creationId xmlns:a16="http://schemas.microsoft.com/office/drawing/2014/main" id="{87D2423D-E207-4F12-99D9-2BE5CC0D7865}"/>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procedural dungeon governed execution</a:t>
            </a:r>
          </a:p>
        </p:txBody>
      </p:sp>
      <p:sp>
        <p:nvSpPr>
          <p:cNvPr id="2" name="capability_v1_s1_o2">
            <a:extLst xmlns:a="http://schemas.openxmlformats.org/drawingml/2006/main">
              <a:ext uri="{FF2B5EF4-FFF2-40B4-BE49-F238E27FC236}">
                <a16:creationId xmlns:a16="http://schemas.microsoft.com/office/drawing/2014/main" id="{4084108D-D3AD-4D10-AB62-0AE4B3B57B8E}"/>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CAPABILITY CIRCUIT  ·  CONTEXT ACROSS 11 AUTHORING ALTITUDES</a:t>
            </a:r>
          </a:p>
        </p:txBody>
      </p:sp>
      <p:sp>
        <p:nvSpPr>
          <p:cNvPr id="3" name="capability_v1_s1_o3">
            <a:extLst xmlns:a="http://schemas.openxmlformats.org/drawingml/2006/main">
              <a:ext uri="{FF2B5EF4-FFF2-40B4-BE49-F238E27FC236}">
                <a16:creationId xmlns:a16="http://schemas.microsoft.com/office/drawing/2014/main" id="{DE2C32FF-3417-469E-B461-915FA7E35B30}"/>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01</a:t>
            </a:r>
          </a:p>
        </p:txBody>
      </p:sp>
      <p:sp>
        <p:nvSpPr>
          <p:cNvPr id="4" name="capability_v1_s1_o4">
            <a:extLst xmlns:a="http://schemas.openxmlformats.org/drawingml/2006/main">
              <a:ext uri="{FF2B5EF4-FFF2-40B4-BE49-F238E27FC236}">
                <a16:creationId xmlns:a16="http://schemas.microsoft.com/office/drawing/2014/main" id="{1318467F-1FA3-4DF0-8F9F-32B2DF0F2051}"/>
              </a:ext>
            </a:extLst>
          </p:cNvPr>
          <p:cNvSpPr>
            <a:spLocks xmlns:a="http://schemas.openxmlformats.org/drawingml/2006/main" noGrp="1"/>
          </p:cNvSpPr>
          <p:nvPr/>
        </p:nvSpPr>
        <p:spPr>
          <a:xfrm xmlns:a="http://schemas.openxmlformats.org/drawingml/2006/main">
            <a:off x="3670300" y="2730500"/>
            <a:ext cx="4889500" cy="1333500"/>
          </a:xfrm>
          <a:prstGeom xmlns:a="http://schemas.openxmlformats.org/drawingml/2006/main" prst="roundRect">
            <a:avLst>
              <a:gd name="adj" fmla="val 7619"/>
            </a:avLst>
          </a:prstGeom>
          <a:solidFill xmlns:a="http://schemas.openxmlformats.org/drawingml/2006/main">
            <a:srgbClr val="020A14"/>
          </a:solidFill>
          <a:ln xmlns:a="http://schemas.openxmlformats.org/drawingml/2006/main" w="0">
            <a:noFill/>
          </a:ln>
        </p:spPr>
      </p:sp>
      <p:sp>
        <p:nvSpPr>
          <p:cNvPr id="5" name="capability_v1_s1_o5">
            <a:extLst xmlns:a="http://schemas.openxmlformats.org/drawingml/2006/main">
              <a:ext uri="{FF2B5EF4-FFF2-40B4-BE49-F238E27FC236}">
                <a16:creationId xmlns:a16="http://schemas.microsoft.com/office/drawing/2014/main" id="{5DD1A730-B828-428C-B557-CB5CF7561C93}"/>
              </a:ext>
            </a:extLst>
          </p:cNvPr>
          <p:cNvSpPr>
            <a:spLocks xmlns:a="http://schemas.openxmlformats.org/drawingml/2006/main" noGrp="1"/>
          </p:cNvSpPr>
          <p:nvPr/>
        </p:nvSpPr>
        <p:spPr>
          <a:xfrm xmlns:a="http://schemas.openxmlformats.org/drawingml/2006/main">
            <a:off x="3619500" y="2667000"/>
            <a:ext cx="4889500" cy="1333500"/>
          </a:xfrm>
          <a:prstGeom xmlns:a="http://schemas.openxmlformats.org/drawingml/2006/main" prst="roundRect">
            <a:avLst>
              <a:gd name="adj" fmla="val 7619"/>
            </a:avLst>
          </a:prstGeom>
          <a:solidFill xmlns:a="http://schemas.openxmlformats.org/drawingml/2006/main">
            <a:srgbClr val="102238"/>
          </a:solidFill>
          <a:ln xmlns:a="http://schemas.openxmlformats.org/drawingml/2006/main" w="17780">
            <a:solidFill>
              <a:srgbClr val="45A7FF"/>
            </a:solidFill>
          </a:ln>
        </p:spPr>
      </p:sp>
      <p:sp>
        <p:nvSpPr>
          <p:cNvPr id="6" name="capability_v1_s1_o6">
            <a:extLst xmlns:a="http://schemas.openxmlformats.org/drawingml/2006/main">
              <a:ext uri="{FF2B5EF4-FFF2-40B4-BE49-F238E27FC236}">
                <a16:creationId xmlns:a16="http://schemas.microsoft.com/office/drawing/2014/main" id="{36551DA0-18AA-4C36-B8AB-84DF07159F6B}"/>
              </a:ext>
            </a:extLst>
          </p:cNvPr>
          <p:cNvSpPr>
            <a:spLocks xmlns:a="http://schemas.openxmlformats.org/drawingml/2006/main" noGrp="1"/>
          </p:cNvSpPr>
          <p:nvPr/>
        </p:nvSpPr>
        <p:spPr>
          <a:xfrm xmlns:a="http://schemas.openxmlformats.org/drawingml/2006/main">
            <a:off x="3683000" y="2730500"/>
            <a:ext cx="47625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1_o7">
            <a:extLst xmlns:a="http://schemas.openxmlformats.org/drawingml/2006/main">
              <a:ext uri="{FF2B5EF4-FFF2-40B4-BE49-F238E27FC236}">
                <a16:creationId xmlns:a16="http://schemas.microsoft.com/office/drawing/2014/main" id="{2AF0CBDA-65BC-4760-8FC0-128F48A01794}"/>
              </a:ext>
            </a:extLst>
          </p:cNvPr>
          <p:cNvSpPr>
            <a:spLocks xmlns:a="http://schemas.openxmlformats.org/drawingml/2006/main" noGrp="1"/>
          </p:cNvSpPr>
          <p:nvPr/>
        </p:nvSpPr>
        <p:spPr>
          <a:xfrm xmlns:a="http://schemas.openxmlformats.org/drawingml/2006/main">
            <a:off x="3530600" y="3333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1_o8">
            <a:extLst xmlns:a="http://schemas.openxmlformats.org/drawingml/2006/main">
              <a:ext uri="{FF2B5EF4-FFF2-40B4-BE49-F238E27FC236}">
                <a16:creationId xmlns:a16="http://schemas.microsoft.com/office/drawing/2014/main" id="{8ACF611C-39F9-4CAF-9104-4F9BAD1CE90B}"/>
              </a:ext>
            </a:extLst>
          </p:cNvPr>
          <p:cNvSpPr>
            <a:spLocks xmlns:a="http://schemas.openxmlformats.org/drawingml/2006/main" noGrp="1"/>
          </p:cNvSpPr>
          <p:nvPr/>
        </p:nvSpPr>
        <p:spPr>
          <a:xfrm xmlns:a="http://schemas.openxmlformats.org/drawingml/2006/main">
            <a:off x="8509000" y="3333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1_o9">
            <a:extLst xmlns:a="http://schemas.openxmlformats.org/drawingml/2006/main">
              <a:ext uri="{FF2B5EF4-FFF2-40B4-BE49-F238E27FC236}">
                <a16:creationId xmlns:a16="http://schemas.microsoft.com/office/drawing/2014/main" id="{B49EDAC0-EE7A-4A93-875B-E14163434378}"/>
              </a:ext>
            </a:extLst>
          </p:cNvPr>
          <p:cNvSpPr>
            <a:spLocks xmlns:a="http://schemas.openxmlformats.org/drawingml/2006/main" noGrp="1"/>
          </p:cNvSpPr>
          <p:nvPr/>
        </p:nvSpPr>
        <p:spPr>
          <a:xfrm xmlns:a="http://schemas.openxmlformats.org/drawingml/2006/main">
            <a:off x="3683000" y="2819400"/>
            <a:ext cx="4762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2500" b="1">
                <a:solidFill>
                  <a:srgbClr val="F4F7FB"/>
                </a:solidFill>
                <a:latin typeface="Arial"/>
                <a:ea typeface="Arial"/>
                <a:cs typeface="Arial"/>
              </a:defRPr>
            </a:defPPr>
          </a:lstStyle>
          <a:p xmlns:a="http://schemas.openxmlformats.org/drawingml/2006/main">
            <a:pPr algn="ctr">
              <a:lnSpc>
                <a:spcPct val="108000"/>
              </a:lnSpc>
              <a:buNone/>
              <a:defRPr sz="2500" b="1">
                <a:solidFill>
                  <a:srgbClr val="F4F7FB"/>
                </a:solidFill>
                <a:latin typeface="Arial"/>
                <a:ea typeface="Arial"/>
                <a:cs typeface="Arial"/>
              </a:defRPr>
            </a:pPr>
            <a:r>
              <a:rPr sz="2500" b="1">
                <a:solidFill>
                  <a:srgbClr val="F4F7FB"/>
                </a:solidFill>
                <a:latin typeface="Arial"/>
                <a:ea typeface="Arial"/>
                <a:cs typeface="Arial"/>
              </a:rPr>
              <a:t>procedural dungeon</a:t>
            </a:r>
          </a:p>
          <a:p xmlns:a="http://schemas.openxmlformats.org/drawingml/2006/main">
            <a:pPr algn="ctr">
              <a:lnSpc>
                <a:spcPct val="108000"/>
              </a:lnSpc>
              <a:buNone/>
              <a:defRPr sz="2500" b="1">
                <a:solidFill>
                  <a:srgbClr val="F4F7FB"/>
                </a:solidFill>
                <a:latin typeface="Arial"/>
                <a:ea typeface="Arial"/>
                <a:cs typeface="Arial"/>
              </a:defRPr>
            </a:pPr>
            <a:r>
              <a:rPr sz="2500" b="1">
                <a:solidFill>
                  <a:srgbClr val="F4F7FB"/>
                </a:solidFill>
                <a:latin typeface="Arial"/>
                <a:ea typeface="Arial"/>
                <a:cs typeface="Arial"/>
              </a:rPr>
              <a:t>governed execution</a:t>
            </a:r>
          </a:p>
        </p:txBody>
      </p:sp>
      <p:sp>
        <p:nvSpPr>
          <p:cNvPr id="10" name="capability_v1_s1_o10">
            <a:extLst xmlns:a="http://schemas.openxmlformats.org/drawingml/2006/main">
              <a:ext uri="{FF2B5EF4-FFF2-40B4-BE49-F238E27FC236}">
                <a16:creationId xmlns:a16="http://schemas.microsoft.com/office/drawing/2014/main" id="{FA79AB20-65B5-4488-B4BF-14FC9BEE97FB}"/>
              </a:ext>
            </a:extLst>
          </p:cNvPr>
          <p:cNvSpPr>
            <a:spLocks xmlns:a="http://schemas.openxmlformats.org/drawingml/2006/main" noGrp="1"/>
          </p:cNvSpPr>
          <p:nvPr/>
        </p:nvSpPr>
        <p:spPr>
          <a:xfrm xmlns:a="http://schemas.openxmlformats.org/drawingml/2006/main">
            <a:off x="1016000" y="3327400"/>
            <a:ext cx="2476500" cy="95"/>
          </a:xfrm>
          <a:custGeom xmlns:a="http://schemas.openxmlformats.org/drawingml/2006/main">
            <a:pathLst>
              <a:path w="2476500" h="95">
                <a:moveTo>
                  <a:pt x="0" y="0"/>
                </a:moveTo>
                <a:lnTo>
                  <a:pt x="24765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1" name="capability_v1_s1_o11">
            <a:extLst xmlns:a="http://schemas.openxmlformats.org/drawingml/2006/main">
              <a:ext uri="{FF2B5EF4-FFF2-40B4-BE49-F238E27FC236}">
                <a16:creationId xmlns:a16="http://schemas.microsoft.com/office/drawing/2014/main" id="{22BE38C8-2C82-40C9-829F-EB0F7B6A20A4}"/>
              </a:ext>
            </a:extLst>
          </p:cNvPr>
          <p:cNvSpPr>
            <a:spLocks xmlns:a="http://schemas.openxmlformats.org/drawingml/2006/main" noGrp="1"/>
          </p:cNvSpPr>
          <p:nvPr/>
        </p:nvSpPr>
        <p:spPr>
          <a:xfrm xmlns:a="http://schemas.openxmlformats.org/drawingml/2006/main">
            <a:off x="1016000" y="3327400"/>
            <a:ext cx="2476500" cy="95"/>
          </a:xfrm>
          <a:custGeom xmlns:a="http://schemas.openxmlformats.org/drawingml/2006/main">
            <a:pathLst>
              <a:path w="2476500" h="95">
                <a:moveTo>
                  <a:pt x="0" y="0"/>
                </a:moveTo>
                <a:lnTo>
                  <a:pt x="2476500" y="0"/>
                </a:lnTo>
              </a:path>
            </a:pathLst>
          </a:custGeom>
          <a:noFill xmlns:a="http://schemas.openxmlformats.org/drawingml/2006/main"/>
          <a:ln xmlns:a="http://schemas.openxmlformats.org/drawingml/2006/main" w="31750">
            <a:solidFill>
              <a:srgbClr val="F6B94D"/>
            </a:solidFill>
            <a:prstDash val="solid"/>
          </a:ln>
        </p:spPr>
      </p:sp>
      <p:sp>
        <p:nvSpPr>
          <p:cNvPr id="12" name="capability_v1_s1_o11_arrow">
            <a:extLst xmlns:a="http://schemas.openxmlformats.org/drawingml/2006/main">
              <a:ext uri="{FF2B5EF4-FFF2-40B4-BE49-F238E27FC236}">
                <a16:creationId xmlns:a16="http://schemas.microsoft.com/office/drawing/2014/main" id="{A5B3B9A2-1320-4708-A0F9-0F08F265C6EF}"/>
              </a:ext>
            </a:extLst>
          </p:cNvPr>
          <p:cNvSpPr>
            <a:spLocks xmlns:a="http://schemas.openxmlformats.org/drawingml/2006/main" noGrp="1"/>
          </p:cNvSpPr>
          <p:nvPr/>
        </p:nvSpPr>
        <p:spPr>
          <a:xfrm xmlns:a="http://schemas.openxmlformats.org/drawingml/2006/main">
            <a:off x="3416300" y="32880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3" name="capability_v1_s1_o12">
            <a:extLst xmlns:a="http://schemas.openxmlformats.org/drawingml/2006/main">
              <a:ext uri="{FF2B5EF4-FFF2-40B4-BE49-F238E27FC236}">
                <a16:creationId xmlns:a16="http://schemas.microsoft.com/office/drawing/2014/main" id="{7217ED0D-2110-43FA-A8DD-9533B91DCBEA}"/>
              </a:ext>
            </a:extLst>
          </p:cNvPr>
          <p:cNvSpPr>
            <a:spLocks xmlns:a="http://schemas.openxmlformats.org/drawingml/2006/main" noGrp="1"/>
          </p:cNvSpPr>
          <p:nvPr/>
        </p:nvSpPr>
        <p:spPr>
          <a:xfrm xmlns:a="http://schemas.openxmlformats.org/drawingml/2006/main">
            <a:off x="431800" y="2971800"/>
            <a:ext cx="711200" cy="711200"/>
          </a:xfrm>
          <a:prstGeom xmlns:a="http://schemas.openxmlformats.org/drawingml/2006/main" prst="ellipse">
            <a:avLst/>
          </a:prstGeom>
          <a:noFill xmlns:a="http://schemas.openxmlformats.org/drawingml/2006/main"/>
          <a:ln xmlns:a="http://schemas.openxmlformats.org/drawingml/2006/main" w="7620">
            <a:solidFill>
              <a:srgbClr val="F6B94D">
                <a:alpha val="45000"/>
              </a:srgbClr>
            </a:solidFill>
          </a:ln>
        </p:spPr>
      </p:sp>
      <p:sp>
        <p:nvSpPr>
          <p:cNvPr id="14" name="capability_v1_s1_o13">
            <a:extLst xmlns:a="http://schemas.openxmlformats.org/drawingml/2006/main">
              <a:ext uri="{FF2B5EF4-FFF2-40B4-BE49-F238E27FC236}">
                <a16:creationId xmlns:a16="http://schemas.microsoft.com/office/drawing/2014/main" id="{CA21E579-7778-4ACC-B150-5FA6C872CCC0}"/>
              </a:ext>
            </a:extLst>
          </p:cNvPr>
          <p:cNvSpPr>
            <a:spLocks xmlns:a="http://schemas.openxmlformats.org/drawingml/2006/main" noGrp="1"/>
          </p:cNvSpPr>
          <p:nvPr/>
        </p:nvSpPr>
        <p:spPr>
          <a:xfrm xmlns:a="http://schemas.openxmlformats.org/drawingml/2006/main">
            <a:off x="482600" y="3022600"/>
            <a:ext cx="609600" cy="609600"/>
          </a:xfrm>
          <a:prstGeom xmlns:a="http://schemas.openxmlformats.org/drawingml/2006/main" prst="ellipse">
            <a:avLst/>
          </a:prstGeom>
          <a:solidFill xmlns:a="http://schemas.openxmlformats.org/drawingml/2006/main">
            <a:srgbClr val="102238"/>
          </a:solidFill>
          <a:ln xmlns:a="http://schemas.openxmlformats.org/drawingml/2006/main" w="22860">
            <a:solidFill>
              <a:srgbClr val="F6B94D"/>
            </a:solidFill>
          </a:ln>
        </p:spPr>
      </p:sp>
      <p:sp>
        <p:nvSpPr>
          <p:cNvPr id="15" name="capability_v1_s1_o14">
            <a:extLst xmlns:a="http://schemas.openxmlformats.org/drawingml/2006/main">
              <a:ext uri="{FF2B5EF4-FFF2-40B4-BE49-F238E27FC236}">
                <a16:creationId xmlns:a16="http://schemas.microsoft.com/office/drawing/2014/main" id="{C95AF1AD-75B5-4539-A151-04CBC635C060}"/>
              </a:ext>
            </a:extLst>
          </p:cNvPr>
          <p:cNvSpPr>
            <a:spLocks xmlns:a="http://schemas.openxmlformats.org/drawingml/2006/main" noGrp="1"/>
          </p:cNvSpPr>
          <p:nvPr/>
        </p:nvSpPr>
        <p:spPr>
          <a:xfrm xmlns:a="http://schemas.openxmlformats.org/drawingml/2006/main">
            <a:off x="508000" y="3200400"/>
            <a:ext cx="5588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200" b="1">
                <a:solidFill>
                  <a:srgbClr val="F6B94D"/>
                </a:solidFill>
                <a:latin typeface="Arial"/>
                <a:ea typeface="Arial"/>
                <a:cs typeface="Arial"/>
              </a:defRPr>
            </a:defPPr>
          </a:lstStyle>
          <a:p xmlns:a="http://schemas.openxmlformats.org/drawingml/2006/main">
            <a:pPr algn="ctr">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IN</a:t>
            </a:r>
          </a:p>
        </p:txBody>
      </p:sp>
      <p:sp>
        <p:nvSpPr>
          <p:cNvPr id="16" name="capability_v1_s1_o15">
            <a:extLst xmlns:a="http://schemas.openxmlformats.org/drawingml/2006/main">
              <a:ext uri="{FF2B5EF4-FFF2-40B4-BE49-F238E27FC236}">
                <a16:creationId xmlns:a16="http://schemas.microsoft.com/office/drawing/2014/main" id="{E3B03B7B-A56F-432F-B024-D335F9AA51AE}"/>
              </a:ext>
            </a:extLst>
          </p:cNvPr>
          <p:cNvSpPr>
            <a:spLocks xmlns:a="http://schemas.openxmlformats.org/drawingml/2006/main" noGrp="1"/>
          </p:cNvSpPr>
          <p:nvPr/>
        </p:nvSpPr>
        <p:spPr>
          <a:xfrm xmlns:a="http://schemas.openxmlformats.org/drawingml/2006/main">
            <a:off x="8597900" y="3327400"/>
            <a:ext cx="2578100" cy="95"/>
          </a:xfrm>
          <a:custGeom xmlns:a="http://schemas.openxmlformats.org/drawingml/2006/main">
            <a:pathLst>
              <a:path w="2578100" h="95">
                <a:moveTo>
                  <a:pt x="0" y="0"/>
                </a:moveTo>
                <a:lnTo>
                  <a:pt x="25781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7" name="capability_v1_s1_o16">
            <a:extLst xmlns:a="http://schemas.openxmlformats.org/drawingml/2006/main">
              <a:ext uri="{FF2B5EF4-FFF2-40B4-BE49-F238E27FC236}">
                <a16:creationId xmlns:a16="http://schemas.microsoft.com/office/drawing/2014/main" id="{897472A9-7654-4475-A1B1-6A1E9A875428}"/>
              </a:ext>
            </a:extLst>
          </p:cNvPr>
          <p:cNvSpPr>
            <a:spLocks xmlns:a="http://schemas.openxmlformats.org/drawingml/2006/main" noGrp="1"/>
          </p:cNvSpPr>
          <p:nvPr/>
        </p:nvSpPr>
        <p:spPr>
          <a:xfrm xmlns:a="http://schemas.openxmlformats.org/drawingml/2006/main">
            <a:off x="8597900" y="3327400"/>
            <a:ext cx="2578100" cy="95"/>
          </a:xfrm>
          <a:custGeom xmlns:a="http://schemas.openxmlformats.org/drawingml/2006/main">
            <a:pathLst>
              <a:path w="2578100" h="95">
                <a:moveTo>
                  <a:pt x="0" y="0"/>
                </a:moveTo>
                <a:lnTo>
                  <a:pt x="2578100" y="0"/>
                </a:lnTo>
              </a:path>
            </a:pathLst>
          </a:custGeom>
          <a:noFill xmlns:a="http://schemas.openxmlformats.org/drawingml/2006/main"/>
          <a:ln xmlns:a="http://schemas.openxmlformats.org/drawingml/2006/main" w="31750">
            <a:solidFill>
              <a:srgbClr val="4DE0B0"/>
            </a:solidFill>
            <a:prstDash val="solid"/>
          </a:ln>
        </p:spPr>
      </p:sp>
      <p:sp>
        <p:nvSpPr>
          <p:cNvPr id="18" name="capability_v1_s1_o16_arrow">
            <a:extLst xmlns:a="http://schemas.openxmlformats.org/drawingml/2006/main">
              <a:ext uri="{FF2B5EF4-FFF2-40B4-BE49-F238E27FC236}">
                <a16:creationId xmlns:a16="http://schemas.microsoft.com/office/drawing/2014/main" id="{844D2CAB-27C3-41AF-9078-C5BC008AD852}"/>
              </a:ext>
            </a:extLst>
          </p:cNvPr>
          <p:cNvSpPr>
            <a:spLocks xmlns:a="http://schemas.openxmlformats.org/drawingml/2006/main" noGrp="1"/>
          </p:cNvSpPr>
          <p:nvPr/>
        </p:nvSpPr>
        <p:spPr>
          <a:xfrm xmlns:a="http://schemas.openxmlformats.org/drawingml/2006/main">
            <a:off x="11099800" y="32880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9" name="capability_v1_s1_o17">
            <a:extLst xmlns:a="http://schemas.openxmlformats.org/drawingml/2006/main">
              <a:ext uri="{FF2B5EF4-FFF2-40B4-BE49-F238E27FC236}">
                <a16:creationId xmlns:a16="http://schemas.microsoft.com/office/drawing/2014/main" id="{03F9899E-F909-4226-B595-F7852882F336}"/>
              </a:ext>
            </a:extLst>
          </p:cNvPr>
          <p:cNvSpPr>
            <a:spLocks xmlns:a="http://schemas.openxmlformats.org/drawingml/2006/main" noGrp="1"/>
          </p:cNvSpPr>
          <p:nvPr/>
        </p:nvSpPr>
        <p:spPr>
          <a:xfrm xmlns:a="http://schemas.openxmlformats.org/drawingml/2006/main">
            <a:off x="11112500" y="2971800"/>
            <a:ext cx="711200" cy="711200"/>
          </a:xfrm>
          <a:prstGeom xmlns:a="http://schemas.openxmlformats.org/drawingml/2006/main" prst="ellipse">
            <a:avLst/>
          </a:prstGeom>
          <a:noFill xmlns:a="http://schemas.openxmlformats.org/drawingml/2006/main"/>
          <a:ln xmlns:a="http://schemas.openxmlformats.org/drawingml/2006/main" w="7620">
            <a:solidFill>
              <a:srgbClr val="4DE0B0">
                <a:alpha val="45000"/>
              </a:srgbClr>
            </a:solidFill>
          </a:ln>
        </p:spPr>
      </p:sp>
      <p:sp>
        <p:nvSpPr>
          <p:cNvPr id="20" name="capability_v1_s1_o18">
            <a:extLst xmlns:a="http://schemas.openxmlformats.org/drawingml/2006/main">
              <a:ext uri="{FF2B5EF4-FFF2-40B4-BE49-F238E27FC236}">
                <a16:creationId xmlns:a16="http://schemas.microsoft.com/office/drawing/2014/main" id="{B051BF35-62CF-4A2A-B39B-6147A024C7B6}"/>
              </a:ext>
            </a:extLst>
          </p:cNvPr>
          <p:cNvSpPr>
            <a:spLocks xmlns:a="http://schemas.openxmlformats.org/drawingml/2006/main" noGrp="1"/>
          </p:cNvSpPr>
          <p:nvPr/>
        </p:nvSpPr>
        <p:spPr>
          <a:xfrm xmlns:a="http://schemas.openxmlformats.org/drawingml/2006/main">
            <a:off x="11163300" y="3022600"/>
            <a:ext cx="609600" cy="609600"/>
          </a:xfrm>
          <a:prstGeom xmlns:a="http://schemas.openxmlformats.org/drawingml/2006/main" prst="ellipse">
            <a:avLst/>
          </a:prstGeom>
          <a:solidFill xmlns:a="http://schemas.openxmlformats.org/drawingml/2006/main">
            <a:srgbClr val="102238"/>
          </a:solidFill>
          <a:ln xmlns:a="http://schemas.openxmlformats.org/drawingml/2006/main" w="22860">
            <a:solidFill>
              <a:srgbClr val="4DE0B0"/>
            </a:solidFill>
          </a:ln>
        </p:spPr>
      </p:sp>
      <p:sp>
        <p:nvSpPr>
          <p:cNvPr id="21" name="capability_v1_s1_o19">
            <a:extLst xmlns:a="http://schemas.openxmlformats.org/drawingml/2006/main">
              <a:ext uri="{FF2B5EF4-FFF2-40B4-BE49-F238E27FC236}">
                <a16:creationId xmlns:a16="http://schemas.microsoft.com/office/drawing/2014/main" id="{BFF174B8-D30D-4451-8A6B-545CBBFC0F7B}"/>
              </a:ext>
            </a:extLst>
          </p:cNvPr>
          <p:cNvSpPr>
            <a:spLocks xmlns:a="http://schemas.openxmlformats.org/drawingml/2006/main" noGrp="1"/>
          </p:cNvSpPr>
          <p:nvPr/>
        </p:nvSpPr>
        <p:spPr>
          <a:xfrm xmlns:a="http://schemas.openxmlformats.org/drawingml/2006/main">
            <a:off x="11188700" y="3200400"/>
            <a:ext cx="5588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200" b="1">
                <a:solidFill>
                  <a:srgbClr val="4DE0B0"/>
                </a:solidFill>
                <a:latin typeface="Arial"/>
                <a:ea typeface="Arial"/>
                <a:cs typeface="Arial"/>
              </a:defRPr>
            </a:defPPr>
          </a:lstStyle>
          <a:p xmlns:a="http://schemas.openxmlformats.org/drawingml/2006/main">
            <a:pPr algn="ctr">
              <a:lnSpc>
                <a:spcPct val="108000"/>
              </a:lnSpc>
              <a:buNone/>
              <a:defRPr sz="1200" b="1">
                <a:solidFill>
                  <a:srgbClr val="4DE0B0"/>
                </a:solidFill>
                <a:latin typeface="Arial"/>
                <a:ea typeface="Arial"/>
                <a:cs typeface="Arial"/>
              </a:defRPr>
            </a:pPr>
            <a:r>
              <a:rPr sz="1200" b="1">
                <a:solidFill>
                  <a:srgbClr val="4DE0B0"/>
                </a:solidFill>
                <a:latin typeface="Arial"/>
                <a:ea typeface="Arial"/>
                <a:cs typeface="Arial"/>
              </a:rPr>
              <a:t>OUT</a:t>
            </a:r>
          </a:p>
        </p:txBody>
      </p:sp>
      <p:sp>
        <p:nvSpPr>
          <p:cNvPr id="22" name="capability_v1_s1_o20">
            <a:extLst xmlns:a="http://schemas.openxmlformats.org/drawingml/2006/main">
              <a:ext uri="{FF2B5EF4-FFF2-40B4-BE49-F238E27FC236}">
                <a16:creationId xmlns:a16="http://schemas.microsoft.com/office/drawing/2014/main" id="{AA52A3EF-D77E-4BD0-97F1-B25A6C6D9945}"/>
              </a:ext>
            </a:extLst>
          </p:cNvPr>
          <p:cNvSpPr>
            <a:spLocks xmlns:a="http://schemas.openxmlformats.org/drawingml/2006/main" noGrp="1"/>
          </p:cNvSpPr>
          <p:nvPr/>
        </p:nvSpPr>
        <p:spPr>
          <a:xfrm xmlns:a="http://schemas.openxmlformats.org/drawingml/2006/main">
            <a:off x="3556000" y="4432300"/>
            <a:ext cx="53975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700" b="0">
                <a:solidFill>
                  <a:srgbClr val="A8B8CA"/>
                </a:solidFill>
                <a:latin typeface="Arial"/>
                <a:ea typeface="Arial"/>
                <a:cs typeface="Arial"/>
              </a:defRPr>
            </a:defPPr>
          </a:lstStyle>
          <a:p xmlns:a="http://schemas.openxmlformats.org/drawingml/2006/main">
            <a:pPr algn="ctr">
              <a:lnSpc>
                <a:spcPct val="108000"/>
              </a:lnSpc>
              <a:buNone/>
              <a:defRPr sz="1700" b="0">
                <a:solidFill>
                  <a:srgbClr val="A8B8CA"/>
                </a:solidFill>
                <a:latin typeface="Arial"/>
                <a:ea typeface="Arial"/>
                <a:cs typeface="Arial"/>
              </a:defRPr>
            </a:pPr>
            <a:r>
              <a:rPr sz="1700" b="0">
                <a:solidFill>
                  <a:srgbClr val="A8B8CA"/>
                </a:solidFill>
                <a:latin typeface="Arial"/>
                <a:ea typeface="Arial"/>
                <a:cs typeface="Arial"/>
              </a:rPr>
              <a:t>Estate 34  /  version 4852214</a:t>
            </a:r>
          </a:p>
        </p:txBody>
      </p:sp>
      <p:sp>
        <p:nvSpPr>
          <p:cNvPr id="23" name="capability_v1_s1_o21">
            <a:extLst xmlns:a="http://schemas.openxmlformats.org/drawingml/2006/main">
              <a:ext uri="{FF2B5EF4-FFF2-40B4-BE49-F238E27FC236}">
                <a16:creationId xmlns:a16="http://schemas.microsoft.com/office/drawing/2014/main" id="{6CC5C8DE-FAA6-41F9-AE2B-1137426E3A8E}"/>
              </a:ext>
            </a:extLst>
          </p:cNvPr>
          <p:cNvSpPr>
            <a:spLocks xmlns:a="http://schemas.openxmlformats.org/drawingml/2006/main" noGrp="1"/>
          </p:cNvSpPr>
          <p:nvPr/>
        </p:nvSpPr>
        <p:spPr>
          <a:xfrm xmlns:a="http://schemas.openxmlformats.org/drawingml/2006/main">
            <a:off x="1905000" y="5156200"/>
            <a:ext cx="8445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0">
                <a:solidFill>
                  <a:srgbClr val="F4F7FB"/>
                </a:solidFill>
                <a:latin typeface="Arial"/>
                <a:ea typeface="Arial"/>
                <a:cs typeface="Arial"/>
              </a:defRPr>
            </a:defPPr>
          </a:lstStyle>
          <a:p xmlns:a="http://schemas.openxmlformats.org/drawingml/2006/main">
            <a:pPr algn="ctr">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Feature: Write the configured text to standard output</a:t>
            </a:r>
          </a:p>
        </p:txBody>
      </p:sp>
      <p:sp>
        <p:nvSpPr>
          <p:cNvPr id="24" name="capability_v1_s1_o22">
            <a:extLst xmlns:a="http://schemas.openxmlformats.org/drawingml/2006/main">
              <a:ext uri="{FF2B5EF4-FFF2-40B4-BE49-F238E27FC236}">
                <a16:creationId xmlns:a16="http://schemas.microsoft.com/office/drawing/2014/main" id="{894B8758-AAF1-4DF3-9E00-6AA8C54CD82E}"/>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005989954"/>
      </p:ext>
    </p:extLst>
  </p:cSld>
</p:sld>
</file>

<file path=ppt/slides/slide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24" name="capability_v1_s2_o1">
            <a:extLst xmlns:a="http://schemas.openxmlformats.org/drawingml/2006/main">
              <a:ext uri="{FF2B5EF4-FFF2-40B4-BE49-F238E27FC236}">
                <a16:creationId xmlns:a16="http://schemas.microsoft.com/office/drawing/2014/main" id="{A1B821EF-D370-4929-9B0C-A60497625AF0}"/>
              </a:ext>
            </a:extLst>
          </p:cNvPr>
          <p:cNvSpPr>
            <a:spLocks xmlns:a="http://schemas.openxmlformats.org/drawingml/2006/main" noGrp="1"/>
          </p:cNvSpPr>
          <p:nvPr/>
        </p:nvSpPr>
        <p:spPr>
          <a:xfrm xmlns:a="http://schemas.openxmlformats.org/drawingml/2006/main">
            <a:off x="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 name="capability_v1_s2_o2">
            <a:extLst xmlns:a="http://schemas.openxmlformats.org/drawingml/2006/main">
              <a:ext uri="{FF2B5EF4-FFF2-40B4-BE49-F238E27FC236}">
                <a16:creationId xmlns:a16="http://schemas.microsoft.com/office/drawing/2014/main" id="{8D21C66B-FFF6-4FFB-8381-FC2A555B8CD8}"/>
              </a:ext>
            </a:extLst>
          </p:cNvPr>
          <p:cNvSpPr>
            <a:spLocks xmlns:a="http://schemas.openxmlformats.org/drawingml/2006/main" noGrp="1"/>
          </p:cNvSpPr>
          <p:nvPr/>
        </p:nvSpPr>
        <p:spPr>
          <a:xfrm xmlns:a="http://schemas.openxmlformats.org/drawingml/2006/main">
            <a:off x="15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 name="capability_v1_s2_o3">
            <a:extLst xmlns:a="http://schemas.openxmlformats.org/drawingml/2006/main">
              <a:ext uri="{FF2B5EF4-FFF2-40B4-BE49-F238E27FC236}">
                <a16:creationId xmlns:a16="http://schemas.microsoft.com/office/drawing/2014/main" id="{B1A5D200-05E1-48D0-BFBD-F63AE36289E6}"/>
              </a:ext>
            </a:extLst>
          </p:cNvPr>
          <p:cNvSpPr>
            <a:spLocks xmlns:a="http://schemas.openxmlformats.org/drawingml/2006/main" noGrp="1"/>
          </p:cNvSpPr>
          <p:nvPr/>
        </p:nvSpPr>
        <p:spPr>
          <a:xfrm xmlns:a="http://schemas.openxmlformats.org/drawingml/2006/main">
            <a:off x="30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 name="capability_v1_s2_o4">
            <a:extLst xmlns:a="http://schemas.openxmlformats.org/drawingml/2006/main">
              <a:ext uri="{FF2B5EF4-FFF2-40B4-BE49-F238E27FC236}">
                <a16:creationId xmlns:a16="http://schemas.microsoft.com/office/drawing/2014/main" id="{23DA46FB-E11B-48E1-AA80-C02DBDB4E0EE}"/>
              </a:ext>
            </a:extLst>
          </p:cNvPr>
          <p:cNvSpPr>
            <a:spLocks xmlns:a="http://schemas.openxmlformats.org/drawingml/2006/main" noGrp="1"/>
          </p:cNvSpPr>
          <p:nvPr/>
        </p:nvSpPr>
        <p:spPr>
          <a:xfrm xmlns:a="http://schemas.openxmlformats.org/drawingml/2006/main">
            <a:off x="45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 name="capability_v1_s2_o5">
            <a:extLst xmlns:a="http://schemas.openxmlformats.org/drawingml/2006/main">
              <a:ext uri="{FF2B5EF4-FFF2-40B4-BE49-F238E27FC236}">
                <a16:creationId xmlns:a16="http://schemas.microsoft.com/office/drawing/2014/main" id="{CB7458FA-87E2-4F31-A4D4-95B42BACD190}"/>
              </a:ext>
            </a:extLst>
          </p:cNvPr>
          <p:cNvSpPr>
            <a:spLocks xmlns:a="http://schemas.openxmlformats.org/drawingml/2006/main" noGrp="1"/>
          </p:cNvSpPr>
          <p:nvPr/>
        </p:nvSpPr>
        <p:spPr>
          <a:xfrm xmlns:a="http://schemas.openxmlformats.org/drawingml/2006/main">
            <a:off x="60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 name="capability_v1_s2_o6">
            <a:extLst xmlns:a="http://schemas.openxmlformats.org/drawingml/2006/main">
              <a:ext uri="{FF2B5EF4-FFF2-40B4-BE49-F238E27FC236}">
                <a16:creationId xmlns:a16="http://schemas.microsoft.com/office/drawing/2014/main" id="{37D2349B-68E6-409D-9701-DA0ACD5F0E70}"/>
              </a:ext>
            </a:extLst>
          </p:cNvPr>
          <p:cNvSpPr>
            <a:spLocks xmlns:a="http://schemas.openxmlformats.org/drawingml/2006/main" noGrp="1"/>
          </p:cNvSpPr>
          <p:nvPr/>
        </p:nvSpPr>
        <p:spPr>
          <a:xfrm xmlns:a="http://schemas.openxmlformats.org/drawingml/2006/main">
            <a:off x="76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 name="capability_v1_s2_o7">
            <a:extLst xmlns:a="http://schemas.openxmlformats.org/drawingml/2006/main">
              <a:ext uri="{FF2B5EF4-FFF2-40B4-BE49-F238E27FC236}">
                <a16:creationId xmlns:a16="http://schemas.microsoft.com/office/drawing/2014/main" id="{FF2D1932-BFF7-47EC-A2D0-60617A102192}"/>
              </a:ext>
            </a:extLst>
          </p:cNvPr>
          <p:cNvSpPr>
            <a:spLocks xmlns:a="http://schemas.openxmlformats.org/drawingml/2006/main" noGrp="1"/>
          </p:cNvSpPr>
          <p:nvPr/>
        </p:nvSpPr>
        <p:spPr>
          <a:xfrm xmlns:a="http://schemas.openxmlformats.org/drawingml/2006/main">
            <a:off x="91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 name="capability_v1_s2_o8">
            <a:extLst xmlns:a="http://schemas.openxmlformats.org/drawingml/2006/main">
              <a:ext uri="{FF2B5EF4-FFF2-40B4-BE49-F238E27FC236}">
                <a16:creationId xmlns:a16="http://schemas.microsoft.com/office/drawing/2014/main" id="{0688F404-6D10-4C10-B6C0-FF999AD2A500}"/>
              </a:ext>
            </a:extLst>
          </p:cNvPr>
          <p:cNvSpPr>
            <a:spLocks xmlns:a="http://schemas.openxmlformats.org/drawingml/2006/main" noGrp="1"/>
          </p:cNvSpPr>
          <p:nvPr/>
        </p:nvSpPr>
        <p:spPr>
          <a:xfrm xmlns:a="http://schemas.openxmlformats.org/drawingml/2006/main">
            <a:off x="106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9" name="capability_v1_s2_o9">
            <a:extLst xmlns:a="http://schemas.openxmlformats.org/drawingml/2006/main">
              <a:ext uri="{FF2B5EF4-FFF2-40B4-BE49-F238E27FC236}">
                <a16:creationId xmlns:a16="http://schemas.microsoft.com/office/drawing/2014/main" id="{8943EE6A-6A5B-44E8-A853-B63AC203CAEA}"/>
              </a:ext>
            </a:extLst>
          </p:cNvPr>
          <p:cNvSpPr>
            <a:spLocks xmlns:a="http://schemas.openxmlformats.org/drawingml/2006/main" noGrp="1"/>
          </p:cNvSpPr>
          <p:nvPr/>
        </p:nvSpPr>
        <p:spPr>
          <a:xfrm xmlns:a="http://schemas.openxmlformats.org/drawingml/2006/main">
            <a:off x="121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0" name="capability_v1_s2_o10">
            <a:extLst xmlns:a="http://schemas.openxmlformats.org/drawingml/2006/main">
              <a:ext uri="{FF2B5EF4-FFF2-40B4-BE49-F238E27FC236}">
                <a16:creationId xmlns:a16="http://schemas.microsoft.com/office/drawing/2014/main" id="{229F861B-26F7-4B46-8AEF-42EB7A943B4D}"/>
              </a:ext>
            </a:extLst>
          </p:cNvPr>
          <p:cNvSpPr>
            <a:spLocks xmlns:a="http://schemas.openxmlformats.org/drawingml/2006/main" noGrp="1"/>
          </p:cNvSpPr>
          <p:nvPr/>
        </p:nvSpPr>
        <p:spPr>
          <a:xfrm xmlns:a="http://schemas.openxmlformats.org/drawingml/2006/main">
            <a:off x="137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1" name="capability_v1_s2_o11">
            <a:extLst xmlns:a="http://schemas.openxmlformats.org/drawingml/2006/main">
              <a:ext uri="{FF2B5EF4-FFF2-40B4-BE49-F238E27FC236}">
                <a16:creationId xmlns:a16="http://schemas.microsoft.com/office/drawing/2014/main" id="{FDB44845-6F74-402C-897E-488543BA8EDE}"/>
              </a:ext>
            </a:extLst>
          </p:cNvPr>
          <p:cNvSpPr>
            <a:spLocks xmlns:a="http://schemas.openxmlformats.org/drawingml/2006/main" noGrp="1"/>
          </p:cNvSpPr>
          <p:nvPr/>
        </p:nvSpPr>
        <p:spPr>
          <a:xfrm xmlns:a="http://schemas.openxmlformats.org/drawingml/2006/main">
            <a:off x="152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2" name="capability_v1_s2_o12">
            <a:extLst xmlns:a="http://schemas.openxmlformats.org/drawingml/2006/main">
              <a:ext uri="{FF2B5EF4-FFF2-40B4-BE49-F238E27FC236}">
                <a16:creationId xmlns:a16="http://schemas.microsoft.com/office/drawing/2014/main" id="{3DE3E521-5E7C-47BE-94A3-0CA968F008B6}"/>
              </a:ext>
            </a:extLst>
          </p:cNvPr>
          <p:cNvSpPr>
            <a:spLocks xmlns:a="http://schemas.openxmlformats.org/drawingml/2006/main" noGrp="1"/>
          </p:cNvSpPr>
          <p:nvPr/>
        </p:nvSpPr>
        <p:spPr>
          <a:xfrm xmlns:a="http://schemas.openxmlformats.org/drawingml/2006/main">
            <a:off x="167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3" name="capability_v1_s2_o13">
            <a:extLst xmlns:a="http://schemas.openxmlformats.org/drawingml/2006/main">
              <a:ext uri="{FF2B5EF4-FFF2-40B4-BE49-F238E27FC236}">
                <a16:creationId xmlns:a16="http://schemas.microsoft.com/office/drawing/2014/main" id="{EB0C613E-ED17-4A7C-933C-DAF92EFAB065}"/>
              </a:ext>
            </a:extLst>
          </p:cNvPr>
          <p:cNvSpPr>
            <a:spLocks xmlns:a="http://schemas.openxmlformats.org/drawingml/2006/main" noGrp="1"/>
          </p:cNvSpPr>
          <p:nvPr/>
        </p:nvSpPr>
        <p:spPr>
          <a:xfrm xmlns:a="http://schemas.openxmlformats.org/drawingml/2006/main">
            <a:off x="182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4" name="capability_v1_s2_o14">
            <a:extLst xmlns:a="http://schemas.openxmlformats.org/drawingml/2006/main">
              <a:ext uri="{FF2B5EF4-FFF2-40B4-BE49-F238E27FC236}">
                <a16:creationId xmlns:a16="http://schemas.microsoft.com/office/drawing/2014/main" id="{EF4B640C-B3B8-4192-A671-5825FEFC3552}"/>
              </a:ext>
            </a:extLst>
          </p:cNvPr>
          <p:cNvSpPr>
            <a:spLocks xmlns:a="http://schemas.openxmlformats.org/drawingml/2006/main" noGrp="1"/>
          </p:cNvSpPr>
          <p:nvPr/>
        </p:nvSpPr>
        <p:spPr>
          <a:xfrm xmlns:a="http://schemas.openxmlformats.org/drawingml/2006/main">
            <a:off x="198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5" name="capability_v1_s2_o15">
            <a:extLst xmlns:a="http://schemas.openxmlformats.org/drawingml/2006/main">
              <a:ext uri="{FF2B5EF4-FFF2-40B4-BE49-F238E27FC236}">
                <a16:creationId xmlns:a16="http://schemas.microsoft.com/office/drawing/2014/main" id="{E74C252E-EAA7-45CE-9262-F3A751A6130E}"/>
              </a:ext>
            </a:extLst>
          </p:cNvPr>
          <p:cNvSpPr>
            <a:spLocks xmlns:a="http://schemas.openxmlformats.org/drawingml/2006/main" noGrp="1"/>
          </p:cNvSpPr>
          <p:nvPr/>
        </p:nvSpPr>
        <p:spPr>
          <a:xfrm xmlns:a="http://schemas.openxmlformats.org/drawingml/2006/main">
            <a:off x="213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6" name="capability_v1_s2_o16">
            <a:extLst xmlns:a="http://schemas.openxmlformats.org/drawingml/2006/main">
              <a:ext uri="{FF2B5EF4-FFF2-40B4-BE49-F238E27FC236}">
                <a16:creationId xmlns:a16="http://schemas.microsoft.com/office/drawing/2014/main" id="{ECD68228-2A2F-42E4-97DD-BDFDF07E79B5}"/>
              </a:ext>
            </a:extLst>
          </p:cNvPr>
          <p:cNvSpPr>
            <a:spLocks xmlns:a="http://schemas.openxmlformats.org/drawingml/2006/main" noGrp="1"/>
          </p:cNvSpPr>
          <p:nvPr/>
        </p:nvSpPr>
        <p:spPr>
          <a:xfrm xmlns:a="http://schemas.openxmlformats.org/drawingml/2006/main">
            <a:off x="228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7" name="capability_v1_s2_o17">
            <a:extLst xmlns:a="http://schemas.openxmlformats.org/drawingml/2006/main">
              <a:ext uri="{FF2B5EF4-FFF2-40B4-BE49-F238E27FC236}">
                <a16:creationId xmlns:a16="http://schemas.microsoft.com/office/drawing/2014/main" id="{FB94AA2C-8F8B-4C6D-BD39-BFC128904DCF}"/>
              </a:ext>
            </a:extLst>
          </p:cNvPr>
          <p:cNvSpPr>
            <a:spLocks xmlns:a="http://schemas.openxmlformats.org/drawingml/2006/main" noGrp="1"/>
          </p:cNvSpPr>
          <p:nvPr/>
        </p:nvSpPr>
        <p:spPr>
          <a:xfrm xmlns:a="http://schemas.openxmlformats.org/drawingml/2006/main">
            <a:off x="243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8" name="capability_v1_s2_o18">
            <a:extLst xmlns:a="http://schemas.openxmlformats.org/drawingml/2006/main">
              <a:ext uri="{FF2B5EF4-FFF2-40B4-BE49-F238E27FC236}">
                <a16:creationId xmlns:a16="http://schemas.microsoft.com/office/drawing/2014/main" id="{EFA0546A-679A-42A8-99AC-26F2ACC39095}"/>
              </a:ext>
            </a:extLst>
          </p:cNvPr>
          <p:cNvSpPr>
            <a:spLocks xmlns:a="http://schemas.openxmlformats.org/drawingml/2006/main" noGrp="1"/>
          </p:cNvSpPr>
          <p:nvPr/>
        </p:nvSpPr>
        <p:spPr>
          <a:xfrm xmlns:a="http://schemas.openxmlformats.org/drawingml/2006/main">
            <a:off x="259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9" name="capability_v1_s2_o19">
            <a:extLst xmlns:a="http://schemas.openxmlformats.org/drawingml/2006/main">
              <a:ext uri="{FF2B5EF4-FFF2-40B4-BE49-F238E27FC236}">
                <a16:creationId xmlns:a16="http://schemas.microsoft.com/office/drawing/2014/main" id="{E3713A53-C41C-484A-82DF-C63D4D2FC716}"/>
              </a:ext>
            </a:extLst>
          </p:cNvPr>
          <p:cNvSpPr>
            <a:spLocks xmlns:a="http://schemas.openxmlformats.org/drawingml/2006/main" noGrp="1"/>
          </p:cNvSpPr>
          <p:nvPr/>
        </p:nvSpPr>
        <p:spPr>
          <a:xfrm xmlns:a="http://schemas.openxmlformats.org/drawingml/2006/main">
            <a:off x="274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0" name="capability_v1_s2_o20">
            <a:extLst xmlns:a="http://schemas.openxmlformats.org/drawingml/2006/main">
              <a:ext uri="{FF2B5EF4-FFF2-40B4-BE49-F238E27FC236}">
                <a16:creationId xmlns:a16="http://schemas.microsoft.com/office/drawing/2014/main" id="{FA1BF080-81A9-433B-9C18-D2DFFFBE79D2}"/>
              </a:ext>
            </a:extLst>
          </p:cNvPr>
          <p:cNvSpPr>
            <a:spLocks xmlns:a="http://schemas.openxmlformats.org/drawingml/2006/main" noGrp="1"/>
          </p:cNvSpPr>
          <p:nvPr/>
        </p:nvSpPr>
        <p:spPr>
          <a:xfrm xmlns:a="http://schemas.openxmlformats.org/drawingml/2006/main">
            <a:off x="289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1" name="capability_v1_s2_o21">
            <a:extLst xmlns:a="http://schemas.openxmlformats.org/drawingml/2006/main">
              <a:ext uri="{FF2B5EF4-FFF2-40B4-BE49-F238E27FC236}">
                <a16:creationId xmlns:a16="http://schemas.microsoft.com/office/drawing/2014/main" id="{CE9E1F7B-4F8C-40D7-8F52-97DBBDAFC39E}"/>
              </a:ext>
            </a:extLst>
          </p:cNvPr>
          <p:cNvSpPr>
            <a:spLocks xmlns:a="http://schemas.openxmlformats.org/drawingml/2006/main" noGrp="1"/>
          </p:cNvSpPr>
          <p:nvPr/>
        </p:nvSpPr>
        <p:spPr>
          <a:xfrm xmlns:a="http://schemas.openxmlformats.org/drawingml/2006/main">
            <a:off x="304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2" name="capability_v1_s2_o22">
            <a:extLst xmlns:a="http://schemas.openxmlformats.org/drawingml/2006/main">
              <a:ext uri="{FF2B5EF4-FFF2-40B4-BE49-F238E27FC236}">
                <a16:creationId xmlns:a16="http://schemas.microsoft.com/office/drawing/2014/main" id="{61E2059F-1C41-4E5B-AEBB-1FF0B876C739}"/>
              </a:ext>
            </a:extLst>
          </p:cNvPr>
          <p:cNvSpPr>
            <a:spLocks xmlns:a="http://schemas.openxmlformats.org/drawingml/2006/main" noGrp="1"/>
          </p:cNvSpPr>
          <p:nvPr/>
        </p:nvSpPr>
        <p:spPr>
          <a:xfrm xmlns:a="http://schemas.openxmlformats.org/drawingml/2006/main">
            <a:off x="320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3" name="capability_v1_s2_o23">
            <a:extLst xmlns:a="http://schemas.openxmlformats.org/drawingml/2006/main">
              <a:ext uri="{FF2B5EF4-FFF2-40B4-BE49-F238E27FC236}">
                <a16:creationId xmlns:a16="http://schemas.microsoft.com/office/drawing/2014/main" id="{7E8B7C09-3505-47C1-96E8-BF0DD304EF69}"/>
              </a:ext>
            </a:extLst>
          </p:cNvPr>
          <p:cNvSpPr>
            <a:spLocks xmlns:a="http://schemas.openxmlformats.org/drawingml/2006/main" noGrp="1"/>
          </p:cNvSpPr>
          <p:nvPr/>
        </p:nvSpPr>
        <p:spPr>
          <a:xfrm xmlns:a="http://schemas.openxmlformats.org/drawingml/2006/main">
            <a:off x="335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4" name="capability_v1_s2_o24">
            <a:extLst xmlns:a="http://schemas.openxmlformats.org/drawingml/2006/main">
              <a:ext uri="{FF2B5EF4-FFF2-40B4-BE49-F238E27FC236}">
                <a16:creationId xmlns:a16="http://schemas.microsoft.com/office/drawing/2014/main" id="{C78F2152-2899-4B91-BCE0-D086CCA8D14D}"/>
              </a:ext>
            </a:extLst>
          </p:cNvPr>
          <p:cNvSpPr>
            <a:spLocks xmlns:a="http://schemas.openxmlformats.org/drawingml/2006/main" noGrp="1"/>
          </p:cNvSpPr>
          <p:nvPr/>
        </p:nvSpPr>
        <p:spPr>
          <a:xfrm xmlns:a="http://schemas.openxmlformats.org/drawingml/2006/main">
            <a:off x="350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5" name="capability_v1_s2_o25">
            <a:extLst xmlns:a="http://schemas.openxmlformats.org/drawingml/2006/main">
              <a:ext uri="{FF2B5EF4-FFF2-40B4-BE49-F238E27FC236}">
                <a16:creationId xmlns:a16="http://schemas.microsoft.com/office/drawing/2014/main" id="{B69EB52E-1704-430A-96C0-035E07F51062}"/>
              </a:ext>
            </a:extLst>
          </p:cNvPr>
          <p:cNvSpPr>
            <a:spLocks xmlns:a="http://schemas.openxmlformats.org/drawingml/2006/main" noGrp="1"/>
          </p:cNvSpPr>
          <p:nvPr/>
        </p:nvSpPr>
        <p:spPr>
          <a:xfrm xmlns:a="http://schemas.openxmlformats.org/drawingml/2006/main">
            <a:off x="365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6" name="capability_v1_s2_o26">
            <a:extLst xmlns:a="http://schemas.openxmlformats.org/drawingml/2006/main">
              <a:ext uri="{FF2B5EF4-FFF2-40B4-BE49-F238E27FC236}">
                <a16:creationId xmlns:a16="http://schemas.microsoft.com/office/drawing/2014/main" id="{7EB8EF73-3DF0-4971-AB4C-A5F01BBE765E}"/>
              </a:ext>
            </a:extLst>
          </p:cNvPr>
          <p:cNvSpPr>
            <a:spLocks xmlns:a="http://schemas.openxmlformats.org/drawingml/2006/main" noGrp="1"/>
          </p:cNvSpPr>
          <p:nvPr/>
        </p:nvSpPr>
        <p:spPr>
          <a:xfrm xmlns:a="http://schemas.openxmlformats.org/drawingml/2006/main">
            <a:off x="381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7" name="capability_v1_s2_o27">
            <a:extLst xmlns:a="http://schemas.openxmlformats.org/drawingml/2006/main">
              <a:ext uri="{FF2B5EF4-FFF2-40B4-BE49-F238E27FC236}">
                <a16:creationId xmlns:a16="http://schemas.microsoft.com/office/drawing/2014/main" id="{630A13E6-BF91-4EEB-9391-1663E44669F0}"/>
              </a:ext>
            </a:extLst>
          </p:cNvPr>
          <p:cNvSpPr>
            <a:spLocks xmlns:a="http://schemas.openxmlformats.org/drawingml/2006/main" noGrp="1"/>
          </p:cNvSpPr>
          <p:nvPr/>
        </p:nvSpPr>
        <p:spPr>
          <a:xfrm xmlns:a="http://schemas.openxmlformats.org/drawingml/2006/main">
            <a:off x="396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8" name="capability_v1_s2_o28">
            <a:extLst xmlns:a="http://schemas.openxmlformats.org/drawingml/2006/main">
              <a:ext uri="{FF2B5EF4-FFF2-40B4-BE49-F238E27FC236}">
                <a16:creationId xmlns:a16="http://schemas.microsoft.com/office/drawing/2014/main" id="{2BB4E619-FF1E-41BA-AE92-4A23C876E32F}"/>
              </a:ext>
            </a:extLst>
          </p:cNvPr>
          <p:cNvSpPr>
            <a:spLocks xmlns:a="http://schemas.openxmlformats.org/drawingml/2006/main" noGrp="1"/>
          </p:cNvSpPr>
          <p:nvPr/>
        </p:nvSpPr>
        <p:spPr>
          <a:xfrm xmlns:a="http://schemas.openxmlformats.org/drawingml/2006/main">
            <a:off x="411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9" name="capability_v1_s2_o29">
            <a:extLst xmlns:a="http://schemas.openxmlformats.org/drawingml/2006/main">
              <a:ext uri="{FF2B5EF4-FFF2-40B4-BE49-F238E27FC236}">
                <a16:creationId xmlns:a16="http://schemas.microsoft.com/office/drawing/2014/main" id="{21B89067-6D93-48BC-B503-066FBB83B447}"/>
              </a:ext>
            </a:extLst>
          </p:cNvPr>
          <p:cNvSpPr>
            <a:spLocks xmlns:a="http://schemas.openxmlformats.org/drawingml/2006/main" noGrp="1"/>
          </p:cNvSpPr>
          <p:nvPr/>
        </p:nvSpPr>
        <p:spPr>
          <a:xfrm xmlns:a="http://schemas.openxmlformats.org/drawingml/2006/main">
            <a:off x="426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0" name="capability_v1_s2_o30">
            <a:extLst xmlns:a="http://schemas.openxmlformats.org/drawingml/2006/main">
              <a:ext uri="{FF2B5EF4-FFF2-40B4-BE49-F238E27FC236}">
                <a16:creationId xmlns:a16="http://schemas.microsoft.com/office/drawing/2014/main" id="{66263F78-C355-4DA1-B8BD-728719815472}"/>
              </a:ext>
            </a:extLst>
          </p:cNvPr>
          <p:cNvSpPr>
            <a:spLocks xmlns:a="http://schemas.openxmlformats.org/drawingml/2006/main" noGrp="1"/>
          </p:cNvSpPr>
          <p:nvPr/>
        </p:nvSpPr>
        <p:spPr>
          <a:xfrm xmlns:a="http://schemas.openxmlformats.org/drawingml/2006/main">
            <a:off x="441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1" name="capability_v1_s2_o31">
            <a:extLst xmlns:a="http://schemas.openxmlformats.org/drawingml/2006/main">
              <a:ext uri="{FF2B5EF4-FFF2-40B4-BE49-F238E27FC236}">
                <a16:creationId xmlns:a16="http://schemas.microsoft.com/office/drawing/2014/main" id="{AEF6AC82-581C-4DDB-A716-5B80E64B5FE2}"/>
              </a:ext>
            </a:extLst>
          </p:cNvPr>
          <p:cNvSpPr>
            <a:spLocks xmlns:a="http://schemas.openxmlformats.org/drawingml/2006/main" noGrp="1"/>
          </p:cNvSpPr>
          <p:nvPr/>
        </p:nvSpPr>
        <p:spPr>
          <a:xfrm xmlns:a="http://schemas.openxmlformats.org/drawingml/2006/main">
            <a:off x="457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2" name="capability_v1_s2_o32">
            <a:extLst xmlns:a="http://schemas.openxmlformats.org/drawingml/2006/main">
              <a:ext uri="{FF2B5EF4-FFF2-40B4-BE49-F238E27FC236}">
                <a16:creationId xmlns:a16="http://schemas.microsoft.com/office/drawing/2014/main" id="{6B9760C1-B774-45C7-AABC-78FB11A27D04}"/>
              </a:ext>
            </a:extLst>
          </p:cNvPr>
          <p:cNvSpPr>
            <a:spLocks xmlns:a="http://schemas.openxmlformats.org/drawingml/2006/main" noGrp="1"/>
          </p:cNvSpPr>
          <p:nvPr/>
        </p:nvSpPr>
        <p:spPr>
          <a:xfrm xmlns:a="http://schemas.openxmlformats.org/drawingml/2006/main">
            <a:off x="472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3" name="capability_v1_s2_o33">
            <a:extLst xmlns:a="http://schemas.openxmlformats.org/drawingml/2006/main">
              <a:ext uri="{FF2B5EF4-FFF2-40B4-BE49-F238E27FC236}">
                <a16:creationId xmlns:a16="http://schemas.microsoft.com/office/drawing/2014/main" id="{05EAA4D8-686D-40FF-B2B7-C1958D524997}"/>
              </a:ext>
            </a:extLst>
          </p:cNvPr>
          <p:cNvSpPr>
            <a:spLocks xmlns:a="http://schemas.openxmlformats.org/drawingml/2006/main" noGrp="1"/>
          </p:cNvSpPr>
          <p:nvPr/>
        </p:nvSpPr>
        <p:spPr>
          <a:xfrm xmlns:a="http://schemas.openxmlformats.org/drawingml/2006/main">
            <a:off x="487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4" name="capability_v1_s2_o34">
            <a:extLst xmlns:a="http://schemas.openxmlformats.org/drawingml/2006/main">
              <a:ext uri="{FF2B5EF4-FFF2-40B4-BE49-F238E27FC236}">
                <a16:creationId xmlns:a16="http://schemas.microsoft.com/office/drawing/2014/main" id="{E922C300-6B4F-4008-8D7D-B72B04579202}"/>
              </a:ext>
            </a:extLst>
          </p:cNvPr>
          <p:cNvSpPr>
            <a:spLocks xmlns:a="http://schemas.openxmlformats.org/drawingml/2006/main" noGrp="1"/>
          </p:cNvSpPr>
          <p:nvPr/>
        </p:nvSpPr>
        <p:spPr>
          <a:xfrm xmlns:a="http://schemas.openxmlformats.org/drawingml/2006/main">
            <a:off x="502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5" name="capability_v1_s2_o35">
            <a:extLst xmlns:a="http://schemas.openxmlformats.org/drawingml/2006/main">
              <a:ext uri="{FF2B5EF4-FFF2-40B4-BE49-F238E27FC236}">
                <a16:creationId xmlns:a16="http://schemas.microsoft.com/office/drawing/2014/main" id="{DB5A9EFB-F19A-423F-8C5F-34675093A2E9}"/>
              </a:ext>
            </a:extLst>
          </p:cNvPr>
          <p:cNvSpPr>
            <a:spLocks xmlns:a="http://schemas.openxmlformats.org/drawingml/2006/main" noGrp="1"/>
          </p:cNvSpPr>
          <p:nvPr/>
        </p:nvSpPr>
        <p:spPr>
          <a:xfrm xmlns:a="http://schemas.openxmlformats.org/drawingml/2006/main">
            <a:off x="518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6" name="capability_v1_s2_o36">
            <a:extLst xmlns:a="http://schemas.openxmlformats.org/drawingml/2006/main">
              <a:ext uri="{FF2B5EF4-FFF2-40B4-BE49-F238E27FC236}">
                <a16:creationId xmlns:a16="http://schemas.microsoft.com/office/drawing/2014/main" id="{28DD8272-8FB8-4F55-B3EC-7ECF94AEC9A1}"/>
              </a:ext>
            </a:extLst>
          </p:cNvPr>
          <p:cNvSpPr>
            <a:spLocks xmlns:a="http://schemas.openxmlformats.org/drawingml/2006/main" noGrp="1"/>
          </p:cNvSpPr>
          <p:nvPr/>
        </p:nvSpPr>
        <p:spPr>
          <a:xfrm xmlns:a="http://schemas.openxmlformats.org/drawingml/2006/main">
            <a:off x="533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7" name="capability_v1_s2_o37">
            <a:extLst xmlns:a="http://schemas.openxmlformats.org/drawingml/2006/main">
              <a:ext uri="{FF2B5EF4-FFF2-40B4-BE49-F238E27FC236}">
                <a16:creationId xmlns:a16="http://schemas.microsoft.com/office/drawing/2014/main" id="{4EDD4B99-8EBB-4085-856B-8C73974E8F6C}"/>
              </a:ext>
            </a:extLst>
          </p:cNvPr>
          <p:cNvSpPr>
            <a:spLocks xmlns:a="http://schemas.openxmlformats.org/drawingml/2006/main" noGrp="1"/>
          </p:cNvSpPr>
          <p:nvPr/>
        </p:nvSpPr>
        <p:spPr>
          <a:xfrm xmlns:a="http://schemas.openxmlformats.org/drawingml/2006/main">
            <a:off x="548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8" name="capability_v1_s2_o38">
            <a:extLst xmlns:a="http://schemas.openxmlformats.org/drawingml/2006/main">
              <a:ext uri="{FF2B5EF4-FFF2-40B4-BE49-F238E27FC236}">
                <a16:creationId xmlns:a16="http://schemas.microsoft.com/office/drawing/2014/main" id="{6CCE4DCC-4BA4-47A1-A002-446207339045}"/>
              </a:ext>
            </a:extLst>
          </p:cNvPr>
          <p:cNvSpPr>
            <a:spLocks xmlns:a="http://schemas.openxmlformats.org/drawingml/2006/main" noGrp="1"/>
          </p:cNvSpPr>
          <p:nvPr/>
        </p:nvSpPr>
        <p:spPr>
          <a:xfrm xmlns:a="http://schemas.openxmlformats.org/drawingml/2006/main">
            <a:off x="563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9" name="capability_v1_s2_o39">
            <a:extLst xmlns:a="http://schemas.openxmlformats.org/drawingml/2006/main">
              <a:ext uri="{FF2B5EF4-FFF2-40B4-BE49-F238E27FC236}">
                <a16:creationId xmlns:a16="http://schemas.microsoft.com/office/drawing/2014/main" id="{97184C90-8C9C-4807-9A22-B0E0E9241489}"/>
              </a:ext>
            </a:extLst>
          </p:cNvPr>
          <p:cNvSpPr>
            <a:spLocks xmlns:a="http://schemas.openxmlformats.org/drawingml/2006/main" noGrp="1"/>
          </p:cNvSpPr>
          <p:nvPr/>
        </p:nvSpPr>
        <p:spPr>
          <a:xfrm xmlns:a="http://schemas.openxmlformats.org/drawingml/2006/main">
            <a:off x="579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0" name="capability_v1_s2_o40">
            <a:extLst xmlns:a="http://schemas.openxmlformats.org/drawingml/2006/main">
              <a:ext uri="{FF2B5EF4-FFF2-40B4-BE49-F238E27FC236}">
                <a16:creationId xmlns:a16="http://schemas.microsoft.com/office/drawing/2014/main" id="{BC626F25-69D4-4586-A3D0-5AFF4560799C}"/>
              </a:ext>
            </a:extLst>
          </p:cNvPr>
          <p:cNvSpPr>
            <a:spLocks xmlns:a="http://schemas.openxmlformats.org/drawingml/2006/main" noGrp="1"/>
          </p:cNvSpPr>
          <p:nvPr/>
        </p:nvSpPr>
        <p:spPr>
          <a:xfrm xmlns:a="http://schemas.openxmlformats.org/drawingml/2006/main">
            <a:off x="594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1" name="capability_v1_s2_o41">
            <a:extLst xmlns:a="http://schemas.openxmlformats.org/drawingml/2006/main">
              <a:ext uri="{FF2B5EF4-FFF2-40B4-BE49-F238E27FC236}">
                <a16:creationId xmlns:a16="http://schemas.microsoft.com/office/drawing/2014/main" id="{D19849AB-E104-4E6A-96B9-F076D4202A18}"/>
              </a:ext>
            </a:extLst>
          </p:cNvPr>
          <p:cNvSpPr>
            <a:spLocks xmlns:a="http://schemas.openxmlformats.org/drawingml/2006/main" noGrp="1"/>
          </p:cNvSpPr>
          <p:nvPr/>
        </p:nvSpPr>
        <p:spPr>
          <a:xfrm xmlns:a="http://schemas.openxmlformats.org/drawingml/2006/main">
            <a:off x="609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2" name="capability_v1_s2_o42">
            <a:extLst xmlns:a="http://schemas.openxmlformats.org/drawingml/2006/main">
              <a:ext uri="{FF2B5EF4-FFF2-40B4-BE49-F238E27FC236}">
                <a16:creationId xmlns:a16="http://schemas.microsoft.com/office/drawing/2014/main" id="{259BD60E-6FCD-47E9-A5EC-7FF36C2B0903}"/>
              </a:ext>
            </a:extLst>
          </p:cNvPr>
          <p:cNvSpPr>
            <a:spLocks xmlns:a="http://schemas.openxmlformats.org/drawingml/2006/main" noGrp="1"/>
          </p:cNvSpPr>
          <p:nvPr/>
        </p:nvSpPr>
        <p:spPr>
          <a:xfrm xmlns:a="http://schemas.openxmlformats.org/drawingml/2006/main">
            <a:off x="624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3" name="capability_v1_s2_o43">
            <a:extLst xmlns:a="http://schemas.openxmlformats.org/drawingml/2006/main">
              <a:ext uri="{FF2B5EF4-FFF2-40B4-BE49-F238E27FC236}">
                <a16:creationId xmlns:a16="http://schemas.microsoft.com/office/drawing/2014/main" id="{74204E89-FE27-406E-A2C6-4A0609FE1F82}"/>
              </a:ext>
            </a:extLst>
          </p:cNvPr>
          <p:cNvSpPr>
            <a:spLocks xmlns:a="http://schemas.openxmlformats.org/drawingml/2006/main" noGrp="1"/>
          </p:cNvSpPr>
          <p:nvPr/>
        </p:nvSpPr>
        <p:spPr>
          <a:xfrm xmlns:a="http://schemas.openxmlformats.org/drawingml/2006/main">
            <a:off x="640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4" name="capability_v1_s2_o44">
            <a:extLst xmlns:a="http://schemas.openxmlformats.org/drawingml/2006/main">
              <a:ext uri="{FF2B5EF4-FFF2-40B4-BE49-F238E27FC236}">
                <a16:creationId xmlns:a16="http://schemas.microsoft.com/office/drawing/2014/main" id="{F1B85F82-AD37-4379-A500-04D24F8E0B0E}"/>
              </a:ext>
            </a:extLst>
          </p:cNvPr>
          <p:cNvSpPr>
            <a:spLocks xmlns:a="http://schemas.openxmlformats.org/drawingml/2006/main" noGrp="1"/>
          </p:cNvSpPr>
          <p:nvPr/>
        </p:nvSpPr>
        <p:spPr>
          <a:xfrm xmlns:a="http://schemas.openxmlformats.org/drawingml/2006/main">
            <a:off x="655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5" name="capability_v1_s2_o45">
            <a:extLst xmlns:a="http://schemas.openxmlformats.org/drawingml/2006/main">
              <a:ext uri="{FF2B5EF4-FFF2-40B4-BE49-F238E27FC236}">
                <a16:creationId xmlns:a16="http://schemas.microsoft.com/office/drawing/2014/main" id="{95ECD6B2-1A25-487E-9C7E-A0FF300D2219}"/>
              </a:ext>
            </a:extLst>
          </p:cNvPr>
          <p:cNvSpPr>
            <a:spLocks xmlns:a="http://schemas.openxmlformats.org/drawingml/2006/main" noGrp="1"/>
          </p:cNvSpPr>
          <p:nvPr/>
        </p:nvSpPr>
        <p:spPr>
          <a:xfrm xmlns:a="http://schemas.openxmlformats.org/drawingml/2006/main">
            <a:off x="670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6" name="capability_v1_s2_o46">
            <a:extLst xmlns:a="http://schemas.openxmlformats.org/drawingml/2006/main">
              <a:ext uri="{FF2B5EF4-FFF2-40B4-BE49-F238E27FC236}">
                <a16:creationId xmlns:a16="http://schemas.microsoft.com/office/drawing/2014/main" id="{9807B756-9C83-4C83-A999-62EBD34E90E1}"/>
              </a:ext>
            </a:extLst>
          </p:cNvPr>
          <p:cNvSpPr>
            <a:spLocks xmlns:a="http://schemas.openxmlformats.org/drawingml/2006/main" noGrp="1"/>
          </p:cNvSpPr>
          <p:nvPr/>
        </p:nvSpPr>
        <p:spPr>
          <a:xfrm xmlns:a="http://schemas.openxmlformats.org/drawingml/2006/main">
            <a:off x="685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7" name="capability_v1_s2_o47">
            <a:extLst xmlns:a="http://schemas.openxmlformats.org/drawingml/2006/main">
              <a:ext uri="{FF2B5EF4-FFF2-40B4-BE49-F238E27FC236}">
                <a16:creationId xmlns:a16="http://schemas.microsoft.com/office/drawing/2014/main" id="{A78A6B2E-4451-4AD8-B526-26119BA5EBD7}"/>
              </a:ext>
            </a:extLst>
          </p:cNvPr>
          <p:cNvSpPr>
            <a:spLocks xmlns:a="http://schemas.openxmlformats.org/drawingml/2006/main" noGrp="1"/>
          </p:cNvSpPr>
          <p:nvPr/>
        </p:nvSpPr>
        <p:spPr>
          <a:xfrm xmlns:a="http://schemas.openxmlformats.org/drawingml/2006/main">
            <a:off x="701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8" name="capability_v1_s2_o48">
            <a:extLst xmlns:a="http://schemas.openxmlformats.org/drawingml/2006/main">
              <a:ext uri="{FF2B5EF4-FFF2-40B4-BE49-F238E27FC236}">
                <a16:creationId xmlns:a16="http://schemas.microsoft.com/office/drawing/2014/main" id="{08981107-49F4-4B46-BAA7-A9FA35C08ED9}"/>
              </a:ext>
            </a:extLst>
          </p:cNvPr>
          <p:cNvSpPr>
            <a:spLocks xmlns:a="http://schemas.openxmlformats.org/drawingml/2006/main" noGrp="1"/>
          </p:cNvSpPr>
          <p:nvPr/>
        </p:nvSpPr>
        <p:spPr>
          <a:xfrm xmlns:a="http://schemas.openxmlformats.org/drawingml/2006/main">
            <a:off x="716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9" name="capability_v1_s2_o49">
            <a:extLst xmlns:a="http://schemas.openxmlformats.org/drawingml/2006/main">
              <a:ext uri="{FF2B5EF4-FFF2-40B4-BE49-F238E27FC236}">
                <a16:creationId xmlns:a16="http://schemas.microsoft.com/office/drawing/2014/main" id="{DB3A1986-47D8-482D-A8BC-04EA5E701E98}"/>
              </a:ext>
            </a:extLst>
          </p:cNvPr>
          <p:cNvSpPr>
            <a:spLocks xmlns:a="http://schemas.openxmlformats.org/drawingml/2006/main" noGrp="1"/>
          </p:cNvSpPr>
          <p:nvPr/>
        </p:nvSpPr>
        <p:spPr>
          <a:xfrm xmlns:a="http://schemas.openxmlformats.org/drawingml/2006/main">
            <a:off x="731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0" name="capability_v1_s2_o50">
            <a:extLst xmlns:a="http://schemas.openxmlformats.org/drawingml/2006/main">
              <a:ext uri="{FF2B5EF4-FFF2-40B4-BE49-F238E27FC236}">
                <a16:creationId xmlns:a16="http://schemas.microsoft.com/office/drawing/2014/main" id="{45FA3F8C-A81E-436F-9FD6-F962C17C2650}"/>
              </a:ext>
            </a:extLst>
          </p:cNvPr>
          <p:cNvSpPr>
            <a:spLocks xmlns:a="http://schemas.openxmlformats.org/drawingml/2006/main" noGrp="1"/>
          </p:cNvSpPr>
          <p:nvPr/>
        </p:nvSpPr>
        <p:spPr>
          <a:xfrm xmlns:a="http://schemas.openxmlformats.org/drawingml/2006/main">
            <a:off x="746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1" name="capability_v1_s2_o51">
            <a:extLst xmlns:a="http://schemas.openxmlformats.org/drawingml/2006/main">
              <a:ext uri="{FF2B5EF4-FFF2-40B4-BE49-F238E27FC236}">
                <a16:creationId xmlns:a16="http://schemas.microsoft.com/office/drawing/2014/main" id="{E5EA539B-8064-45B1-A970-9EDB16113A30}"/>
              </a:ext>
            </a:extLst>
          </p:cNvPr>
          <p:cNvSpPr>
            <a:spLocks xmlns:a="http://schemas.openxmlformats.org/drawingml/2006/main" noGrp="1"/>
          </p:cNvSpPr>
          <p:nvPr/>
        </p:nvSpPr>
        <p:spPr>
          <a:xfrm xmlns:a="http://schemas.openxmlformats.org/drawingml/2006/main">
            <a:off x="762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2" name="capability_v1_s2_o52">
            <a:extLst xmlns:a="http://schemas.openxmlformats.org/drawingml/2006/main">
              <a:ext uri="{FF2B5EF4-FFF2-40B4-BE49-F238E27FC236}">
                <a16:creationId xmlns:a16="http://schemas.microsoft.com/office/drawing/2014/main" id="{E93EC326-873B-4982-9EFD-8065D5A8387A}"/>
              </a:ext>
            </a:extLst>
          </p:cNvPr>
          <p:cNvSpPr>
            <a:spLocks xmlns:a="http://schemas.openxmlformats.org/drawingml/2006/main" noGrp="1"/>
          </p:cNvSpPr>
          <p:nvPr/>
        </p:nvSpPr>
        <p:spPr>
          <a:xfrm xmlns:a="http://schemas.openxmlformats.org/drawingml/2006/main">
            <a:off x="777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3" name="capability_v1_s2_o53">
            <a:extLst xmlns:a="http://schemas.openxmlformats.org/drawingml/2006/main">
              <a:ext uri="{FF2B5EF4-FFF2-40B4-BE49-F238E27FC236}">
                <a16:creationId xmlns:a16="http://schemas.microsoft.com/office/drawing/2014/main" id="{71B87AB1-742A-4686-895B-0737CAC39CB1}"/>
              </a:ext>
            </a:extLst>
          </p:cNvPr>
          <p:cNvSpPr>
            <a:spLocks xmlns:a="http://schemas.openxmlformats.org/drawingml/2006/main" noGrp="1"/>
          </p:cNvSpPr>
          <p:nvPr/>
        </p:nvSpPr>
        <p:spPr>
          <a:xfrm xmlns:a="http://schemas.openxmlformats.org/drawingml/2006/main">
            <a:off x="792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4" name="capability_v1_s2_o54">
            <a:extLst xmlns:a="http://schemas.openxmlformats.org/drawingml/2006/main">
              <a:ext uri="{FF2B5EF4-FFF2-40B4-BE49-F238E27FC236}">
                <a16:creationId xmlns:a16="http://schemas.microsoft.com/office/drawing/2014/main" id="{2488F3FD-A51D-484E-9D86-1C3877CF1DAE}"/>
              </a:ext>
            </a:extLst>
          </p:cNvPr>
          <p:cNvSpPr>
            <a:spLocks xmlns:a="http://schemas.openxmlformats.org/drawingml/2006/main" noGrp="1"/>
          </p:cNvSpPr>
          <p:nvPr/>
        </p:nvSpPr>
        <p:spPr>
          <a:xfrm xmlns:a="http://schemas.openxmlformats.org/drawingml/2006/main">
            <a:off x="807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5" name="capability_v1_s2_o55">
            <a:extLst xmlns:a="http://schemas.openxmlformats.org/drawingml/2006/main">
              <a:ext uri="{FF2B5EF4-FFF2-40B4-BE49-F238E27FC236}">
                <a16:creationId xmlns:a16="http://schemas.microsoft.com/office/drawing/2014/main" id="{95A77D54-CEE1-4AB5-9AB8-0C09B9C0B847}"/>
              </a:ext>
            </a:extLst>
          </p:cNvPr>
          <p:cNvSpPr>
            <a:spLocks xmlns:a="http://schemas.openxmlformats.org/drawingml/2006/main" noGrp="1"/>
          </p:cNvSpPr>
          <p:nvPr/>
        </p:nvSpPr>
        <p:spPr>
          <a:xfrm xmlns:a="http://schemas.openxmlformats.org/drawingml/2006/main">
            <a:off x="822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6" name="capability_v1_s2_o56">
            <a:extLst xmlns:a="http://schemas.openxmlformats.org/drawingml/2006/main">
              <a:ext uri="{FF2B5EF4-FFF2-40B4-BE49-F238E27FC236}">
                <a16:creationId xmlns:a16="http://schemas.microsoft.com/office/drawing/2014/main" id="{2A3DCE9B-71A5-42E1-A828-73FA2D4BA9A5}"/>
              </a:ext>
            </a:extLst>
          </p:cNvPr>
          <p:cNvSpPr>
            <a:spLocks xmlns:a="http://schemas.openxmlformats.org/drawingml/2006/main" noGrp="1"/>
          </p:cNvSpPr>
          <p:nvPr/>
        </p:nvSpPr>
        <p:spPr>
          <a:xfrm xmlns:a="http://schemas.openxmlformats.org/drawingml/2006/main">
            <a:off x="838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7" name="capability_v1_s2_o57">
            <a:extLst xmlns:a="http://schemas.openxmlformats.org/drawingml/2006/main">
              <a:ext uri="{FF2B5EF4-FFF2-40B4-BE49-F238E27FC236}">
                <a16:creationId xmlns:a16="http://schemas.microsoft.com/office/drawing/2014/main" id="{5E31E883-684E-46DC-8AC4-1403BEA2649F}"/>
              </a:ext>
            </a:extLst>
          </p:cNvPr>
          <p:cNvSpPr>
            <a:spLocks xmlns:a="http://schemas.openxmlformats.org/drawingml/2006/main" noGrp="1"/>
          </p:cNvSpPr>
          <p:nvPr/>
        </p:nvSpPr>
        <p:spPr>
          <a:xfrm xmlns:a="http://schemas.openxmlformats.org/drawingml/2006/main">
            <a:off x="853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8" name="capability_v1_s2_o58">
            <a:extLst xmlns:a="http://schemas.openxmlformats.org/drawingml/2006/main">
              <a:ext uri="{FF2B5EF4-FFF2-40B4-BE49-F238E27FC236}">
                <a16:creationId xmlns:a16="http://schemas.microsoft.com/office/drawing/2014/main" id="{444FDE5D-0911-4AD2-B4F7-9B1EF00609AA}"/>
              </a:ext>
            </a:extLst>
          </p:cNvPr>
          <p:cNvSpPr>
            <a:spLocks xmlns:a="http://schemas.openxmlformats.org/drawingml/2006/main" noGrp="1"/>
          </p:cNvSpPr>
          <p:nvPr/>
        </p:nvSpPr>
        <p:spPr>
          <a:xfrm xmlns:a="http://schemas.openxmlformats.org/drawingml/2006/main">
            <a:off x="868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9" name="capability_v1_s2_o59">
            <a:extLst xmlns:a="http://schemas.openxmlformats.org/drawingml/2006/main">
              <a:ext uri="{FF2B5EF4-FFF2-40B4-BE49-F238E27FC236}">
                <a16:creationId xmlns:a16="http://schemas.microsoft.com/office/drawing/2014/main" id="{DC5B3036-2C2A-4D27-B1E4-F75E578D82F2}"/>
              </a:ext>
            </a:extLst>
          </p:cNvPr>
          <p:cNvSpPr>
            <a:spLocks xmlns:a="http://schemas.openxmlformats.org/drawingml/2006/main" noGrp="1"/>
          </p:cNvSpPr>
          <p:nvPr/>
        </p:nvSpPr>
        <p:spPr>
          <a:xfrm xmlns:a="http://schemas.openxmlformats.org/drawingml/2006/main">
            <a:off x="883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0" name="capability_v1_s2_o60">
            <a:extLst xmlns:a="http://schemas.openxmlformats.org/drawingml/2006/main">
              <a:ext uri="{FF2B5EF4-FFF2-40B4-BE49-F238E27FC236}">
                <a16:creationId xmlns:a16="http://schemas.microsoft.com/office/drawing/2014/main" id="{09CA5B5E-7BC0-4902-949A-414919F15C83}"/>
              </a:ext>
            </a:extLst>
          </p:cNvPr>
          <p:cNvSpPr>
            <a:spLocks xmlns:a="http://schemas.openxmlformats.org/drawingml/2006/main" noGrp="1"/>
          </p:cNvSpPr>
          <p:nvPr/>
        </p:nvSpPr>
        <p:spPr>
          <a:xfrm xmlns:a="http://schemas.openxmlformats.org/drawingml/2006/main">
            <a:off x="899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1" name="capability_v1_s2_o61">
            <a:extLst xmlns:a="http://schemas.openxmlformats.org/drawingml/2006/main">
              <a:ext uri="{FF2B5EF4-FFF2-40B4-BE49-F238E27FC236}">
                <a16:creationId xmlns:a16="http://schemas.microsoft.com/office/drawing/2014/main" id="{C60E44B4-A7D2-45B7-A46D-615A8F16F30B}"/>
              </a:ext>
            </a:extLst>
          </p:cNvPr>
          <p:cNvSpPr>
            <a:spLocks xmlns:a="http://schemas.openxmlformats.org/drawingml/2006/main" noGrp="1"/>
          </p:cNvSpPr>
          <p:nvPr/>
        </p:nvSpPr>
        <p:spPr>
          <a:xfrm xmlns:a="http://schemas.openxmlformats.org/drawingml/2006/main">
            <a:off x="914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2" name="capability_v1_s2_o62">
            <a:extLst xmlns:a="http://schemas.openxmlformats.org/drawingml/2006/main">
              <a:ext uri="{FF2B5EF4-FFF2-40B4-BE49-F238E27FC236}">
                <a16:creationId xmlns:a16="http://schemas.microsoft.com/office/drawing/2014/main" id="{6419133A-932D-4510-8549-8FF7AF272F6C}"/>
              </a:ext>
            </a:extLst>
          </p:cNvPr>
          <p:cNvSpPr>
            <a:spLocks xmlns:a="http://schemas.openxmlformats.org/drawingml/2006/main" noGrp="1"/>
          </p:cNvSpPr>
          <p:nvPr/>
        </p:nvSpPr>
        <p:spPr>
          <a:xfrm xmlns:a="http://schemas.openxmlformats.org/drawingml/2006/main">
            <a:off x="929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3" name="capability_v1_s2_o63">
            <a:extLst xmlns:a="http://schemas.openxmlformats.org/drawingml/2006/main">
              <a:ext uri="{FF2B5EF4-FFF2-40B4-BE49-F238E27FC236}">
                <a16:creationId xmlns:a16="http://schemas.microsoft.com/office/drawing/2014/main" id="{C7B70522-FBD2-4C01-AEA6-3A0CD2D00FE6}"/>
              </a:ext>
            </a:extLst>
          </p:cNvPr>
          <p:cNvSpPr>
            <a:spLocks xmlns:a="http://schemas.openxmlformats.org/drawingml/2006/main" noGrp="1"/>
          </p:cNvSpPr>
          <p:nvPr/>
        </p:nvSpPr>
        <p:spPr>
          <a:xfrm xmlns:a="http://schemas.openxmlformats.org/drawingml/2006/main">
            <a:off x="944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4" name="capability_v1_s2_o64">
            <a:extLst xmlns:a="http://schemas.openxmlformats.org/drawingml/2006/main">
              <a:ext uri="{FF2B5EF4-FFF2-40B4-BE49-F238E27FC236}">
                <a16:creationId xmlns:a16="http://schemas.microsoft.com/office/drawing/2014/main" id="{3B5E36EF-DBAB-49D9-8E48-34B7287CECD7}"/>
              </a:ext>
            </a:extLst>
          </p:cNvPr>
          <p:cNvSpPr>
            <a:spLocks xmlns:a="http://schemas.openxmlformats.org/drawingml/2006/main" noGrp="1"/>
          </p:cNvSpPr>
          <p:nvPr/>
        </p:nvSpPr>
        <p:spPr>
          <a:xfrm xmlns:a="http://schemas.openxmlformats.org/drawingml/2006/main">
            <a:off x="960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5" name="capability_v1_s2_o65">
            <a:extLst xmlns:a="http://schemas.openxmlformats.org/drawingml/2006/main">
              <a:ext uri="{FF2B5EF4-FFF2-40B4-BE49-F238E27FC236}">
                <a16:creationId xmlns:a16="http://schemas.microsoft.com/office/drawing/2014/main" id="{F07CAA24-4081-43BA-A07F-C338EA6E62D0}"/>
              </a:ext>
            </a:extLst>
          </p:cNvPr>
          <p:cNvSpPr>
            <a:spLocks xmlns:a="http://schemas.openxmlformats.org/drawingml/2006/main" noGrp="1"/>
          </p:cNvSpPr>
          <p:nvPr/>
        </p:nvSpPr>
        <p:spPr>
          <a:xfrm xmlns:a="http://schemas.openxmlformats.org/drawingml/2006/main">
            <a:off x="975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6" name="capability_v1_s2_o66">
            <a:extLst xmlns:a="http://schemas.openxmlformats.org/drawingml/2006/main">
              <a:ext uri="{FF2B5EF4-FFF2-40B4-BE49-F238E27FC236}">
                <a16:creationId xmlns:a16="http://schemas.microsoft.com/office/drawing/2014/main" id="{F9F5D28B-BAA8-4239-A08B-2860B6861851}"/>
              </a:ext>
            </a:extLst>
          </p:cNvPr>
          <p:cNvSpPr>
            <a:spLocks xmlns:a="http://schemas.openxmlformats.org/drawingml/2006/main" noGrp="1"/>
          </p:cNvSpPr>
          <p:nvPr/>
        </p:nvSpPr>
        <p:spPr>
          <a:xfrm xmlns:a="http://schemas.openxmlformats.org/drawingml/2006/main">
            <a:off x="990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7" name="capability_v1_s2_o67">
            <a:extLst xmlns:a="http://schemas.openxmlformats.org/drawingml/2006/main">
              <a:ext uri="{FF2B5EF4-FFF2-40B4-BE49-F238E27FC236}">
                <a16:creationId xmlns:a16="http://schemas.microsoft.com/office/drawing/2014/main" id="{405323E9-57A5-41A0-92C3-F7C247C8A898}"/>
              </a:ext>
            </a:extLst>
          </p:cNvPr>
          <p:cNvSpPr>
            <a:spLocks xmlns:a="http://schemas.openxmlformats.org/drawingml/2006/main" noGrp="1"/>
          </p:cNvSpPr>
          <p:nvPr/>
        </p:nvSpPr>
        <p:spPr>
          <a:xfrm xmlns:a="http://schemas.openxmlformats.org/drawingml/2006/main">
            <a:off x="1005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8" name="capability_v1_s2_o68">
            <a:extLst xmlns:a="http://schemas.openxmlformats.org/drawingml/2006/main">
              <a:ext uri="{FF2B5EF4-FFF2-40B4-BE49-F238E27FC236}">
                <a16:creationId xmlns:a16="http://schemas.microsoft.com/office/drawing/2014/main" id="{533DA5C5-A3CD-4310-9F1D-64606D732EF3}"/>
              </a:ext>
            </a:extLst>
          </p:cNvPr>
          <p:cNvSpPr>
            <a:spLocks xmlns:a="http://schemas.openxmlformats.org/drawingml/2006/main" noGrp="1"/>
          </p:cNvSpPr>
          <p:nvPr/>
        </p:nvSpPr>
        <p:spPr>
          <a:xfrm xmlns:a="http://schemas.openxmlformats.org/drawingml/2006/main">
            <a:off x="1021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9" name="capability_v1_s2_o69">
            <a:extLst xmlns:a="http://schemas.openxmlformats.org/drawingml/2006/main">
              <a:ext uri="{FF2B5EF4-FFF2-40B4-BE49-F238E27FC236}">
                <a16:creationId xmlns:a16="http://schemas.microsoft.com/office/drawing/2014/main" id="{51B99F93-D4B1-4C41-942F-38A58B99F864}"/>
              </a:ext>
            </a:extLst>
          </p:cNvPr>
          <p:cNvSpPr>
            <a:spLocks xmlns:a="http://schemas.openxmlformats.org/drawingml/2006/main" noGrp="1"/>
          </p:cNvSpPr>
          <p:nvPr/>
        </p:nvSpPr>
        <p:spPr>
          <a:xfrm xmlns:a="http://schemas.openxmlformats.org/drawingml/2006/main">
            <a:off x="1036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0" name="capability_v1_s2_o70">
            <a:extLst xmlns:a="http://schemas.openxmlformats.org/drawingml/2006/main">
              <a:ext uri="{FF2B5EF4-FFF2-40B4-BE49-F238E27FC236}">
                <a16:creationId xmlns:a16="http://schemas.microsoft.com/office/drawing/2014/main" id="{FAE28C5B-8A80-40A6-94A7-BA3E7EAE4BB4}"/>
              </a:ext>
            </a:extLst>
          </p:cNvPr>
          <p:cNvSpPr>
            <a:spLocks xmlns:a="http://schemas.openxmlformats.org/drawingml/2006/main" noGrp="1"/>
          </p:cNvSpPr>
          <p:nvPr/>
        </p:nvSpPr>
        <p:spPr>
          <a:xfrm xmlns:a="http://schemas.openxmlformats.org/drawingml/2006/main">
            <a:off x="1051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1" name="capability_v1_s2_o71">
            <a:extLst xmlns:a="http://schemas.openxmlformats.org/drawingml/2006/main">
              <a:ext uri="{FF2B5EF4-FFF2-40B4-BE49-F238E27FC236}">
                <a16:creationId xmlns:a16="http://schemas.microsoft.com/office/drawing/2014/main" id="{5A77A69A-4129-4952-917B-13DF536300AB}"/>
              </a:ext>
            </a:extLst>
          </p:cNvPr>
          <p:cNvSpPr>
            <a:spLocks xmlns:a="http://schemas.openxmlformats.org/drawingml/2006/main" noGrp="1"/>
          </p:cNvSpPr>
          <p:nvPr/>
        </p:nvSpPr>
        <p:spPr>
          <a:xfrm xmlns:a="http://schemas.openxmlformats.org/drawingml/2006/main">
            <a:off x="1066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2" name="capability_v1_s2_o72">
            <a:extLst xmlns:a="http://schemas.openxmlformats.org/drawingml/2006/main">
              <a:ext uri="{FF2B5EF4-FFF2-40B4-BE49-F238E27FC236}">
                <a16:creationId xmlns:a16="http://schemas.microsoft.com/office/drawing/2014/main" id="{0B227A85-4FB4-4DA8-89CE-578FD3FD78D3}"/>
              </a:ext>
            </a:extLst>
          </p:cNvPr>
          <p:cNvSpPr>
            <a:spLocks xmlns:a="http://schemas.openxmlformats.org/drawingml/2006/main" noGrp="1"/>
          </p:cNvSpPr>
          <p:nvPr/>
        </p:nvSpPr>
        <p:spPr>
          <a:xfrm xmlns:a="http://schemas.openxmlformats.org/drawingml/2006/main">
            <a:off x="1082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3" name="capability_v1_s2_o73">
            <a:extLst xmlns:a="http://schemas.openxmlformats.org/drawingml/2006/main">
              <a:ext uri="{FF2B5EF4-FFF2-40B4-BE49-F238E27FC236}">
                <a16:creationId xmlns:a16="http://schemas.microsoft.com/office/drawing/2014/main" id="{EA58E3FA-DE61-484C-A2D7-927F0A80B2F5}"/>
              </a:ext>
            </a:extLst>
          </p:cNvPr>
          <p:cNvSpPr>
            <a:spLocks xmlns:a="http://schemas.openxmlformats.org/drawingml/2006/main" noGrp="1"/>
          </p:cNvSpPr>
          <p:nvPr/>
        </p:nvSpPr>
        <p:spPr>
          <a:xfrm xmlns:a="http://schemas.openxmlformats.org/drawingml/2006/main">
            <a:off x="1097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4" name="capability_v1_s2_o74">
            <a:extLst xmlns:a="http://schemas.openxmlformats.org/drawingml/2006/main">
              <a:ext uri="{FF2B5EF4-FFF2-40B4-BE49-F238E27FC236}">
                <a16:creationId xmlns:a16="http://schemas.microsoft.com/office/drawing/2014/main" id="{FBC69879-A396-4625-B242-FCFB938D50C1}"/>
              </a:ext>
            </a:extLst>
          </p:cNvPr>
          <p:cNvSpPr>
            <a:spLocks xmlns:a="http://schemas.openxmlformats.org/drawingml/2006/main" noGrp="1"/>
          </p:cNvSpPr>
          <p:nvPr/>
        </p:nvSpPr>
        <p:spPr>
          <a:xfrm xmlns:a="http://schemas.openxmlformats.org/drawingml/2006/main">
            <a:off x="1112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5" name="capability_v1_s2_o75">
            <a:extLst xmlns:a="http://schemas.openxmlformats.org/drawingml/2006/main">
              <a:ext uri="{FF2B5EF4-FFF2-40B4-BE49-F238E27FC236}">
                <a16:creationId xmlns:a16="http://schemas.microsoft.com/office/drawing/2014/main" id="{691E329A-0680-498F-A005-EAA589A747A2}"/>
              </a:ext>
            </a:extLst>
          </p:cNvPr>
          <p:cNvSpPr>
            <a:spLocks xmlns:a="http://schemas.openxmlformats.org/drawingml/2006/main" noGrp="1"/>
          </p:cNvSpPr>
          <p:nvPr/>
        </p:nvSpPr>
        <p:spPr>
          <a:xfrm xmlns:a="http://schemas.openxmlformats.org/drawingml/2006/main">
            <a:off x="1127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6" name="capability_v1_s2_o76">
            <a:extLst xmlns:a="http://schemas.openxmlformats.org/drawingml/2006/main">
              <a:ext uri="{FF2B5EF4-FFF2-40B4-BE49-F238E27FC236}">
                <a16:creationId xmlns:a16="http://schemas.microsoft.com/office/drawing/2014/main" id="{D4642B57-C4D4-4ED7-834E-4A4802DCE5EF}"/>
              </a:ext>
            </a:extLst>
          </p:cNvPr>
          <p:cNvSpPr>
            <a:spLocks xmlns:a="http://schemas.openxmlformats.org/drawingml/2006/main" noGrp="1"/>
          </p:cNvSpPr>
          <p:nvPr/>
        </p:nvSpPr>
        <p:spPr>
          <a:xfrm xmlns:a="http://schemas.openxmlformats.org/drawingml/2006/main">
            <a:off x="1143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7" name="capability_v1_s2_o77">
            <a:extLst xmlns:a="http://schemas.openxmlformats.org/drawingml/2006/main">
              <a:ext uri="{FF2B5EF4-FFF2-40B4-BE49-F238E27FC236}">
                <a16:creationId xmlns:a16="http://schemas.microsoft.com/office/drawing/2014/main" id="{A9168E4E-2BF0-401D-83A1-B72BDDA66566}"/>
              </a:ext>
            </a:extLst>
          </p:cNvPr>
          <p:cNvSpPr>
            <a:spLocks xmlns:a="http://schemas.openxmlformats.org/drawingml/2006/main" noGrp="1"/>
          </p:cNvSpPr>
          <p:nvPr/>
        </p:nvSpPr>
        <p:spPr>
          <a:xfrm xmlns:a="http://schemas.openxmlformats.org/drawingml/2006/main">
            <a:off x="1158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8" name="capability_v1_s2_o78">
            <a:extLst xmlns:a="http://schemas.openxmlformats.org/drawingml/2006/main">
              <a:ext uri="{FF2B5EF4-FFF2-40B4-BE49-F238E27FC236}">
                <a16:creationId xmlns:a16="http://schemas.microsoft.com/office/drawing/2014/main" id="{DAED6B1C-5F4E-4437-ACB3-868AA2E88825}"/>
              </a:ext>
            </a:extLst>
          </p:cNvPr>
          <p:cNvSpPr>
            <a:spLocks xmlns:a="http://schemas.openxmlformats.org/drawingml/2006/main" noGrp="1"/>
          </p:cNvSpPr>
          <p:nvPr/>
        </p:nvSpPr>
        <p:spPr>
          <a:xfrm xmlns:a="http://schemas.openxmlformats.org/drawingml/2006/main">
            <a:off x="1173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9" name="capability_v1_s2_o79">
            <a:extLst xmlns:a="http://schemas.openxmlformats.org/drawingml/2006/main">
              <a:ext uri="{FF2B5EF4-FFF2-40B4-BE49-F238E27FC236}">
                <a16:creationId xmlns:a16="http://schemas.microsoft.com/office/drawing/2014/main" id="{B2216269-D935-4EB7-945E-D360ACA34447}"/>
              </a:ext>
            </a:extLst>
          </p:cNvPr>
          <p:cNvSpPr>
            <a:spLocks xmlns:a="http://schemas.openxmlformats.org/drawingml/2006/main" noGrp="1"/>
          </p:cNvSpPr>
          <p:nvPr/>
        </p:nvSpPr>
        <p:spPr>
          <a:xfrm xmlns:a="http://schemas.openxmlformats.org/drawingml/2006/main">
            <a:off x="1188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0" name="capability_v1_s2_o80">
            <a:extLst xmlns:a="http://schemas.openxmlformats.org/drawingml/2006/main">
              <a:ext uri="{FF2B5EF4-FFF2-40B4-BE49-F238E27FC236}">
                <a16:creationId xmlns:a16="http://schemas.microsoft.com/office/drawing/2014/main" id="{F0E12218-6EED-475B-BDC0-9BE11A1133D9}"/>
              </a:ext>
            </a:extLst>
          </p:cNvPr>
          <p:cNvSpPr>
            <a:spLocks xmlns:a="http://schemas.openxmlformats.org/drawingml/2006/main" noGrp="1"/>
          </p:cNvSpPr>
          <p:nvPr/>
        </p:nvSpPr>
        <p:spPr>
          <a:xfrm xmlns:a="http://schemas.openxmlformats.org/drawingml/2006/main">
            <a:off x="1203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1" name="capability_v1_s2_o81">
            <a:extLst xmlns:a="http://schemas.openxmlformats.org/drawingml/2006/main">
              <a:ext uri="{FF2B5EF4-FFF2-40B4-BE49-F238E27FC236}">
                <a16:creationId xmlns:a16="http://schemas.microsoft.com/office/drawing/2014/main" id="{EE5F1E8A-CE8F-4FC3-AC19-91A630F63CEB}"/>
              </a:ext>
            </a:extLst>
          </p:cNvPr>
          <p:cNvSpPr>
            <a:spLocks xmlns:a="http://schemas.openxmlformats.org/drawingml/2006/main" noGrp="1"/>
          </p:cNvSpPr>
          <p:nvPr/>
        </p:nvSpPr>
        <p:spPr>
          <a:xfrm xmlns:a="http://schemas.openxmlformats.org/drawingml/2006/main">
            <a:off x="1219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82" name="capability_v1_s2_o82">
            <a:extLst xmlns:a="http://schemas.openxmlformats.org/drawingml/2006/main">
              <a:ext uri="{FF2B5EF4-FFF2-40B4-BE49-F238E27FC236}">
                <a16:creationId xmlns:a16="http://schemas.microsoft.com/office/drawing/2014/main" id="{53D9377C-B39F-40ED-A3E2-F2C9745B6B66}"/>
              </a:ext>
            </a:extLst>
          </p:cNvPr>
          <p:cNvSpPr>
            <a:spLocks xmlns:a="http://schemas.openxmlformats.org/drawingml/2006/main" noGrp="1"/>
          </p:cNvSpPr>
          <p:nvPr/>
        </p:nvSpPr>
        <p:spPr>
          <a:xfrm xmlns:a="http://schemas.openxmlformats.org/drawingml/2006/main">
            <a:off x="0" y="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3" name="capability_v1_s2_o83">
            <a:extLst xmlns:a="http://schemas.openxmlformats.org/drawingml/2006/main">
              <a:ext uri="{FF2B5EF4-FFF2-40B4-BE49-F238E27FC236}">
                <a16:creationId xmlns:a16="http://schemas.microsoft.com/office/drawing/2014/main" id="{19536CFF-67DC-4C2D-AF44-BF6A2B8DF395}"/>
              </a:ext>
            </a:extLst>
          </p:cNvPr>
          <p:cNvSpPr>
            <a:spLocks xmlns:a="http://schemas.openxmlformats.org/drawingml/2006/main" noGrp="1"/>
          </p:cNvSpPr>
          <p:nvPr/>
        </p:nvSpPr>
        <p:spPr>
          <a:xfrm xmlns:a="http://schemas.openxmlformats.org/drawingml/2006/main">
            <a:off x="0" y="15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4" name="capability_v1_s2_o84">
            <a:extLst xmlns:a="http://schemas.openxmlformats.org/drawingml/2006/main">
              <a:ext uri="{FF2B5EF4-FFF2-40B4-BE49-F238E27FC236}">
                <a16:creationId xmlns:a16="http://schemas.microsoft.com/office/drawing/2014/main" id="{54734959-A773-4444-825E-B2968FA2D643}"/>
              </a:ext>
            </a:extLst>
          </p:cNvPr>
          <p:cNvSpPr>
            <a:spLocks xmlns:a="http://schemas.openxmlformats.org/drawingml/2006/main" noGrp="1"/>
          </p:cNvSpPr>
          <p:nvPr/>
        </p:nvSpPr>
        <p:spPr>
          <a:xfrm xmlns:a="http://schemas.openxmlformats.org/drawingml/2006/main">
            <a:off x="0" y="30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5" name="capability_v1_s2_o85">
            <a:extLst xmlns:a="http://schemas.openxmlformats.org/drawingml/2006/main">
              <a:ext uri="{FF2B5EF4-FFF2-40B4-BE49-F238E27FC236}">
                <a16:creationId xmlns:a16="http://schemas.microsoft.com/office/drawing/2014/main" id="{B1B645D7-B275-4D45-8272-934ABF1338FC}"/>
              </a:ext>
            </a:extLst>
          </p:cNvPr>
          <p:cNvSpPr>
            <a:spLocks xmlns:a="http://schemas.openxmlformats.org/drawingml/2006/main" noGrp="1"/>
          </p:cNvSpPr>
          <p:nvPr/>
        </p:nvSpPr>
        <p:spPr>
          <a:xfrm xmlns:a="http://schemas.openxmlformats.org/drawingml/2006/main">
            <a:off x="0" y="45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6" name="capability_v1_s2_o86">
            <a:extLst xmlns:a="http://schemas.openxmlformats.org/drawingml/2006/main">
              <a:ext uri="{FF2B5EF4-FFF2-40B4-BE49-F238E27FC236}">
                <a16:creationId xmlns:a16="http://schemas.microsoft.com/office/drawing/2014/main" id="{0450F1D8-A0BD-46C6-A563-4A11D28AD7C6}"/>
              </a:ext>
            </a:extLst>
          </p:cNvPr>
          <p:cNvSpPr>
            <a:spLocks xmlns:a="http://schemas.openxmlformats.org/drawingml/2006/main" noGrp="1"/>
          </p:cNvSpPr>
          <p:nvPr/>
        </p:nvSpPr>
        <p:spPr>
          <a:xfrm xmlns:a="http://schemas.openxmlformats.org/drawingml/2006/main">
            <a:off x="0" y="60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7" name="capability_v1_s2_o87">
            <a:extLst xmlns:a="http://schemas.openxmlformats.org/drawingml/2006/main">
              <a:ext uri="{FF2B5EF4-FFF2-40B4-BE49-F238E27FC236}">
                <a16:creationId xmlns:a16="http://schemas.microsoft.com/office/drawing/2014/main" id="{3B33BCDB-98DC-4DFC-BCA4-38E343A7DB96}"/>
              </a:ext>
            </a:extLst>
          </p:cNvPr>
          <p:cNvSpPr>
            <a:spLocks xmlns:a="http://schemas.openxmlformats.org/drawingml/2006/main" noGrp="1"/>
          </p:cNvSpPr>
          <p:nvPr/>
        </p:nvSpPr>
        <p:spPr>
          <a:xfrm xmlns:a="http://schemas.openxmlformats.org/drawingml/2006/main">
            <a:off x="0" y="76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8" name="capability_v1_s2_o88">
            <a:extLst xmlns:a="http://schemas.openxmlformats.org/drawingml/2006/main">
              <a:ext uri="{FF2B5EF4-FFF2-40B4-BE49-F238E27FC236}">
                <a16:creationId xmlns:a16="http://schemas.microsoft.com/office/drawing/2014/main" id="{CFE8E7CE-08B2-4FCE-ADD8-32E4A71593DF}"/>
              </a:ext>
            </a:extLst>
          </p:cNvPr>
          <p:cNvSpPr>
            <a:spLocks xmlns:a="http://schemas.openxmlformats.org/drawingml/2006/main" noGrp="1"/>
          </p:cNvSpPr>
          <p:nvPr/>
        </p:nvSpPr>
        <p:spPr>
          <a:xfrm xmlns:a="http://schemas.openxmlformats.org/drawingml/2006/main">
            <a:off x="0" y="91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9" name="capability_v1_s2_o89">
            <a:extLst xmlns:a="http://schemas.openxmlformats.org/drawingml/2006/main">
              <a:ext uri="{FF2B5EF4-FFF2-40B4-BE49-F238E27FC236}">
                <a16:creationId xmlns:a16="http://schemas.microsoft.com/office/drawing/2014/main" id="{F9114646-B092-409B-8A92-61B574C2146D}"/>
              </a:ext>
            </a:extLst>
          </p:cNvPr>
          <p:cNvSpPr>
            <a:spLocks xmlns:a="http://schemas.openxmlformats.org/drawingml/2006/main" noGrp="1"/>
          </p:cNvSpPr>
          <p:nvPr/>
        </p:nvSpPr>
        <p:spPr>
          <a:xfrm xmlns:a="http://schemas.openxmlformats.org/drawingml/2006/main">
            <a:off x="0" y="106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0" name="capability_v1_s2_o90">
            <a:extLst xmlns:a="http://schemas.openxmlformats.org/drawingml/2006/main">
              <a:ext uri="{FF2B5EF4-FFF2-40B4-BE49-F238E27FC236}">
                <a16:creationId xmlns:a16="http://schemas.microsoft.com/office/drawing/2014/main" id="{3F543C08-03D6-48FA-9ABC-83B8B35940FB}"/>
              </a:ext>
            </a:extLst>
          </p:cNvPr>
          <p:cNvSpPr>
            <a:spLocks xmlns:a="http://schemas.openxmlformats.org/drawingml/2006/main" noGrp="1"/>
          </p:cNvSpPr>
          <p:nvPr/>
        </p:nvSpPr>
        <p:spPr>
          <a:xfrm xmlns:a="http://schemas.openxmlformats.org/drawingml/2006/main">
            <a:off x="0" y="121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1" name="capability_v1_s2_o91">
            <a:extLst xmlns:a="http://schemas.openxmlformats.org/drawingml/2006/main">
              <a:ext uri="{FF2B5EF4-FFF2-40B4-BE49-F238E27FC236}">
                <a16:creationId xmlns:a16="http://schemas.microsoft.com/office/drawing/2014/main" id="{0B25F3DD-175D-4F39-9F79-FC562B39A695}"/>
              </a:ext>
            </a:extLst>
          </p:cNvPr>
          <p:cNvSpPr>
            <a:spLocks xmlns:a="http://schemas.openxmlformats.org/drawingml/2006/main" noGrp="1"/>
          </p:cNvSpPr>
          <p:nvPr/>
        </p:nvSpPr>
        <p:spPr>
          <a:xfrm xmlns:a="http://schemas.openxmlformats.org/drawingml/2006/main">
            <a:off x="0" y="137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2" name="capability_v1_s2_o92">
            <a:extLst xmlns:a="http://schemas.openxmlformats.org/drawingml/2006/main">
              <a:ext uri="{FF2B5EF4-FFF2-40B4-BE49-F238E27FC236}">
                <a16:creationId xmlns:a16="http://schemas.microsoft.com/office/drawing/2014/main" id="{14D518A2-2025-40AC-B8AF-B912F501DDED}"/>
              </a:ext>
            </a:extLst>
          </p:cNvPr>
          <p:cNvSpPr>
            <a:spLocks xmlns:a="http://schemas.openxmlformats.org/drawingml/2006/main" noGrp="1"/>
          </p:cNvSpPr>
          <p:nvPr/>
        </p:nvSpPr>
        <p:spPr>
          <a:xfrm xmlns:a="http://schemas.openxmlformats.org/drawingml/2006/main">
            <a:off x="0" y="152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3" name="capability_v1_s2_o93">
            <a:extLst xmlns:a="http://schemas.openxmlformats.org/drawingml/2006/main">
              <a:ext uri="{FF2B5EF4-FFF2-40B4-BE49-F238E27FC236}">
                <a16:creationId xmlns:a16="http://schemas.microsoft.com/office/drawing/2014/main" id="{428A9CAD-8030-428F-9F54-55299CFD8F72}"/>
              </a:ext>
            </a:extLst>
          </p:cNvPr>
          <p:cNvSpPr>
            <a:spLocks xmlns:a="http://schemas.openxmlformats.org/drawingml/2006/main" noGrp="1"/>
          </p:cNvSpPr>
          <p:nvPr/>
        </p:nvSpPr>
        <p:spPr>
          <a:xfrm xmlns:a="http://schemas.openxmlformats.org/drawingml/2006/main">
            <a:off x="0" y="167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4" name="capability_v1_s2_o94">
            <a:extLst xmlns:a="http://schemas.openxmlformats.org/drawingml/2006/main">
              <a:ext uri="{FF2B5EF4-FFF2-40B4-BE49-F238E27FC236}">
                <a16:creationId xmlns:a16="http://schemas.microsoft.com/office/drawing/2014/main" id="{DE3EC6AE-A9A3-40C2-A4B1-73A38EE32A17}"/>
              </a:ext>
            </a:extLst>
          </p:cNvPr>
          <p:cNvSpPr>
            <a:spLocks xmlns:a="http://schemas.openxmlformats.org/drawingml/2006/main" noGrp="1"/>
          </p:cNvSpPr>
          <p:nvPr/>
        </p:nvSpPr>
        <p:spPr>
          <a:xfrm xmlns:a="http://schemas.openxmlformats.org/drawingml/2006/main">
            <a:off x="0" y="182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5" name="capability_v1_s2_o95">
            <a:extLst xmlns:a="http://schemas.openxmlformats.org/drawingml/2006/main">
              <a:ext uri="{FF2B5EF4-FFF2-40B4-BE49-F238E27FC236}">
                <a16:creationId xmlns:a16="http://schemas.microsoft.com/office/drawing/2014/main" id="{4AE492DE-EF66-4F97-9EC9-B790056200C0}"/>
              </a:ext>
            </a:extLst>
          </p:cNvPr>
          <p:cNvSpPr>
            <a:spLocks xmlns:a="http://schemas.openxmlformats.org/drawingml/2006/main" noGrp="1"/>
          </p:cNvSpPr>
          <p:nvPr/>
        </p:nvSpPr>
        <p:spPr>
          <a:xfrm xmlns:a="http://schemas.openxmlformats.org/drawingml/2006/main">
            <a:off x="0" y="198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6" name="capability_v1_s2_o96">
            <a:extLst xmlns:a="http://schemas.openxmlformats.org/drawingml/2006/main">
              <a:ext uri="{FF2B5EF4-FFF2-40B4-BE49-F238E27FC236}">
                <a16:creationId xmlns:a16="http://schemas.microsoft.com/office/drawing/2014/main" id="{CC007610-3B00-400D-B31F-3C1899AE108F}"/>
              </a:ext>
            </a:extLst>
          </p:cNvPr>
          <p:cNvSpPr>
            <a:spLocks xmlns:a="http://schemas.openxmlformats.org/drawingml/2006/main" noGrp="1"/>
          </p:cNvSpPr>
          <p:nvPr/>
        </p:nvSpPr>
        <p:spPr>
          <a:xfrm xmlns:a="http://schemas.openxmlformats.org/drawingml/2006/main">
            <a:off x="0" y="213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7" name="capability_v1_s2_o97">
            <a:extLst xmlns:a="http://schemas.openxmlformats.org/drawingml/2006/main">
              <a:ext uri="{FF2B5EF4-FFF2-40B4-BE49-F238E27FC236}">
                <a16:creationId xmlns:a16="http://schemas.microsoft.com/office/drawing/2014/main" id="{35DFA649-F2D5-4FD1-AAF5-6E80F48D8935}"/>
              </a:ext>
            </a:extLst>
          </p:cNvPr>
          <p:cNvSpPr>
            <a:spLocks xmlns:a="http://schemas.openxmlformats.org/drawingml/2006/main" noGrp="1"/>
          </p:cNvSpPr>
          <p:nvPr/>
        </p:nvSpPr>
        <p:spPr>
          <a:xfrm xmlns:a="http://schemas.openxmlformats.org/drawingml/2006/main">
            <a:off x="0" y="228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8" name="capability_v1_s2_o98">
            <a:extLst xmlns:a="http://schemas.openxmlformats.org/drawingml/2006/main">
              <a:ext uri="{FF2B5EF4-FFF2-40B4-BE49-F238E27FC236}">
                <a16:creationId xmlns:a16="http://schemas.microsoft.com/office/drawing/2014/main" id="{B247686B-D70A-4C99-9FDB-16FC2DFE73FF}"/>
              </a:ext>
            </a:extLst>
          </p:cNvPr>
          <p:cNvSpPr>
            <a:spLocks xmlns:a="http://schemas.openxmlformats.org/drawingml/2006/main" noGrp="1"/>
          </p:cNvSpPr>
          <p:nvPr/>
        </p:nvSpPr>
        <p:spPr>
          <a:xfrm xmlns:a="http://schemas.openxmlformats.org/drawingml/2006/main">
            <a:off x="0" y="243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9" name="capability_v1_s2_o99">
            <a:extLst xmlns:a="http://schemas.openxmlformats.org/drawingml/2006/main">
              <a:ext uri="{FF2B5EF4-FFF2-40B4-BE49-F238E27FC236}">
                <a16:creationId xmlns:a16="http://schemas.microsoft.com/office/drawing/2014/main" id="{D22E307D-A8AC-4193-8858-4051AFDFB1E2}"/>
              </a:ext>
            </a:extLst>
          </p:cNvPr>
          <p:cNvSpPr>
            <a:spLocks xmlns:a="http://schemas.openxmlformats.org/drawingml/2006/main" noGrp="1"/>
          </p:cNvSpPr>
          <p:nvPr/>
        </p:nvSpPr>
        <p:spPr>
          <a:xfrm xmlns:a="http://schemas.openxmlformats.org/drawingml/2006/main">
            <a:off x="0" y="259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0" name="capability_v1_s2_o100">
            <a:extLst xmlns:a="http://schemas.openxmlformats.org/drawingml/2006/main">
              <a:ext uri="{FF2B5EF4-FFF2-40B4-BE49-F238E27FC236}">
                <a16:creationId xmlns:a16="http://schemas.microsoft.com/office/drawing/2014/main" id="{FD2E93EB-09A1-42F2-AE33-C2A73144B2A2}"/>
              </a:ext>
            </a:extLst>
          </p:cNvPr>
          <p:cNvSpPr>
            <a:spLocks xmlns:a="http://schemas.openxmlformats.org/drawingml/2006/main" noGrp="1"/>
          </p:cNvSpPr>
          <p:nvPr/>
        </p:nvSpPr>
        <p:spPr>
          <a:xfrm xmlns:a="http://schemas.openxmlformats.org/drawingml/2006/main">
            <a:off x="0" y="274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1" name="capability_v1_s2_o101">
            <a:extLst xmlns:a="http://schemas.openxmlformats.org/drawingml/2006/main">
              <a:ext uri="{FF2B5EF4-FFF2-40B4-BE49-F238E27FC236}">
                <a16:creationId xmlns:a16="http://schemas.microsoft.com/office/drawing/2014/main" id="{09371A21-540F-417A-9270-3378A364D338}"/>
              </a:ext>
            </a:extLst>
          </p:cNvPr>
          <p:cNvSpPr>
            <a:spLocks xmlns:a="http://schemas.openxmlformats.org/drawingml/2006/main" noGrp="1"/>
          </p:cNvSpPr>
          <p:nvPr/>
        </p:nvSpPr>
        <p:spPr>
          <a:xfrm xmlns:a="http://schemas.openxmlformats.org/drawingml/2006/main">
            <a:off x="0" y="289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2" name="capability_v1_s2_o102">
            <a:extLst xmlns:a="http://schemas.openxmlformats.org/drawingml/2006/main">
              <a:ext uri="{FF2B5EF4-FFF2-40B4-BE49-F238E27FC236}">
                <a16:creationId xmlns:a16="http://schemas.microsoft.com/office/drawing/2014/main" id="{29070D9B-8063-4FD7-BD10-A4B67851CE23}"/>
              </a:ext>
            </a:extLst>
          </p:cNvPr>
          <p:cNvSpPr>
            <a:spLocks xmlns:a="http://schemas.openxmlformats.org/drawingml/2006/main" noGrp="1"/>
          </p:cNvSpPr>
          <p:nvPr/>
        </p:nvSpPr>
        <p:spPr>
          <a:xfrm xmlns:a="http://schemas.openxmlformats.org/drawingml/2006/main">
            <a:off x="0" y="304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3" name="capability_v1_s2_o103">
            <a:extLst xmlns:a="http://schemas.openxmlformats.org/drawingml/2006/main">
              <a:ext uri="{FF2B5EF4-FFF2-40B4-BE49-F238E27FC236}">
                <a16:creationId xmlns:a16="http://schemas.microsoft.com/office/drawing/2014/main" id="{18B8EE82-F51D-4C09-9378-9AC7BA93F966}"/>
              </a:ext>
            </a:extLst>
          </p:cNvPr>
          <p:cNvSpPr>
            <a:spLocks xmlns:a="http://schemas.openxmlformats.org/drawingml/2006/main" noGrp="1"/>
          </p:cNvSpPr>
          <p:nvPr/>
        </p:nvSpPr>
        <p:spPr>
          <a:xfrm xmlns:a="http://schemas.openxmlformats.org/drawingml/2006/main">
            <a:off x="0" y="3200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4" name="capability_v1_s2_o104">
            <a:extLst xmlns:a="http://schemas.openxmlformats.org/drawingml/2006/main">
              <a:ext uri="{FF2B5EF4-FFF2-40B4-BE49-F238E27FC236}">
                <a16:creationId xmlns:a16="http://schemas.microsoft.com/office/drawing/2014/main" id="{E6651814-D8C9-4009-A41D-0F8572E329C9}"/>
              </a:ext>
            </a:extLst>
          </p:cNvPr>
          <p:cNvSpPr>
            <a:spLocks xmlns:a="http://schemas.openxmlformats.org/drawingml/2006/main" noGrp="1"/>
          </p:cNvSpPr>
          <p:nvPr/>
        </p:nvSpPr>
        <p:spPr>
          <a:xfrm xmlns:a="http://schemas.openxmlformats.org/drawingml/2006/main">
            <a:off x="0" y="3352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5" name="capability_v1_s2_o105">
            <a:extLst xmlns:a="http://schemas.openxmlformats.org/drawingml/2006/main">
              <a:ext uri="{FF2B5EF4-FFF2-40B4-BE49-F238E27FC236}">
                <a16:creationId xmlns:a16="http://schemas.microsoft.com/office/drawing/2014/main" id="{91B16EB2-4242-4074-ACBD-A395D98CCB0C}"/>
              </a:ext>
            </a:extLst>
          </p:cNvPr>
          <p:cNvSpPr>
            <a:spLocks xmlns:a="http://schemas.openxmlformats.org/drawingml/2006/main" noGrp="1"/>
          </p:cNvSpPr>
          <p:nvPr/>
        </p:nvSpPr>
        <p:spPr>
          <a:xfrm xmlns:a="http://schemas.openxmlformats.org/drawingml/2006/main">
            <a:off x="0" y="3505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6" name="capability_v1_s2_o106">
            <a:extLst xmlns:a="http://schemas.openxmlformats.org/drawingml/2006/main">
              <a:ext uri="{FF2B5EF4-FFF2-40B4-BE49-F238E27FC236}">
                <a16:creationId xmlns:a16="http://schemas.microsoft.com/office/drawing/2014/main" id="{2DD4B2F9-651F-4E20-8E35-452D89280DF6}"/>
              </a:ext>
            </a:extLst>
          </p:cNvPr>
          <p:cNvSpPr>
            <a:spLocks xmlns:a="http://schemas.openxmlformats.org/drawingml/2006/main" noGrp="1"/>
          </p:cNvSpPr>
          <p:nvPr/>
        </p:nvSpPr>
        <p:spPr>
          <a:xfrm xmlns:a="http://schemas.openxmlformats.org/drawingml/2006/main">
            <a:off x="0" y="3657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7" name="capability_v1_s2_o107">
            <a:extLst xmlns:a="http://schemas.openxmlformats.org/drawingml/2006/main">
              <a:ext uri="{FF2B5EF4-FFF2-40B4-BE49-F238E27FC236}">
                <a16:creationId xmlns:a16="http://schemas.microsoft.com/office/drawing/2014/main" id="{20A7A1BC-F845-4ECE-99F0-6B9183D84D33}"/>
              </a:ext>
            </a:extLst>
          </p:cNvPr>
          <p:cNvSpPr>
            <a:spLocks xmlns:a="http://schemas.openxmlformats.org/drawingml/2006/main" noGrp="1"/>
          </p:cNvSpPr>
          <p:nvPr/>
        </p:nvSpPr>
        <p:spPr>
          <a:xfrm xmlns:a="http://schemas.openxmlformats.org/drawingml/2006/main">
            <a:off x="0" y="3810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8" name="capability_v1_s2_o108">
            <a:extLst xmlns:a="http://schemas.openxmlformats.org/drawingml/2006/main">
              <a:ext uri="{FF2B5EF4-FFF2-40B4-BE49-F238E27FC236}">
                <a16:creationId xmlns:a16="http://schemas.microsoft.com/office/drawing/2014/main" id="{DAD1ED75-BFCF-413C-B8D5-F19BF64C7C27}"/>
              </a:ext>
            </a:extLst>
          </p:cNvPr>
          <p:cNvSpPr>
            <a:spLocks xmlns:a="http://schemas.openxmlformats.org/drawingml/2006/main" noGrp="1"/>
          </p:cNvSpPr>
          <p:nvPr/>
        </p:nvSpPr>
        <p:spPr>
          <a:xfrm xmlns:a="http://schemas.openxmlformats.org/drawingml/2006/main">
            <a:off x="0" y="396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9" name="capability_v1_s2_o109">
            <a:extLst xmlns:a="http://schemas.openxmlformats.org/drawingml/2006/main">
              <a:ext uri="{FF2B5EF4-FFF2-40B4-BE49-F238E27FC236}">
                <a16:creationId xmlns:a16="http://schemas.microsoft.com/office/drawing/2014/main" id="{33EE8248-4017-4CD2-A9DF-EDF801AD3287}"/>
              </a:ext>
            </a:extLst>
          </p:cNvPr>
          <p:cNvSpPr>
            <a:spLocks xmlns:a="http://schemas.openxmlformats.org/drawingml/2006/main" noGrp="1"/>
          </p:cNvSpPr>
          <p:nvPr/>
        </p:nvSpPr>
        <p:spPr>
          <a:xfrm xmlns:a="http://schemas.openxmlformats.org/drawingml/2006/main">
            <a:off x="0" y="411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0" name="capability_v1_s2_o110">
            <a:extLst xmlns:a="http://schemas.openxmlformats.org/drawingml/2006/main">
              <a:ext uri="{FF2B5EF4-FFF2-40B4-BE49-F238E27FC236}">
                <a16:creationId xmlns:a16="http://schemas.microsoft.com/office/drawing/2014/main" id="{C2C58E4E-BBA3-425B-9B95-BDB25FC665F1}"/>
              </a:ext>
            </a:extLst>
          </p:cNvPr>
          <p:cNvSpPr>
            <a:spLocks xmlns:a="http://schemas.openxmlformats.org/drawingml/2006/main" noGrp="1"/>
          </p:cNvSpPr>
          <p:nvPr/>
        </p:nvSpPr>
        <p:spPr>
          <a:xfrm xmlns:a="http://schemas.openxmlformats.org/drawingml/2006/main">
            <a:off x="0" y="426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1" name="capability_v1_s2_o111">
            <a:extLst xmlns:a="http://schemas.openxmlformats.org/drawingml/2006/main">
              <a:ext uri="{FF2B5EF4-FFF2-40B4-BE49-F238E27FC236}">
                <a16:creationId xmlns:a16="http://schemas.microsoft.com/office/drawing/2014/main" id="{797780BF-FD3C-4F7B-95B3-E1016B90311C}"/>
              </a:ext>
            </a:extLst>
          </p:cNvPr>
          <p:cNvSpPr>
            <a:spLocks xmlns:a="http://schemas.openxmlformats.org/drawingml/2006/main" noGrp="1"/>
          </p:cNvSpPr>
          <p:nvPr/>
        </p:nvSpPr>
        <p:spPr>
          <a:xfrm xmlns:a="http://schemas.openxmlformats.org/drawingml/2006/main">
            <a:off x="0" y="441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2" name="capability_v1_s2_o112">
            <a:extLst xmlns:a="http://schemas.openxmlformats.org/drawingml/2006/main">
              <a:ext uri="{FF2B5EF4-FFF2-40B4-BE49-F238E27FC236}">
                <a16:creationId xmlns:a16="http://schemas.microsoft.com/office/drawing/2014/main" id="{D27D792E-2467-4C41-B975-A6318B4D44F0}"/>
              </a:ext>
            </a:extLst>
          </p:cNvPr>
          <p:cNvSpPr>
            <a:spLocks xmlns:a="http://schemas.openxmlformats.org/drawingml/2006/main" noGrp="1"/>
          </p:cNvSpPr>
          <p:nvPr/>
        </p:nvSpPr>
        <p:spPr>
          <a:xfrm xmlns:a="http://schemas.openxmlformats.org/drawingml/2006/main">
            <a:off x="0" y="457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3" name="capability_v1_s2_o113">
            <a:extLst xmlns:a="http://schemas.openxmlformats.org/drawingml/2006/main">
              <a:ext uri="{FF2B5EF4-FFF2-40B4-BE49-F238E27FC236}">
                <a16:creationId xmlns:a16="http://schemas.microsoft.com/office/drawing/2014/main" id="{2D5B6D29-9D1F-496B-9FF6-6A8DFFCC92B2}"/>
              </a:ext>
            </a:extLst>
          </p:cNvPr>
          <p:cNvSpPr>
            <a:spLocks xmlns:a="http://schemas.openxmlformats.org/drawingml/2006/main" noGrp="1"/>
          </p:cNvSpPr>
          <p:nvPr/>
        </p:nvSpPr>
        <p:spPr>
          <a:xfrm xmlns:a="http://schemas.openxmlformats.org/drawingml/2006/main">
            <a:off x="0" y="472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4" name="capability_v1_s2_o114">
            <a:extLst xmlns:a="http://schemas.openxmlformats.org/drawingml/2006/main">
              <a:ext uri="{FF2B5EF4-FFF2-40B4-BE49-F238E27FC236}">
                <a16:creationId xmlns:a16="http://schemas.microsoft.com/office/drawing/2014/main" id="{E0C24975-ACBE-42A7-819F-4894841075AE}"/>
              </a:ext>
            </a:extLst>
          </p:cNvPr>
          <p:cNvSpPr>
            <a:spLocks xmlns:a="http://schemas.openxmlformats.org/drawingml/2006/main" noGrp="1"/>
          </p:cNvSpPr>
          <p:nvPr/>
        </p:nvSpPr>
        <p:spPr>
          <a:xfrm xmlns:a="http://schemas.openxmlformats.org/drawingml/2006/main">
            <a:off x="0" y="487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5" name="capability_v1_s2_o115">
            <a:extLst xmlns:a="http://schemas.openxmlformats.org/drawingml/2006/main">
              <a:ext uri="{FF2B5EF4-FFF2-40B4-BE49-F238E27FC236}">
                <a16:creationId xmlns:a16="http://schemas.microsoft.com/office/drawing/2014/main" id="{844A7CD4-E5A1-4014-B6F3-5FC3A6FD2FEA}"/>
              </a:ext>
            </a:extLst>
          </p:cNvPr>
          <p:cNvSpPr>
            <a:spLocks xmlns:a="http://schemas.openxmlformats.org/drawingml/2006/main" noGrp="1"/>
          </p:cNvSpPr>
          <p:nvPr/>
        </p:nvSpPr>
        <p:spPr>
          <a:xfrm xmlns:a="http://schemas.openxmlformats.org/drawingml/2006/main">
            <a:off x="0" y="502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6" name="capability_v1_s2_o116">
            <a:extLst xmlns:a="http://schemas.openxmlformats.org/drawingml/2006/main">
              <a:ext uri="{FF2B5EF4-FFF2-40B4-BE49-F238E27FC236}">
                <a16:creationId xmlns:a16="http://schemas.microsoft.com/office/drawing/2014/main" id="{EAE20708-A69C-48C3-A5DD-EEF9BABF1625}"/>
              </a:ext>
            </a:extLst>
          </p:cNvPr>
          <p:cNvSpPr>
            <a:spLocks xmlns:a="http://schemas.openxmlformats.org/drawingml/2006/main" noGrp="1"/>
          </p:cNvSpPr>
          <p:nvPr/>
        </p:nvSpPr>
        <p:spPr>
          <a:xfrm xmlns:a="http://schemas.openxmlformats.org/drawingml/2006/main">
            <a:off x="0" y="518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7" name="capability_v1_s2_o117">
            <a:extLst xmlns:a="http://schemas.openxmlformats.org/drawingml/2006/main">
              <a:ext uri="{FF2B5EF4-FFF2-40B4-BE49-F238E27FC236}">
                <a16:creationId xmlns:a16="http://schemas.microsoft.com/office/drawing/2014/main" id="{8CF7C405-71F2-424B-BFFF-C0A26542905A}"/>
              </a:ext>
            </a:extLst>
          </p:cNvPr>
          <p:cNvSpPr>
            <a:spLocks xmlns:a="http://schemas.openxmlformats.org/drawingml/2006/main" noGrp="1"/>
          </p:cNvSpPr>
          <p:nvPr/>
        </p:nvSpPr>
        <p:spPr>
          <a:xfrm xmlns:a="http://schemas.openxmlformats.org/drawingml/2006/main">
            <a:off x="0" y="533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8" name="capability_v1_s2_o118">
            <a:extLst xmlns:a="http://schemas.openxmlformats.org/drawingml/2006/main">
              <a:ext uri="{FF2B5EF4-FFF2-40B4-BE49-F238E27FC236}">
                <a16:creationId xmlns:a16="http://schemas.microsoft.com/office/drawing/2014/main" id="{E3FC45F8-4CEE-426A-9C0E-AB1CE96D4CB3}"/>
              </a:ext>
            </a:extLst>
          </p:cNvPr>
          <p:cNvSpPr>
            <a:spLocks xmlns:a="http://schemas.openxmlformats.org/drawingml/2006/main" noGrp="1"/>
          </p:cNvSpPr>
          <p:nvPr/>
        </p:nvSpPr>
        <p:spPr>
          <a:xfrm xmlns:a="http://schemas.openxmlformats.org/drawingml/2006/main">
            <a:off x="0" y="548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9" name="capability_v1_s2_o119">
            <a:extLst xmlns:a="http://schemas.openxmlformats.org/drawingml/2006/main">
              <a:ext uri="{FF2B5EF4-FFF2-40B4-BE49-F238E27FC236}">
                <a16:creationId xmlns:a16="http://schemas.microsoft.com/office/drawing/2014/main" id="{6ADE4133-FE3E-4004-9B23-BF1D27499597}"/>
              </a:ext>
            </a:extLst>
          </p:cNvPr>
          <p:cNvSpPr>
            <a:spLocks xmlns:a="http://schemas.openxmlformats.org/drawingml/2006/main" noGrp="1"/>
          </p:cNvSpPr>
          <p:nvPr/>
        </p:nvSpPr>
        <p:spPr>
          <a:xfrm xmlns:a="http://schemas.openxmlformats.org/drawingml/2006/main">
            <a:off x="0" y="563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0" name="capability_v1_s2_o120">
            <a:extLst xmlns:a="http://schemas.openxmlformats.org/drawingml/2006/main">
              <a:ext uri="{FF2B5EF4-FFF2-40B4-BE49-F238E27FC236}">
                <a16:creationId xmlns:a16="http://schemas.microsoft.com/office/drawing/2014/main" id="{1914D0C5-5702-4B15-BBA4-5B75DEBA22F4}"/>
              </a:ext>
            </a:extLst>
          </p:cNvPr>
          <p:cNvSpPr>
            <a:spLocks xmlns:a="http://schemas.openxmlformats.org/drawingml/2006/main" noGrp="1"/>
          </p:cNvSpPr>
          <p:nvPr/>
        </p:nvSpPr>
        <p:spPr>
          <a:xfrm xmlns:a="http://schemas.openxmlformats.org/drawingml/2006/main">
            <a:off x="0" y="579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1" name="capability_v1_s2_o121">
            <a:extLst xmlns:a="http://schemas.openxmlformats.org/drawingml/2006/main">
              <a:ext uri="{FF2B5EF4-FFF2-40B4-BE49-F238E27FC236}">
                <a16:creationId xmlns:a16="http://schemas.microsoft.com/office/drawing/2014/main" id="{A72E906E-3418-401C-A9B7-1EB071106910}"/>
              </a:ext>
            </a:extLst>
          </p:cNvPr>
          <p:cNvSpPr>
            <a:spLocks xmlns:a="http://schemas.openxmlformats.org/drawingml/2006/main" noGrp="1"/>
          </p:cNvSpPr>
          <p:nvPr/>
        </p:nvSpPr>
        <p:spPr>
          <a:xfrm xmlns:a="http://schemas.openxmlformats.org/drawingml/2006/main">
            <a:off x="0" y="594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2" name="capability_v1_s2_o122">
            <a:extLst xmlns:a="http://schemas.openxmlformats.org/drawingml/2006/main">
              <a:ext uri="{FF2B5EF4-FFF2-40B4-BE49-F238E27FC236}">
                <a16:creationId xmlns:a16="http://schemas.microsoft.com/office/drawing/2014/main" id="{CD77132F-4EFC-4EB2-917D-B0806A7043B4}"/>
              </a:ext>
            </a:extLst>
          </p:cNvPr>
          <p:cNvSpPr>
            <a:spLocks xmlns:a="http://schemas.openxmlformats.org/drawingml/2006/main" noGrp="1"/>
          </p:cNvSpPr>
          <p:nvPr/>
        </p:nvSpPr>
        <p:spPr>
          <a:xfrm xmlns:a="http://schemas.openxmlformats.org/drawingml/2006/main">
            <a:off x="0" y="609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3" name="capability_v1_s2_o123">
            <a:extLst xmlns:a="http://schemas.openxmlformats.org/drawingml/2006/main">
              <a:ext uri="{FF2B5EF4-FFF2-40B4-BE49-F238E27FC236}">
                <a16:creationId xmlns:a16="http://schemas.microsoft.com/office/drawing/2014/main" id="{02651869-97D4-4A3B-91F5-4A2A51B57CAF}"/>
              </a:ext>
            </a:extLst>
          </p:cNvPr>
          <p:cNvSpPr>
            <a:spLocks xmlns:a="http://schemas.openxmlformats.org/drawingml/2006/main" noGrp="1"/>
          </p:cNvSpPr>
          <p:nvPr/>
        </p:nvSpPr>
        <p:spPr>
          <a:xfrm xmlns:a="http://schemas.openxmlformats.org/drawingml/2006/main">
            <a:off x="0" y="624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4" name="capability_v1_s2_o124">
            <a:extLst xmlns:a="http://schemas.openxmlformats.org/drawingml/2006/main">
              <a:ext uri="{FF2B5EF4-FFF2-40B4-BE49-F238E27FC236}">
                <a16:creationId xmlns:a16="http://schemas.microsoft.com/office/drawing/2014/main" id="{EB236147-064C-49E0-9BA2-5C3214978BCF}"/>
              </a:ext>
            </a:extLst>
          </p:cNvPr>
          <p:cNvSpPr>
            <a:spLocks xmlns:a="http://schemas.openxmlformats.org/drawingml/2006/main" noGrp="1"/>
          </p:cNvSpPr>
          <p:nvPr/>
        </p:nvSpPr>
        <p:spPr>
          <a:xfrm xmlns:a="http://schemas.openxmlformats.org/drawingml/2006/main">
            <a:off x="0" y="640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5" name="capability_v1_s2_o125">
            <a:extLst xmlns:a="http://schemas.openxmlformats.org/drawingml/2006/main">
              <a:ext uri="{FF2B5EF4-FFF2-40B4-BE49-F238E27FC236}">
                <a16:creationId xmlns:a16="http://schemas.microsoft.com/office/drawing/2014/main" id="{204B6F7B-DDC2-40C7-8FEB-AE1D6D3DD00F}"/>
              </a:ext>
            </a:extLst>
          </p:cNvPr>
          <p:cNvSpPr>
            <a:spLocks xmlns:a="http://schemas.openxmlformats.org/drawingml/2006/main" noGrp="1"/>
          </p:cNvSpPr>
          <p:nvPr/>
        </p:nvSpPr>
        <p:spPr>
          <a:xfrm xmlns:a="http://schemas.openxmlformats.org/drawingml/2006/main">
            <a:off x="0" y="655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6" name="capability_v1_s2_o126">
            <a:extLst xmlns:a="http://schemas.openxmlformats.org/drawingml/2006/main">
              <a:ext uri="{FF2B5EF4-FFF2-40B4-BE49-F238E27FC236}">
                <a16:creationId xmlns:a16="http://schemas.microsoft.com/office/drawing/2014/main" id="{8859EB43-D77D-43DC-9FD9-7B21C83F55F8}"/>
              </a:ext>
            </a:extLst>
          </p:cNvPr>
          <p:cNvSpPr>
            <a:spLocks xmlns:a="http://schemas.openxmlformats.org/drawingml/2006/main" noGrp="1"/>
          </p:cNvSpPr>
          <p:nvPr/>
        </p:nvSpPr>
        <p:spPr>
          <a:xfrm xmlns:a="http://schemas.openxmlformats.org/drawingml/2006/main">
            <a:off x="0" y="670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7" name="capability_v1_s2_o127">
            <a:extLst xmlns:a="http://schemas.openxmlformats.org/drawingml/2006/main">
              <a:ext uri="{FF2B5EF4-FFF2-40B4-BE49-F238E27FC236}">
                <a16:creationId xmlns:a16="http://schemas.microsoft.com/office/drawing/2014/main" id="{71952FA2-F956-44F8-A94C-2B999723FF5F}"/>
              </a:ext>
            </a:extLst>
          </p:cNvPr>
          <p:cNvSpPr>
            <a:spLocks xmlns:a="http://schemas.openxmlformats.org/drawingml/2006/main" noGrp="1"/>
          </p:cNvSpPr>
          <p:nvPr/>
        </p:nvSpPr>
        <p:spPr>
          <a:xfrm xmlns:a="http://schemas.openxmlformats.org/drawingml/2006/main">
            <a:off x="0" y="685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8" name="capability_v1_s2_o128">
            <a:extLst xmlns:a="http://schemas.openxmlformats.org/drawingml/2006/main">
              <a:ext uri="{FF2B5EF4-FFF2-40B4-BE49-F238E27FC236}">
                <a16:creationId xmlns:a16="http://schemas.microsoft.com/office/drawing/2014/main" id="{7AE9E299-6D14-4B40-9019-6F7E237AC8E3}"/>
              </a:ext>
            </a:extLst>
          </p:cNvPr>
          <p:cNvSpPr>
            <a:spLocks xmlns:a="http://schemas.openxmlformats.org/drawingml/2006/main" noGrp="1"/>
          </p:cNvSpPr>
          <p:nvPr/>
        </p:nvSpPr>
        <p:spPr>
          <a:xfrm xmlns:a="http://schemas.openxmlformats.org/drawingml/2006/main">
            <a:off x="152400" y="38100"/>
            <a:ext cx="1188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2900" b="1">
                <a:solidFill>
                  <a:srgbClr val="F4F7FB"/>
                </a:solidFill>
                <a:latin typeface="Arial"/>
                <a:ea typeface="Arial"/>
                <a:cs typeface="Arial"/>
              </a:defRPr>
            </a:defPPr>
          </a:lstStyle>
          <a:p xmlns:a="http://schemas.openxmlformats.org/drawingml/2006/main">
            <a:pPr algn="l">
              <a:lnSpc>
                <a:spcPct val="108000"/>
              </a:lnSpc>
              <a:buNone/>
              <a:defRPr sz="2900" b="1">
                <a:solidFill>
                  <a:srgbClr val="F4F7FB"/>
                </a:solidFill>
                <a:latin typeface="Arial"/>
                <a:ea typeface="Arial"/>
                <a:cs typeface="Arial"/>
              </a:defRPr>
            </a:pPr>
            <a:r>
              <a:rPr sz="2900" b="1">
                <a:solidFill>
                  <a:srgbClr val="F4F7FB"/>
                </a:solidFill>
                <a:latin typeface="Arial"/>
                <a:ea typeface="Arial"/>
                <a:cs typeface="Arial"/>
              </a:rPr>
              <a:t>Scenario circuit blueprint</a:t>
            </a:r>
          </a:p>
        </p:txBody>
      </p:sp>
      <p:sp>
        <p:nvSpPr>
          <p:cNvPr id="129" name="capability_v1_s2_o129">
            <a:extLst xmlns:a="http://schemas.openxmlformats.org/drawingml/2006/main">
              <a:ext uri="{FF2B5EF4-FFF2-40B4-BE49-F238E27FC236}">
                <a16:creationId xmlns:a16="http://schemas.microsoft.com/office/drawing/2014/main" id="{10692A5A-FFA2-4FD4-A013-2B3A608A4287}"/>
              </a:ext>
            </a:extLst>
          </p:cNvPr>
          <p:cNvSpPr>
            <a:spLocks xmlns:a="http://schemas.openxmlformats.org/drawingml/2006/main" noGrp="1"/>
          </p:cNvSpPr>
          <p:nvPr/>
        </p:nvSpPr>
        <p:spPr>
          <a:xfrm xmlns:a="http://schemas.openxmlformats.org/drawingml/2006/main">
            <a:off x="177800" y="508000"/>
            <a:ext cx="1181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45A7FF"/>
                </a:solidFill>
                <a:latin typeface="Arial"/>
                <a:ea typeface="Arial"/>
                <a:cs typeface="Arial"/>
              </a:defRPr>
            </a:defPPr>
          </a:lstStyle>
          <a:p xmlns:a="http://schemas.openxmlformats.org/drawingml/2006/main">
            <a:pPr algn="l">
              <a:lnSpc>
                <a:spcPct val="108000"/>
              </a:lnSpc>
              <a:buNone/>
              <a:defRPr sz="1700" b="1">
                <a:solidFill>
                  <a:srgbClr val="45A7FF"/>
                </a:solidFill>
                <a:latin typeface="Arial"/>
                <a:ea typeface="Arial"/>
                <a:cs typeface="Arial"/>
              </a:defRPr>
            </a:pPr>
            <a:r>
              <a:rPr sz="1700" b="1">
                <a:solidFill>
                  <a:srgbClr val="45A7FF"/>
                </a:solidFill>
                <a:latin typeface="Arial"/>
                <a:ea typeface="Arial"/>
                <a:cs typeface="Arial"/>
              </a:rPr>
              <a:t>procedural-dungeon-governed-execution</a:t>
            </a:r>
          </a:p>
        </p:txBody>
      </p:sp>
      <p:sp>
        <p:nvSpPr>
          <p:cNvPr id="130" name="capability_v1_s2_o130">
            <a:extLst xmlns:a="http://schemas.openxmlformats.org/drawingml/2006/main">
              <a:ext uri="{FF2B5EF4-FFF2-40B4-BE49-F238E27FC236}">
                <a16:creationId xmlns:a16="http://schemas.microsoft.com/office/drawing/2014/main" id="{A4AA189D-4DF9-4DDE-B95B-484E907F3FDA}"/>
              </a:ext>
            </a:extLst>
          </p:cNvPr>
          <p:cNvSpPr>
            <a:spLocks xmlns:a="http://schemas.openxmlformats.org/drawingml/2006/main" noGrp="1"/>
          </p:cNvSpPr>
          <p:nvPr/>
        </p:nvSpPr>
        <p:spPr>
          <a:xfrm xmlns:a="http://schemas.openxmlformats.org/drawingml/2006/main">
            <a:off x="101600" y="977900"/>
            <a:ext cx="11988800" cy="4914900"/>
          </a:xfrm>
          <a:prstGeom xmlns:a="http://schemas.openxmlformats.org/drawingml/2006/main" prst="rect">
            <a:avLst/>
          </a:prstGeom>
          <a:noFill xmlns:a="http://schemas.openxmlformats.org/drawingml/2006/main"/>
          <a:ln xmlns:a="http://schemas.openxmlformats.org/drawingml/2006/main" w="15240">
            <a:solidFill>
              <a:srgbClr val="45A7FF"/>
            </a:solidFill>
          </a:ln>
        </p:spPr>
      </p:sp>
      <p:sp>
        <p:nvSpPr>
          <p:cNvPr id="131" name="capability_v1_s2_o131">
            <a:extLst xmlns:a="http://schemas.openxmlformats.org/drawingml/2006/main">
              <a:ext uri="{FF2B5EF4-FFF2-40B4-BE49-F238E27FC236}">
                <a16:creationId xmlns:a16="http://schemas.microsoft.com/office/drawing/2014/main" id="{438633B1-217A-45F5-96C7-A4E79954E54E}"/>
              </a:ext>
            </a:extLst>
          </p:cNvPr>
          <p:cNvSpPr>
            <a:spLocks xmlns:a="http://schemas.openxmlformats.org/drawingml/2006/main" noGrp="1"/>
          </p:cNvSpPr>
          <p:nvPr/>
        </p:nvSpPr>
        <p:spPr>
          <a:xfrm xmlns:a="http://schemas.openxmlformats.org/drawingml/2006/main">
            <a:off x="114300" y="990600"/>
            <a:ext cx="11963400" cy="317500"/>
          </a:xfrm>
          <a:prstGeom xmlns:a="http://schemas.openxmlformats.org/drawingml/2006/main" prst="rect">
            <a:avLst/>
          </a:prstGeom>
          <a:solidFill xmlns:a="http://schemas.openxmlformats.org/drawingml/2006/main">
            <a:srgbClr val="05243B"/>
          </a:solidFill>
          <a:ln xmlns:a="http://schemas.openxmlformats.org/drawingml/2006/main" w="0">
            <a:noFill/>
          </a:ln>
        </p:spPr>
      </p:sp>
      <p:sp>
        <p:nvSpPr>
          <p:cNvPr id="132" name="capability_v1_s2_o132">
            <a:extLst xmlns:a="http://schemas.openxmlformats.org/drawingml/2006/main">
              <a:ext uri="{FF2B5EF4-FFF2-40B4-BE49-F238E27FC236}">
                <a16:creationId xmlns:a16="http://schemas.microsoft.com/office/drawing/2014/main" id="{81BCB78A-FC6E-4B27-848A-0A8DADD70B4E}"/>
              </a:ext>
            </a:extLst>
          </p:cNvPr>
          <p:cNvSpPr>
            <a:spLocks xmlns:a="http://schemas.openxmlformats.org/drawingml/2006/main" noGrp="1"/>
          </p:cNvSpPr>
          <p:nvPr/>
        </p:nvSpPr>
        <p:spPr>
          <a:xfrm xmlns:a="http://schemas.openxmlformats.org/drawingml/2006/main">
            <a:off x="203200" y="977900"/>
            <a:ext cx="6985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1">
                <a:solidFill>
                  <a:srgbClr val="45A7FF"/>
                </a:solidFill>
                <a:latin typeface="Arial"/>
                <a:ea typeface="Arial"/>
                <a:cs typeface="Arial"/>
              </a:defRPr>
            </a:defPPr>
          </a:lstStyle>
          <a:p xmlns:a="http://schemas.openxmlformats.org/drawingml/2006/main">
            <a:pPr algn="l">
              <a:lnSpc>
                <a:spcPct val="108000"/>
              </a:lnSpc>
              <a:buNone/>
              <a:defRPr sz="1300" b="1">
                <a:solidFill>
                  <a:srgbClr val="45A7FF"/>
                </a:solidFill>
                <a:latin typeface="Arial"/>
                <a:ea typeface="Arial"/>
                <a:cs typeface="Arial"/>
              </a:defRPr>
            </a:pPr>
            <a:r>
              <a:rPr sz="1300" b="1">
                <a:solidFill>
                  <a:srgbClr val="45A7FF"/>
                </a:solidFill>
                <a:latin typeface="Arial"/>
                <a:ea typeface="Arial"/>
                <a:cs typeface="Arial"/>
              </a:rPr>
              <a:t>Capability boundary</a:t>
            </a:r>
          </a:p>
        </p:txBody>
      </p:sp>
      <p:sp>
        <p:nvSpPr>
          <p:cNvPr id="133" name="capability_v1_s2_o133">
            <a:extLst xmlns:a="http://schemas.openxmlformats.org/drawingml/2006/main">
              <a:ext uri="{FF2B5EF4-FFF2-40B4-BE49-F238E27FC236}">
                <a16:creationId xmlns:a16="http://schemas.microsoft.com/office/drawing/2014/main" id="{4BE0B04E-59EF-450A-A69D-371374E4D6C4}"/>
              </a:ext>
            </a:extLst>
          </p:cNvPr>
          <p:cNvSpPr>
            <a:spLocks xmlns:a="http://schemas.openxmlformats.org/drawingml/2006/main" noGrp="1"/>
          </p:cNvSpPr>
          <p:nvPr/>
        </p:nvSpPr>
        <p:spPr>
          <a:xfrm xmlns:a="http://schemas.openxmlformats.org/drawingml/2006/main">
            <a:off x="5588000" y="1092200"/>
            <a:ext cx="101600" cy="101600"/>
          </a:xfrm>
          <a:prstGeom xmlns:a="http://schemas.openxmlformats.org/drawingml/2006/main" prst="rect">
            <a:avLst/>
          </a:prstGeom>
          <a:noFill xmlns:a="http://schemas.openxmlformats.org/drawingml/2006/main"/>
          <a:ln xmlns:a="http://schemas.openxmlformats.org/drawingml/2006/main" w="10160">
            <a:solidFill>
              <a:srgbClr val="F6B94D"/>
            </a:solidFill>
          </a:ln>
        </p:spPr>
      </p:sp>
      <p:sp>
        <p:nvSpPr>
          <p:cNvPr id="134" name="capability_v1_s2_o134">
            <a:extLst xmlns:a="http://schemas.openxmlformats.org/drawingml/2006/main">
              <a:ext uri="{FF2B5EF4-FFF2-40B4-BE49-F238E27FC236}">
                <a16:creationId xmlns:a16="http://schemas.microsoft.com/office/drawing/2014/main" id="{FB11625D-43E3-4230-A13A-5DC375B5E6C0}"/>
              </a:ext>
            </a:extLst>
          </p:cNvPr>
          <p:cNvSpPr>
            <a:spLocks xmlns:a="http://schemas.openxmlformats.org/drawingml/2006/main" noGrp="1"/>
          </p:cNvSpPr>
          <p:nvPr/>
        </p:nvSpPr>
        <p:spPr>
          <a:xfrm xmlns:a="http://schemas.openxmlformats.org/drawingml/2006/main">
            <a:off x="5702300" y="1003300"/>
            <a:ext cx="11303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F6B94D"/>
                </a:solidFill>
                <a:latin typeface="Arial"/>
                <a:ea typeface="Arial"/>
                <a:cs typeface="Arial"/>
              </a:defRPr>
            </a:defPPr>
          </a:lstStyle>
          <a:p xmlns:a="http://schemas.openxmlformats.org/drawingml/2006/main">
            <a:pPr algn="l">
              <a:lnSpc>
                <a:spcPct val="108000"/>
              </a:lnSpc>
              <a:buNone/>
              <a:defRPr sz="850" b="0">
                <a:solidFill>
                  <a:srgbClr val="F6B94D"/>
                </a:solidFill>
                <a:latin typeface="Arial"/>
                <a:ea typeface="Arial"/>
                <a:cs typeface="Arial"/>
              </a:defRPr>
            </a:pPr>
            <a:r>
              <a:rPr sz="850" b="0">
                <a:solidFill>
                  <a:srgbClr val="F6B94D"/>
                </a:solidFill>
                <a:latin typeface="Arial"/>
                <a:ea typeface="Arial"/>
                <a:cs typeface="Arial"/>
              </a:rPr>
              <a:t>Input</a:t>
            </a:r>
          </a:p>
        </p:txBody>
      </p:sp>
      <p:sp>
        <p:nvSpPr>
          <p:cNvPr id="135" name="capability_v1_s2_o135">
            <a:extLst xmlns:a="http://schemas.openxmlformats.org/drawingml/2006/main">
              <a:ext uri="{FF2B5EF4-FFF2-40B4-BE49-F238E27FC236}">
                <a16:creationId xmlns:a16="http://schemas.microsoft.com/office/drawing/2014/main" id="{78DD5983-734A-48E6-AF43-F0B9456085B4}"/>
              </a:ext>
            </a:extLst>
          </p:cNvPr>
          <p:cNvSpPr>
            <a:spLocks xmlns:a="http://schemas.openxmlformats.org/drawingml/2006/main" noGrp="1"/>
          </p:cNvSpPr>
          <p:nvPr/>
        </p:nvSpPr>
        <p:spPr>
          <a:xfrm xmlns:a="http://schemas.openxmlformats.org/drawingml/2006/main">
            <a:off x="6858000" y="1092200"/>
            <a:ext cx="101600" cy="101600"/>
          </a:xfrm>
          <a:prstGeom xmlns:a="http://schemas.openxmlformats.org/drawingml/2006/main" prst="rect">
            <a:avLst/>
          </a:prstGeom>
          <a:noFill xmlns:a="http://schemas.openxmlformats.org/drawingml/2006/main"/>
          <a:ln xmlns:a="http://schemas.openxmlformats.org/drawingml/2006/main" w="10160">
            <a:solidFill>
              <a:srgbClr val="45A7FF"/>
            </a:solidFill>
          </a:ln>
        </p:spPr>
      </p:sp>
      <p:sp>
        <p:nvSpPr>
          <p:cNvPr id="136" name="capability_v1_s2_o136">
            <a:extLst xmlns:a="http://schemas.openxmlformats.org/drawingml/2006/main">
              <a:ext uri="{FF2B5EF4-FFF2-40B4-BE49-F238E27FC236}">
                <a16:creationId xmlns:a16="http://schemas.microsoft.com/office/drawing/2014/main" id="{BB5DBC5A-223D-4A1A-AF35-EDDD55192BF6}"/>
              </a:ext>
            </a:extLst>
          </p:cNvPr>
          <p:cNvSpPr>
            <a:spLocks xmlns:a="http://schemas.openxmlformats.org/drawingml/2006/main" noGrp="1"/>
          </p:cNvSpPr>
          <p:nvPr/>
        </p:nvSpPr>
        <p:spPr>
          <a:xfrm xmlns:a="http://schemas.openxmlformats.org/drawingml/2006/main">
            <a:off x="6972300" y="1003300"/>
            <a:ext cx="11303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45A7FF"/>
                </a:solidFill>
                <a:latin typeface="Arial"/>
                <a:ea typeface="Arial"/>
                <a:cs typeface="Arial"/>
              </a:defRPr>
            </a:defPPr>
          </a:lstStyle>
          <a:p xmlns:a="http://schemas.openxmlformats.org/drawingml/2006/main">
            <a:pPr algn="l">
              <a:lnSpc>
                <a:spcPct val="108000"/>
              </a:lnSpc>
              <a:buNone/>
              <a:defRPr sz="850" b="0">
                <a:solidFill>
                  <a:srgbClr val="45A7FF"/>
                </a:solidFill>
                <a:latin typeface="Arial"/>
                <a:ea typeface="Arial"/>
                <a:cs typeface="Arial"/>
              </a:defRPr>
            </a:pPr>
            <a:r>
              <a:rPr sz="850" b="0">
                <a:solidFill>
                  <a:srgbClr val="45A7FF"/>
                </a:solidFill>
                <a:latin typeface="Arial"/>
                <a:ea typeface="Arial"/>
                <a:cs typeface="Arial"/>
              </a:rPr>
              <a:t>Execution</a:t>
            </a:r>
          </a:p>
        </p:txBody>
      </p:sp>
      <p:sp>
        <p:nvSpPr>
          <p:cNvPr id="137" name="capability_v1_s2_o137">
            <a:extLst xmlns:a="http://schemas.openxmlformats.org/drawingml/2006/main">
              <a:ext uri="{FF2B5EF4-FFF2-40B4-BE49-F238E27FC236}">
                <a16:creationId xmlns:a16="http://schemas.microsoft.com/office/drawing/2014/main" id="{F97F986B-7264-4E01-852E-CA284080AF7C}"/>
              </a:ext>
            </a:extLst>
          </p:cNvPr>
          <p:cNvSpPr>
            <a:spLocks xmlns:a="http://schemas.openxmlformats.org/drawingml/2006/main" noGrp="1"/>
          </p:cNvSpPr>
          <p:nvPr/>
        </p:nvSpPr>
        <p:spPr>
          <a:xfrm xmlns:a="http://schemas.openxmlformats.org/drawingml/2006/main">
            <a:off x="8128000" y="1092200"/>
            <a:ext cx="101600" cy="101600"/>
          </a:xfrm>
          <a:prstGeom xmlns:a="http://schemas.openxmlformats.org/drawingml/2006/main" prst="rect">
            <a:avLst/>
          </a:prstGeom>
          <a:noFill xmlns:a="http://schemas.openxmlformats.org/drawingml/2006/main"/>
          <a:ln xmlns:a="http://schemas.openxmlformats.org/drawingml/2006/main" w="10160">
            <a:solidFill>
              <a:srgbClr val="A98AF2"/>
            </a:solidFill>
          </a:ln>
        </p:spPr>
      </p:sp>
      <p:sp>
        <p:nvSpPr>
          <p:cNvPr id="138" name="capability_v1_s2_o138">
            <a:extLst xmlns:a="http://schemas.openxmlformats.org/drawingml/2006/main">
              <a:ext uri="{FF2B5EF4-FFF2-40B4-BE49-F238E27FC236}">
                <a16:creationId xmlns:a16="http://schemas.microsoft.com/office/drawing/2014/main" id="{FA000EC8-A589-4E8D-B723-868A8BF1FDA6}"/>
              </a:ext>
            </a:extLst>
          </p:cNvPr>
          <p:cNvSpPr>
            <a:spLocks xmlns:a="http://schemas.openxmlformats.org/drawingml/2006/main" noGrp="1"/>
          </p:cNvSpPr>
          <p:nvPr/>
        </p:nvSpPr>
        <p:spPr>
          <a:xfrm xmlns:a="http://schemas.openxmlformats.org/drawingml/2006/main">
            <a:off x="8242300" y="1003300"/>
            <a:ext cx="11303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A98AF2"/>
                </a:solidFill>
                <a:latin typeface="Arial"/>
                <a:ea typeface="Arial"/>
                <a:cs typeface="Arial"/>
              </a:defRPr>
            </a:defPPr>
          </a:lstStyle>
          <a:p xmlns:a="http://schemas.openxmlformats.org/drawingml/2006/main">
            <a:pPr algn="l">
              <a:lnSpc>
                <a:spcPct val="108000"/>
              </a:lnSpc>
              <a:buNone/>
              <a:defRPr sz="850" b="0">
                <a:solidFill>
                  <a:srgbClr val="A98AF2"/>
                </a:solidFill>
                <a:latin typeface="Arial"/>
                <a:ea typeface="Arial"/>
                <a:cs typeface="Arial"/>
              </a:defRPr>
            </a:pPr>
            <a:r>
              <a:rPr sz="850" b="0">
                <a:solidFill>
                  <a:srgbClr val="A98AF2"/>
                </a:solidFill>
                <a:latin typeface="Arial"/>
                <a:ea typeface="Arial"/>
                <a:cs typeface="Arial"/>
              </a:rPr>
              <a:t>Provider</a:t>
            </a:r>
          </a:p>
        </p:txBody>
      </p:sp>
      <p:sp>
        <p:nvSpPr>
          <p:cNvPr id="139" name="capability_v1_s2_o139">
            <a:extLst xmlns:a="http://schemas.openxmlformats.org/drawingml/2006/main">
              <a:ext uri="{FF2B5EF4-FFF2-40B4-BE49-F238E27FC236}">
                <a16:creationId xmlns:a16="http://schemas.microsoft.com/office/drawing/2014/main" id="{E1A7BD59-E673-4D5D-B059-7824947DCB95}"/>
              </a:ext>
            </a:extLst>
          </p:cNvPr>
          <p:cNvSpPr>
            <a:spLocks xmlns:a="http://schemas.openxmlformats.org/drawingml/2006/main" noGrp="1"/>
          </p:cNvSpPr>
          <p:nvPr/>
        </p:nvSpPr>
        <p:spPr>
          <a:xfrm xmlns:a="http://schemas.openxmlformats.org/drawingml/2006/main">
            <a:off x="9398000" y="1092200"/>
            <a:ext cx="101600" cy="101600"/>
          </a:xfrm>
          <a:prstGeom xmlns:a="http://schemas.openxmlformats.org/drawingml/2006/main" prst="rect">
            <a:avLst/>
          </a:prstGeom>
          <a:noFill xmlns:a="http://schemas.openxmlformats.org/drawingml/2006/main"/>
          <a:ln xmlns:a="http://schemas.openxmlformats.org/drawingml/2006/main" w="10160">
            <a:solidFill>
              <a:srgbClr val="4DE0B0"/>
            </a:solidFill>
          </a:ln>
        </p:spPr>
      </p:sp>
      <p:sp>
        <p:nvSpPr>
          <p:cNvPr id="140" name="capability_v1_s2_o140">
            <a:extLst xmlns:a="http://schemas.openxmlformats.org/drawingml/2006/main">
              <a:ext uri="{FF2B5EF4-FFF2-40B4-BE49-F238E27FC236}">
                <a16:creationId xmlns:a16="http://schemas.microsoft.com/office/drawing/2014/main" id="{4CD76F5A-1C9A-45CF-B044-FB995B44D547}"/>
              </a:ext>
            </a:extLst>
          </p:cNvPr>
          <p:cNvSpPr>
            <a:spLocks xmlns:a="http://schemas.openxmlformats.org/drawingml/2006/main" noGrp="1"/>
          </p:cNvSpPr>
          <p:nvPr/>
        </p:nvSpPr>
        <p:spPr>
          <a:xfrm xmlns:a="http://schemas.openxmlformats.org/drawingml/2006/main">
            <a:off x="9512300" y="1003300"/>
            <a:ext cx="11303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4DE0B0"/>
                </a:solidFill>
                <a:latin typeface="Arial"/>
                <a:ea typeface="Arial"/>
                <a:cs typeface="Arial"/>
              </a:defRPr>
            </a:defPPr>
          </a:lstStyle>
          <a:p xmlns:a="http://schemas.openxmlformats.org/drawingml/2006/main">
            <a:pPr algn="l">
              <a:lnSpc>
                <a:spcPct val="108000"/>
              </a:lnSpc>
              <a:buNone/>
              <a:defRPr sz="850" b="0">
                <a:solidFill>
                  <a:srgbClr val="4DE0B0"/>
                </a:solidFill>
                <a:latin typeface="Arial"/>
                <a:ea typeface="Arial"/>
                <a:cs typeface="Arial"/>
              </a:defRPr>
            </a:pPr>
            <a:r>
              <a:rPr sz="850" b="0">
                <a:solidFill>
                  <a:srgbClr val="4DE0B0"/>
                </a:solidFill>
                <a:latin typeface="Arial"/>
                <a:ea typeface="Arial"/>
                <a:cs typeface="Arial"/>
              </a:rPr>
              <a:t>Outcome</a:t>
            </a:r>
          </a:p>
        </p:txBody>
      </p:sp>
      <p:sp>
        <p:nvSpPr>
          <p:cNvPr id="141" name="capability_v1_s2_o141">
            <a:extLst xmlns:a="http://schemas.openxmlformats.org/drawingml/2006/main">
              <a:ext uri="{FF2B5EF4-FFF2-40B4-BE49-F238E27FC236}">
                <a16:creationId xmlns:a16="http://schemas.microsoft.com/office/drawing/2014/main" id="{AD6385D5-1206-49AB-B544-852F9D8BC653}"/>
              </a:ext>
            </a:extLst>
          </p:cNvPr>
          <p:cNvSpPr>
            <a:spLocks xmlns:a="http://schemas.openxmlformats.org/drawingml/2006/main" noGrp="1"/>
          </p:cNvSpPr>
          <p:nvPr/>
        </p:nvSpPr>
        <p:spPr>
          <a:xfrm xmlns:a="http://schemas.openxmlformats.org/drawingml/2006/main">
            <a:off x="10668000" y="1092200"/>
            <a:ext cx="101600" cy="101600"/>
          </a:xfrm>
          <a:prstGeom xmlns:a="http://schemas.openxmlformats.org/drawingml/2006/main" prst="rect">
            <a:avLst/>
          </a:prstGeom>
          <a:noFill xmlns:a="http://schemas.openxmlformats.org/drawingml/2006/main"/>
          <a:ln xmlns:a="http://schemas.openxmlformats.org/drawingml/2006/main" w="10160">
            <a:solidFill>
              <a:srgbClr val="72D7EE"/>
            </a:solidFill>
          </a:ln>
        </p:spPr>
      </p:sp>
      <p:sp>
        <p:nvSpPr>
          <p:cNvPr id="142" name="capability_v1_s2_o142">
            <a:extLst xmlns:a="http://schemas.openxmlformats.org/drawingml/2006/main">
              <a:ext uri="{FF2B5EF4-FFF2-40B4-BE49-F238E27FC236}">
                <a16:creationId xmlns:a16="http://schemas.microsoft.com/office/drawing/2014/main" id="{8137178C-4DD0-4FB3-BA6E-99CA25D279C4}"/>
              </a:ext>
            </a:extLst>
          </p:cNvPr>
          <p:cNvSpPr>
            <a:spLocks xmlns:a="http://schemas.openxmlformats.org/drawingml/2006/main" noGrp="1"/>
          </p:cNvSpPr>
          <p:nvPr/>
        </p:nvSpPr>
        <p:spPr>
          <a:xfrm xmlns:a="http://schemas.openxmlformats.org/drawingml/2006/main">
            <a:off x="10782300" y="1003300"/>
            <a:ext cx="11303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72D7EE"/>
                </a:solidFill>
                <a:latin typeface="Arial"/>
                <a:ea typeface="Arial"/>
                <a:cs typeface="Arial"/>
              </a:defRPr>
            </a:defPPr>
          </a:lstStyle>
          <a:p xmlns:a="http://schemas.openxmlformats.org/drawingml/2006/main">
            <a:pPr algn="l">
              <a:lnSpc>
                <a:spcPct val="108000"/>
              </a:lnSpc>
              <a:buNone/>
              <a:defRPr sz="850" b="0">
                <a:solidFill>
                  <a:srgbClr val="72D7EE"/>
                </a:solidFill>
                <a:latin typeface="Arial"/>
                <a:ea typeface="Arial"/>
                <a:cs typeface="Arial"/>
              </a:defRPr>
            </a:pPr>
            <a:r>
              <a:rPr sz="850" b="0">
                <a:solidFill>
                  <a:srgbClr val="72D7EE"/>
                </a:solidFill>
                <a:latin typeface="Arial"/>
                <a:ea typeface="Arial"/>
                <a:cs typeface="Arial"/>
              </a:rPr>
              <a:t>Observation</a:t>
            </a:r>
          </a:p>
        </p:txBody>
      </p:sp>
      <p:sp>
        <p:nvSpPr>
          <p:cNvPr id="143" name="capability_v1_s2_o143">
            <a:extLst xmlns:a="http://schemas.openxmlformats.org/drawingml/2006/main">
              <a:ext uri="{FF2B5EF4-FFF2-40B4-BE49-F238E27FC236}">
                <a16:creationId xmlns:a16="http://schemas.microsoft.com/office/drawing/2014/main" id="{9DD5F6B5-A66B-46BF-9CEF-653E064D21EE}"/>
              </a:ext>
            </a:extLst>
          </p:cNvPr>
          <p:cNvSpPr>
            <a:spLocks xmlns:a="http://schemas.openxmlformats.org/drawingml/2006/main" noGrp="1"/>
          </p:cNvSpPr>
          <p:nvPr/>
        </p:nvSpPr>
        <p:spPr>
          <a:xfrm xmlns:a="http://schemas.openxmlformats.org/drawingml/2006/main">
            <a:off x="177800" y="2514600"/>
            <a:ext cx="1854200" cy="3162300"/>
          </a:xfrm>
          <a:prstGeom xmlns:a="http://schemas.openxmlformats.org/drawingml/2006/main" prst="rect">
            <a:avLst/>
          </a:prstGeom>
          <a:solidFill xmlns:a="http://schemas.openxmlformats.org/drawingml/2006/main">
            <a:srgbClr val="031B2F"/>
          </a:solidFill>
          <a:ln xmlns:a="http://schemas.openxmlformats.org/drawingml/2006/main" w="12700">
            <a:solidFill>
              <a:srgbClr val="F6B94D"/>
            </a:solidFill>
          </a:ln>
        </p:spPr>
      </p:sp>
      <p:sp>
        <p:nvSpPr>
          <p:cNvPr id="144" name="capability_v1_s2_o144">
            <a:extLst xmlns:a="http://schemas.openxmlformats.org/drawingml/2006/main">
              <a:ext uri="{FF2B5EF4-FFF2-40B4-BE49-F238E27FC236}">
                <a16:creationId xmlns:a16="http://schemas.microsoft.com/office/drawing/2014/main" id="{0568BEBE-FFCA-42E5-8B30-CEFF8D3C1A1C}"/>
              </a:ext>
            </a:extLst>
          </p:cNvPr>
          <p:cNvSpPr>
            <a:spLocks xmlns:a="http://schemas.openxmlformats.org/drawingml/2006/main" noGrp="1"/>
          </p:cNvSpPr>
          <p:nvPr/>
        </p:nvSpPr>
        <p:spPr>
          <a:xfrm xmlns:a="http://schemas.openxmlformats.org/drawingml/2006/main">
            <a:off x="215900" y="2527300"/>
            <a:ext cx="1778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GIVEN / INPUT</a:t>
            </a:r>
          </a:p>
        </p:txBody>
      </p:sp>
      <p:sp>
        <p:nvSpPr>
          <p:cNvPr id="145" name="capability_v1_s2_o145">
            <a:extLst xmlns:a="http://schemas.openxmlformats.org/drawingml/2006/main">
              <a:ext uri="{FF2B5EF4-FFF2-40B4-BE49-F238E27FC236}">
                <a16:creationId xmlns:a16="http://schemas.microsoft.com/office/drawing/2014/main" id="{3D215884-4CE6-4249-BCC5-250B0682B0B2}"/>
              </a:ext>
            </a:extLst>
          </p:cNvPr>
          <p:cNvSpPr>
            <a:spLocks xmlns:a="http://schemas.openxmlformats.org/drawingml/2006/main" noGrp="1"/>
          </p:cNvSpPr>
          <p:nvPr/>
        </p:nvSpPr>
        <p:spPr>
          <a:xfrm xmlns:a="http://schemas.openxmlformats.org/drawingml/2006/main">
            <a:off x="2184400" y="2514600"/>
            <a:ext cx="7823200" cy="3162300"/>
          </a:xfrm>
          <a:prstGeom xmlns:a="http://schemas.openxmlformats.org/drawingml/2006/main" prst="rect">
            <a:avLst/>
          </a:prstGeom>
          <a:solidFill xmlns:a="http://schemas.openxmlformats.org/drawingml/2006/main">
            <a:srgbClr val="031B2F"/>
          </a:solidFill>
          <a:ln xmlns:a="http://schemas.openxmlformats.org/drawingml/2006/main" w="12700">
            <a:solidFill>
              <a:srgbClr val="45A7FF"/>
            </a:solidFill>
          </a:ln>
        </p:spPr>
      </p:sp>
      <p:sp>
        <p:nvSpPr>
          <p:cNvPr id="146" name="capability_v1_s2_o146">
            <a:extLst xmlns:a="http://schemas.openxmlformats.org/drawingml/2006/main">
              <a:ext uri="{FF2B5EF4-FFF2-40B4-BE49-F238E27FC236}">
                <a16:creationId xmlns:a16="http://schemas.microsoft.com/office/drawing/2014/main" id="{157A2F68-B033-4820-83FD-01DBFA3C820D}"/>
              </a:ext>
            </a:extLst>
          </p:cNvPr>
          <p:cNvSpPr>
            <a:spLocks xmlns:a="http://schemas.openxmlformats.org/drawingml/2006/main" noGrp="1"/>
          </p:cNvSpPr>
          <p:nvPr/>
        </p:nvSpPr>
        <p:spPr>
          <a:xfrm xmlns:a="http://schemas.openxmlformats.org/drawingml/2006/main">
            <a:off x="2222500" y="2527300"/>
            <a:ext cx="774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rPr>
              <a:t>WHEN / EVENT</a:t>
            </a:r>
          </a:p>
        </p:txBody>
      </p:sp>
      <p:sp>
        <p:nvSpPr>
          <p:cNvPr id="147" name="capability_v1_s2_o147">
            <a:extLst xmlns:a="http://schemas.openxmlformats.org/drawingml/2006/main">
              <a:ext uri="{FF2B5EF4-FFF2-40B4-BE49-F238E27FC236}">
                <a16:creationId xmlns:a16="http://schemas.microsoft.com/office/drawing/2014/main" id="{D36D442C-D392-4198-9ED4-52C75633429A}"/>
              </a:ext>
            </a:extLst>
          </p:cNvPr>
          <p:cNvSpPr>
            <a:spLocks xmlns:a="http://schemas.openxmlformats.org/drawingml/2006/main" noGrp="1"/>
          </p:cNvSpPr>
          <p:nvPr/>
        </p:nvSpPr>
        <p:spPr>
          <a:xfrm xmlns:a="http://schemas.openxmlformats.org/drawingml/2006/main">
            <a:off x="10160000" y="2514600"/>
            <a:ext cx="1854200" cy="3162300"/>
          </a:xfrm>
          <a:prstGeom xmlns:a="http://schemas.openxmlformats.org/drawingml/2006/main" prst="rect">
            <a:avLst/>
          </a:prstGeom>
          <a:solidFill xmlns:a="http://schemas.openxmlformats.org/drawingml/2006/main">
            <a:srgbClr val="031B2F"/>
          </a:solidFill>
          <a:ln xmlns:a="http://schemas.openxmlformats.org/drawingml/2006/main" w="12700">
            <a:solidFill>
              <a:srgbClr val="4DE0B0"/>
            </a:solidFill>
          </a:ln>
        </p:spPr>
      </p:sp>
      <p:sp>
        <p:nvSpPr>
          <p:cNvPr id="148" name="capability_v1_s2_o148">
            <a:extLst xmlns:a="http://schemas.openxmlformats.org/drawingml/2006/main">
              <a:ext uri="{FF2B5EF4-FFF2-40B4-BE49-F238E27FC236}">
                <a16:creationId xmlns:a16="http://schemas.microsoft.com/office/drawing/2014/main" id="{83C86D89-B186-49F3-8D80-1CDF2ACC1760}"/>
              </a:ext>
            </a:extLst>
          </p:cNvPr>
          <p:cNvSpPr>
            <a:spLocks xmlns:a="http://schemas.openxmlformats.org/drawingml/2006/main" noGrp="1"/>
          </p:cNvSpPr>
          <p:nvPr/>
        </p:nvSpPr>
        <p:spPr>
          <a:xfrm xmlns:a="http://schemas.openxmlformats.org/drawingml/2006/main">
            <a:off x="10198100" y="2527300"/>
            <a:ext cx="1778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DE0B0"/>
                </a:solidFill>
                <a:latin typeface="Arial"/>
                <a:ea typeface="Arial"/>
                <a:cs typeface="Arial"/>
              </a:defRPr>
            </a:defPPr>
          </a:lstStyle>
          <a:p xmlns:a="http://schemas.openxmlformats.org/drawingml/2006/main">
            <a:pPr algn="l">
              <a:lnSpc>
                <a:spcPct val="108000"/>
              </a:lnSpc>
              <a:buNone/>
              <a:defRPr sz="1200" b="1">
                <a:solidFill>
                  <a:srgbClr val="4DE0B0"/>
                </a:solidFill>
                <a:latin typeface="Arial"/>
                <a:ea typeface="Arial"/>
                <a:cs typeface="Arial"/>
              </a:defRPr>
            </a:pPr>
            <a:r>
              <a:rPr sz="1200" b="1">
                <a:solidFill>
                  <a:srgbClr val="4DE0B0"/>
                </a:solidFill>
                <a:latin typeface="Arial"/>
                <a:ea typeface="Arial"/>
                <a:cs typeface="Arial"/>
              </a:rPr>
              <a:t>THEN / OUTCOME</a:t>
            </a:r>
          </a:p>
        </p:txBody>
      </p:sp>
      <p:sp>
        <p:nvSpPr>
          <p:cNvPr id="149" name="capability_v1_s2_o149">
            <a:extLst xmlns:a="http://schemas.openxmlformats.org/drawingml/2006/main">
              <a:ext uri="{FF2B5EF4-FFF2-40B4-BE49-F238E27FC236}">
                <a16:creationId xmlns:a16="http://schemas.microsoft.com/office/drawing/2014/main" id="{EE2F2701-860C-48C4-BC62-DBF30714DBA8}"/>
              </a:ext>
            </a:extLst>
          </p:cNvPr>
          <p:cNvSpPr>
            <a:spLocks xmlns:a="http://schemas.openxmlformats.org/drawingml/2006/main" noGrp="1"/>
          </p:cNvSpPr>
          <p:nvPr/>
        </p:nvSpPr>
        <p:spPr>
          <a:xfrm xmlns:a="http://schemas.openxmlformats.org/drawingml/2006/main">
            <a:off x="2032000" y="4686300"/>
            <a:ext cx="381000" cy="95"/>
          </a:xfrm>
          <a:custGeom xmlns:a="http://schemas.openxmlformats.org/drawingml/2006/main">
            <a:pathLst>
              <a:path w="381000" h="95">
                <a:moveTo>
                  <a:pt x="0" y="0"/>
                </a:moveTo>
                <a:lnTo>
                  <a:pt x="381000" y="0"/>
                </a:lnTo>
              </a:path>
            </a:pathLst>
          </a:custGeom>
          <a:noFill xmlns:a="http://schemas.openxmlformats.org/drawingml/2006/main"/>
          <a:ln xmlns:a="http://schemas.openxmlformats.org/drawingml/2006/main" w="19050">
            <a:solidFill>
              <a:srgbClr val="F6B94D"/>
            </a:solidFill>
            <a:prstDash val="solid"/>
          </a:ln>
        </p:spPr>
      </p:sp>
      <p:sp>
        <p:nvSpPr>
          <p:cNvPr id="150" name="capability_v1_s2_o149_arrow">
            <a:extLst xmlns:a="http://schemas.openxmlformats.org/drawingml/2006/main">
              <a:ext uri="{FF2B5EF4-FFF2-40B4-BE49-F238E27FC236}">
                <a16:creationId xmlns:a16="http://schemas.microsoft.com/office/drawing/2014/main" id="{02687A36-3E78-40D2-8112-EAA6FDA88503}"/>
              </a:ext>
            </a:extLst>
          </p:cNvPr>
          <p:cNvSpPr>
            <a:spLocks xmlns:a="http://schemas.openxmlformats.org/drawingml/2006/main" noGrp="1"/>
          </p:cNvSpPr>
          <p:nvPr/>
        </p:nvSpPr>
        <p:spPr>
          <a:xfrm xmlns:a="http://schemas.openxmlformats.org/drawingml/2006/main">
            <a:off x="2336800" y="46469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51" name="capability_v1_s2_o150">
            <a:extLst xmlns:a="http://schemas.openxmlformats.org/drawingml/2006/main">
              <a:ext uri="{FF2B5EF4-FFF2-40B4-BE49-F238E27FC236}">
                <a16:creationId xmlns:a16="http://schemas.microsoft.com/office/drawing/2014/main" id="{4723097E-E9CF-4FD5-B549-B35AF286EDF6}"/>
              </a:ext>
            </a:extLst>
          </p:cNvPr>
          <p:cNvSpPr>
            <a:spLocks xmlns:a="http://schemas.openxmlformats.org/drawingml/2006/main" noGrp="1"/>
          </p:cNvSpPr>
          <p:nvPr/>
        </p:nvSpPr>
        <p:spPr>
          <a:xfrm xmlns:a="http://schemas.openxmlformats.org/drawingml/2006/main">
            <a:off x="9779000" y="4686300"/>
            <a:ext cx="381000" cy="95"/>
          </a:xfrm>
          <a:custGeom xmlns:a="http://schemas.openxmlformats.org/drawingml/2006/main">
            <a:pathLst>
              <a:path w="381000" h="95">
                <a:moveTo>
                  <a:pt x="0" y="0"/>
                </a:moveTo>
                <a:lnTo>
                  <a:pt x="381000" y="0"/>
                </a:lnTo>
              </a:path>
            </a:pathLst>
          </a:custGeom>
          <a:noFill xmlns:a="http://schemas.openxmlformats.org/drawingml/2006/main"/>
          <a:ln xmlns:a="http://schemas.openxmlformats.org/drawingml/2006/main" w="19050">
            <a:solidFill>
              <a:srgbClr val="4DE0B0"/>
            </a:solidFill>
            <a:prstDash val="solid"/>
          </a:ln>
        </p:spPr>
      </p:sp>
      <p:sp>
        <p:nvSpPr>
          <p:cNvPr id="152" name="capability_v1_s2_o150_arrow">
            <a:extLst xmlns:a="http://schemas.openxmlformats.org/drawingml/2006/main">
              <a:ext uri="{FF2B5EF4-FFF2-40B4-BE49-F238E27FC236}">
                <a16:creationId xmlns:a16="http://schemas.microsoft.com/office/drawing/2014/main" id="{0FF415B4-416F-4B5C-9DEF-7D82CF6A4E79}"/>
              </a:ext>
            </a:extLst>
          </p:cNvPr>
          <p:cNvSpPr>
            <a:spLocks xmlns:a="http://schemas.openxmlformats.org/drawingml/2006/main" noGrp="1"/>
          </p:cNvSpPr>
          <p:nvPr/>
        </p:nvSpPr>
        <p:spPr>
          <a:xfrm xmlns:a="http://schemas.openxmlformats.org/drawingml/2006/main">
            <a:off x="10083800" y="46469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53" name="capability_v1_s2_o151">
            <a:extLst xmlns:a="http://schemas.openxmlformats.org/drawingml/2006/main">
              <a:ext uri="{FF2B5EF4-FFF2-40B4-BE49-F238E27FC236}">
                <a16:creationId xmlns:a16="http://schemas.microsoft.com/office/drawing/2014/main" id="{F9E8A2D8-C611-44FD-8788-C3356294AEF0}"/>
              </a:ext>
            </a:extLst>
          </p:cNvPr>
          <p:cNvSpPr>
            <a:spLocks xmlns:a="http://schemas.openxmlformats.org/drawingml/2006/main" noGrp="1"/>
          </p:cNvSpPr>
          <p:nvPr/>
        </p:nvSpPr>
        <p:spPr>
          <a:xfrm xmlns:a="http://schemas.openxmlformats.org/drawingml/2006/main">
            <a:off x="228600" y="2895600"/>
            <a:ext cx="1752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150" b="1">
                <a:solidFill>
                  <a:srgbClr val="F6B94D"/>
                </a:solidFill>
                <a:latin typeface="Arial"/>
                <a:ea typeface="Arial"/>
                <a:cs typeface="Arial"/>
              </a:defRPr>
            </a:defPPr>
          </a:lstStyle>
          <a:p xmlns:a="http://schemas.openxmlformats.org/drawingml/2006/main">
            <a:pPr algn="ctr">
              <a:lnSpc>
                <a:spcPct val="108000"/>
              </a:lnSpc>
              <a:buNone/>
              <a:defRPr sz="1150" b="1">
                <a:solidFill>
                  <a:srgbClr val="F6B94D"/>
                </a:solidFill>
                <a:latin typeface="Arial"/>
                <a:ea typeface="Arial"/>
                <a:cs typeface="Arial"/>
              </a:defRPr>
            </a:pPr>
            <a:r>
              <a:rPr sz="1150" b="1">
                <a:solidFill>
                  <a:srgbClr val="F6B94D"/>
                </a:solidFill>
                <a:latin typeface="Arial"/>
                <a:ea typeface="Arial"/>
                <a:cs typeface="Arial"/>
              </a:rPr>
              <a:t>procedural dungeon</a:t>
            </a:r>
          </a:p>
          <a:p xmlns:a="http://schemas.openxmlformats.org/drawingml/2006/main">
            <a:pPr algn="ctr">
              <a:lnSpc>
                <a:spcPct val="108000"/>
              </a:lnSpc>
              <a:buNone/>
              <a:defRPr sz="1150" b="1">
                <a:solidFill>
                  <a:srgbClr val="F6B94D"/>
                </a:solidFill>
                <a:latin typeface="Arial"/>
                <a:ea typeface="Arial"/>
                <a:cs typeface="Arial"/>
              </a:defRPr>
            </a:pPr>
            <a:r>
              <a:rPr sz="1150" b="1">
                <a:solidFill>
                  <a:srgbClr val="F6B94D"/>
                </a:solidFill>
                <a:latin typeface="Arial"/>
                <a:ea typeface="Arial"/>
                <a:cs typeface="Arial"/>
              </a:rPr>
              <a:t>governed execution</a:t>
            </a:r>
          </a:p>
          <a:p xmlns:a="http://schemas.openxmlformats.org/drawingml/2006/main">
            <a:pPr algn="ctr">
              <a:lnSpc>
                <a:spcPct val="108000"/>
              </a:lnSpc>
              <a:buNone/>
              <a:defRPr sz="1150" b="1">
                <a:solidFill>
                  <a:srgbClr val="F6B94D"/>
                </a:solidFill>
                <a:latin typeface="Arial"/>
                <a:ea typeface="Arial"/>
                <a:cs typeface="Arial"/>
              </a:defRPr>
            </a:pPr>
            <a:r>
              <a:rPr sz="1150" b="1">
                <a:solidFill>
                  <a:srgbClr val="F6B94D"/>
                </a:solidFill>
                <a:latin typeface="Arial"/>
                <a:ea typeface="Arial"/>
                <a:cs typeface="Arial"/>
              </a:rPr>
              <a:t>request</a:t>
            </a:r>
          </a:p>
        </p:txBody>
      </p:sp>
      <p:sp>
        <p:nvSpPr>
          <p:cNvPr id="154" name="capability_v1_s2_o152">
            <a:extLst xmlns:a="http://schemas.openxmlformats.org/drawingml/2006/main">
              <a:ext uri="{FF2B5EF4-FFF2-40B4-BE49-F238E27FC236}">
                <a16:creationId xmlns:a16="http://schemas.microsoft.com/office/drawing/2014/main" id="{39D30809-2329-4ED5-9A70-D5831605BAC5}"/>
              </a:ext>
            </a:extLst>
          </p:cNvPr>
          <p:cNvSpPr>
            <a:spLocks xmlns:a="http://schemas.openxmlformats.org/drawingml/2006/main" noGrp="1"/>
          </p:cNvSpPr>
          <p:nvPr/>
        </p:nvSpPr>
        <p:spPr>
          <a:xfrm xmlns:a="http://schemas.openxmlformats.org/drawingml/2006/main">
            <a:off x="292100" y="3606800"/>
            <a:ext cx="1625600" cy="1879600"/>
          </a:xfrm>
          <a:prstGeom xmlns:a="http://schemas.openxmlformats.org/drawingml/2006/main" prst="roundRect">
            <a:avLst>
              <a:gd name="adj" fmla="val 6250"/>
            </a:avLst>
          </a:prstGeom>
          <a:solidFill xmlns:a="http://schemas.openxmlformats.org/drawingml/2006/main">
            <a:srgbClr val="18291E"/>
          </a:solidFill>
          <a:ln xmlns:a="http://schemas.openxmlformats.org/drawingml/2006/main" w="13970">
            <a:solidFill>
              <a:srgbClr val="F6B94D"/>
            </a:solidFill>
          </a:ln>
        </p:spPr>
      </p:sp>
      <p:sp>
        <p:nvSpPr>
          <p:cNvPr id="155" name="capability_v1_s2_o153">
            <a:extLst xmlns:a="http://schemas.openxmlformats.org/drawingml/2006/main">
              <a:ext uri="{FF2B5EF4-FFF2-40B4-BE49-F238E27FC236}">
                <a16:creationId xmlns:a16="http://schemas.microsoft.com/office/drawing/2014/main" id="{ACD32F7D-18D7-4B05-93CA-5F78CA9E0C60}"/>
              </a:ext>
            </a:extLst>
          </p:cNvPr>
          <p:cNvSpPr>
            <a:spLocks xmlns:a="http://schemas.openxmlformats.org/drawingml/2006/main" noGrp="1"/>
          </p:cNvSpPr>
          <p:nvPr/>
        </p:nvSpPr>
        <p:spPr>
          <a:xfrm xmlns:a="http://schemas.openxmlformats.org/drawingml/2006/main">
            <a:off x="342900" y="36322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1">
                <a:solidFill>
                  <a:srgbClr val="F6B94D"/>
                </a:solidFill>
                <a:latin typeface="Arial"/>
                <a:ea typeface="Arial"/>
                <a:cs typeface="Arial"/>
              </a:defRPr>
            </a:defPPr>
          </a:lstStyle>
          <a:p xmlns:a="http://schemas.openxmlformats.org/drawingml/2006/main">
            <a:pPr algn="ctr">
              <a:lnSpc>
                <a:spcPct val="108000"/>
              </a:lnSpc>
              <a:buNone/>
              <a:defRPr sz="800" b="1">
                <a:solidFill>
                  <a:srgbClr val="F6B94D"/>
                </a:solidFill>
                <a:latin typeface="Arial"/>
                <a:ea typeface="Arial"/>
                <a:cs typeface="Arial"/>
              </a:defRPr>
            </a:pPr>
            <a:r>
              <a:rPr sz="800" b="1">
                <a:solidFill>
                  <a:srgbClr val="F6B94D"/>
                </a:solidFill>
                <a:latin typeface="Arial"/>
                <a:ea typeface="Arial"/>
                <a:cs typeface="Arial"/>
              </a:rPr>
              <a:t>One payload</a:t>
            </a:r>
          </a:p>
        </p:txBody>
      </p:sp>
      <p:sp>
        <p:nvSpPr>
          <p:cNvPr id="156" name="capability_v1_s2_o154">
            <a:extLst xmlns:a="http://schemas.openxmlformats.org/drawingml/2006/main">
              <a:ext uri="{FF2B5EF4-FFF2-40B4-BE49-F238E27FC236}">
                <a16:creationId xmlns:a16="http://schemas.microsoft.com/office/drawing/2014/main" id="{252315AB-7FCD-4AE7-AC04-2E764FB7AD19}"/>
              </a:ext>
            </a:extLst>
          </p:cNvPr>
          <p:cNvSpPr>
            <a:spLocks xmlns:a="http://schemas.openxmlformats.org/drawingml/2006/main" noGrp="1"/>
          </p:cNvSpPr>
          <p:nvPr/>
        </p:nvSpPr>
        <p:spPr>
          <a:xfrm xmlns:a="http://schemas.openxmlformats.org/drawingml/2006/main">
            <a:off x="393700" y="4044950"/>
            <a:ext cx="127000" cy="177800"/>
          </a:xfrm>
          <a:prstGeom xmlns:a="http://schemas.openxmlformats.org/drawingml/2006/main" prst="rect">
            <a:avLst/>
          </a:prstGeom>
          <a:noFill xmlns:a="http://schemas.openxmlformats.org/drawingml/2006/main"/>
          <a:ln xmlns:a="http://schemas.openxmlformats.org/drawingml/2006/main" w="11430">
            <a:solidFill>
              <a:srgbClr val="F6B94D"/>
            </a:solidFill>
          </a:ln>
        </p:spPr>
      </p:sp>
      <p:sp>
        <p:nvSpPr>
          <p:cNvPr id="157" name="capability_v1_s2_o155">
            <a:extLst xmlns:a="http://schemas.openxmlformats.org/drawingml/2006/main">
              <a:ext uri="{FF2B5EF4-FFF2-40B4-BE49-F238E27FC236}">
                <a16:creationId xmlns:a16="http://schemas.microsoft.com/office/drawing/2014/main" id="{F4ADA0F2-C26C-4454-B29C-79543D655792}"/>
              </a:ext>
            </a:extLst>
          </p:cNvPr>
          <p:cNvSpPr>
            <a:spLocks xmlns:a="http://schemas.openxmlformats.org/drawingml/2006/main" noGrp="1"/>
          </p:cNvSpPr>
          <p:nvPr/>
        </p:nvSpPr>
        <p:spPr>
          <a:xfrm xmlns:a="http://schemas.openxmlformats.org/drawingml/2006/main">
            <a:off x="419100" y="4108450"/>
            <a:ext cx="76200" cy="95"/>
          </a:xfrm>
          <a:custGeom xmlns:a="http://schemas.openxmlformats.org/drawingml/2006/main">
            <a:pathLst>
              <a:path w="76200" h="95">
                <a:moveTo>
                  <a:pt x="0" y="0"/>
                </a:moveTo>
                <a:lnTo>
                  <a:pt x="76200" y="0"/>
                </a:lnTo>
              </a:path>
            </a:pathLst>
          </a:custGeom>
          <a:noFill xmlns:a="http://schemas.openxmlformats.org/drawingml/2006/main"/>
          <a:ln xmlns:a="http://schemas.openxmlformats.org/drawingml/2006/main" w="10160">
            <a:solidFill>
              <a:srgbClr val="F6B94D"/>
            </a:solidFill>
            <a:prstDash val="solid"/>
          </a:ln>
        </p:spPr>
      </p:sp>
      <p:sp>
        <p:nvSpPr>
          <p:cNvPr id="158" name="capability_v1_s2_o156">
            <a:extLst xmlns:a="http://schemas.openxmlformats.org/drawingml/2006/main">
              <a:ext uri="{FF2B5EF4-FFF2-40B4-BE49-F238E27FC236}">
                <a16:creationId xmlns:a16="http://schemas.microsoft.com/office/drawing/2014/main" id="{94090B31-0089-4ACF-8F33-BDE6DE448ABE}"/>
              </a:ext>
            </a:extLst>
          </p:cNvPr>
          <p:cNvSpPr>
            <a:spLocks xmlns:a="http://schemas.openxmlformats.org/drawingml/2006/main" noGrp="1"/>
          </p:cNvSpPr>
          <p:nvPr/>
        </p:nvSpPr>
        <p:spPr>
          <a:xfrm xmlns:a="http://schemas.openxmlformats.org/drawingml/2006/main">
            <a:off x="419100" y="4159250"/>
            <a:ext cx="63500" cy="95"/>
          </a:xfrm>
          <a:custGeom xmlns:a="http://schemas.openxmlformats.org/drawingml/2006/main">
            <a:pathLst>
              <a:path w="63500" h="95">
                <a:moveTo>
                  <a:pt x="0" y="0"/>
                </a:moveTo>
                <a:lnTo>
                  <a:pt x="63500" y="0"/>
                </a:lnTo>
              </a:path>
            </a:pathLst>
          </a:custGeom>
          <a:noFill xmlns:a="http://schemas.openxmlformats.org/drawingml/2006/main"/>
          <a:ln xmlns:a="http://schemas.openxmlformats.org/drawingml/2006/main" w="10160">
            <a:solidFill>
              <a:srgbClr val="F6B94D"/>
            </a:solidFill>
            <a:prstDash val="solid"/>
          </a:ln>
        </p:spPr>
      </p:sp>
      <p:sp>
        <p:nvSpPr>
          <p:cNvPr id="159" name="capability_v1_s2_o157">
            <a:extLst xmlns:a="http://schemas.openxmlformats.org/drawingml/2006/main">
              <a:ext uri="{FF2B5EF4-FFF2-40B4-BE49-F238E27FC236}">
                <a16:creationId xmlns:a16="http://schemas.microsoft.com/office/drawing/2014/main" id="{1EA08B7E-A979-4049-9655-2961455401D9}"/>
              </a:ext>
            </a:extLst>
          </p:cNvPr>
          <p:cNvSpPr>
            <a:spLocks xmlns:a="http://schemas.openxmlformats.org/drawingml/2006/main" noGrp="1"/>
          </p:cNvSpPr>
          <p:nvPr/>
        </p:nvSpPr>
        <p:spPr>
          <a:xfrm xmlns:a="http://schemas.openxmlformats.org/drawingml/2006/main">
            <a:off x="558800" y="3886200"/>
            <a:ext cx="1295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75" b="0">
                <a:solidFill>
                  <a:srgbClr val="F6B94D"/>
                </a:solidFill>
                <a:latin typeface="Arial"/>
                <a:ea typeface="Arial"/>
                <a:cs typeface="Arial"/>
              </a:defRPr>
            </a:defPPr>
          </a:lstStyle>
          <a:p xmlns:a="http://schemas.openxmlformats.org/drawingml/2006/main">
            <a:pPr algn="ctr">
              <a:lnSpc>
                <a:spcPct val="108000"/>
              </a:lnSpc>
              <a:buNone/>
              <a:defRPr sz="875" b="0">
                <a:solidFill>
                  <a:srgbClr val="F6B94D"/>
                </a:solidFill>
                <a:latin typeface="Arial"/>
                <a:ea typeface="Arial"/>
                <a:cs typeface="Arial"/>
              </a:defRPr>
            </a:pPr>
            <a:r>
              <a:rPr sz="875" b="0">
                <a:solidFill>
                  <a:srgbClr val="F6B94D"/>
                </a:solidFill>
                <a:latin typeface="Arial"/>
                <a:ea typeface="Arial"/>
                <a:cs typeface="Arial"/>
              </a:rPr>
              <a:t>dungeon-</a:t>
            </a:r>
          </a:p>
          <a:p xmlns:a="http://schemas.openxmlformats.org/drawingml/2006/main">
            <a:pPr algn="ctr">
              <a:lnSpc>
                <a:spcPct val="108000"/>
              </a:lnSpc>
              <a:buNone/>
              <a:defRPr sz="875" b="0">
                <a:solidFill>
                  <a:srgbClr val="F6B94D"/>
                </a:solidFill>
                <a:latin typeface="Arial"/>
                <a:ea typeface="Arial"/>
                <a:cs typeface="Arial"/>
              </a:defRPr>
            </a:pPr>
            <a:r>
              <a:rPr sz="875" b="0">
                <a:solidFill>
                  <a:srgbClr val="F6B94D"/>
                </a:solidFill>
                <a:latin typeface="Arial"/>
                <a:ea typeface="Arial"/>
                <a:cs typeface="Arial"/>
              </a:rPr>
              <a:t>generation-seed-</a:t>
            </a:r>
          </a:p>
          <a:p xmlns:a="http://schemas.openxmlformats.org/drawingml/2006/main">
            <a:pPr algn="ctr">
              <a:lnSpc>
                <a:spcPct val="108000"/>
              </a:lnSpc>
              <a:buNone/>
              <a:defRPr sz="875" b="0">
                <a:solidFill>
                  <a:srgbClr val="F6B94D"/>
                </a:solidFill>
                <a:latin typeface="Arial"/>
                <a:ea typeface="Arial"/>
                <a:cs typeface="Arial"/>
              </a:defRPr>
            </a:pPr>
            <a:r>
              <a:rPr sz="875" b="0">
                <a:solidFill>
                  <a:srgbClr val="F6B94D"/>
                </a:solidFill>
                <a:latin typeface="Arial"/>
                <a:ea typeface="Arial"/>
                <a:cs typeface="Arial"/>
              </a:rPr>
              <a:t>contract.v1</a:t>
            </a:r>
          </a:p>
        </p:txBody>
      </p:sp>
      <p:sp>
        <p:nvSpPr>
          <p:cNvPr id="160" name="capability_v1_s2_o158">
            <a:extLst xmlns:a="http://schemas.openxmlformats.org/drawingml/2006/main">
              <a:ext uri="{FF2B5EF4-FFF2-40B4-BE49-F238E27FC236}">
                <a16:creationId xmlns:a16="http://schemas.microsoft.com/office/drawing/2014/main" id="{567D10CC-B1CB-45FF-8677-4C389B7C6E70}"/>
              </a:ext>
            </a:extLst>
          </p:cNvPr>
          <p:cNvSpPr>
            <a:spLocks xmlns:a="http://schemas.openxmlformats.org/drawingml/2006/main" noGrp="1"/>
          </p:cNvSpPr>
          <p:nvPr/>
        </p:nvSpPr>
        <p:spPr>
          <a:xfrm xmlns:a="http://schemas.openxmlformats.org/drawingml/2006/main">
            <a:off x="10210800" y="2895600"/>
            <a:ext cx="17526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200" b="1">
                <a:solidFill>
                  <a:srgbClr val="4DE0B0"/>
                </a:solidFill>
                <a:latin typeface="Arial"/>
                <a:ea typeface="Arial"/>
                <a:cs typeface="Arial"/>
              </a:defRPr>
            </a:defPPr>
          </a:lstStyle>
          <a:p xmlns:a="http://schemas.openxmlformats.org/drawingml/2006/main">
            <a:pPr algn="ctr">
              <a:lnSpc>
                <a:spcPct val="108000"/>
              </a:lnSpc>
              <a:buNone/>
              <a:defRPr sz="1200" b="1">
                <a:solidFill>
                  <a:srgbClr val="4DE0B0"/>
                </a:solidFill>
                <a:latin typeface="Arial"/>
                <a:ea typeface="Arial"/>
                <a:cs typeface="Arial"/>
              </a:defRPr>
            </a:pPr>
            <a:r>
              <a:rPr sz="1200" b="1">
                <a:solidFill>
                  <a:srgbClr val="4DE0B0"/>
                </a:solidFill>
                <a:latin typeface="Arial"/>
                <a:ea typeface="Arial"/>
                <a:cs typeface="Arial"/>
              </a:rPr>
              <a:t>procedural dungeon</a:t>
            </a:r>
          </a:p>
          <a:p xmlns:a="http://schemas.openxmlformats.org/drawingml/2006/main">
            <a:pPr algn="ctr">
              <a:lnSpc>
                <a:spcPct val="108000"/>
              </a:lnSpc>
              <a:buNone/>
              <a:defRPr sz="1200" b="1">
                <a:solidFill>
                  <a:srgbClr val="4DE0B0"/>
                </a:solidFill>
                <a:latin typeface="Arial"/>
                <a:ea typeface="Arial"/>
                <a:cs typeface="Arial"/>
              </a:defRPr>
            </a:pPr>
            <a:r>
              <a:rPr sz="1200" b="1">
                <a:solidFill>
                  <a:srgbClr val="4DE0B0"/>
                </a:solidFill>
                <a:latin typeface="Arial"/>
                <a:ea typeface="Arial"/>
                <a:cs typeface="Arial"/>
              </a:rPr>
              <a:t>governed execution</a:t>
            </a:r>
          </a:p>
        </p:txBody>
      </p:sp>
      <p:sp>
        <p:nvSpPr>
          <p:cNvPr id="161" name="capability_v1_s2_o159">
            <a:extLst xmlns:a="http://schemas.openxmlformats.org/drawingml/2006/main">
              <a:ext uri="{FF2B5EF4-FFF2-40B4-BE49-F238E27FC236}">
                <a16:creationId xmlns:a16="http://schemas.microsoft.com/office/drawing/2014/main" id="{6168BDCF-C1CA-4AC3-A2AA-98EA7CC022C7}"/>
              </a:ext>
            </a:extLst>
          </p:cNvPr>
          <p:cNvSpPr>
            <a:spLocks xmlns:a="http://schemas.openxmlformats.org/drawingml/2006/main" noGrp="1"/>
          </p:cNvSpPr>
          <p:nvPr/>
        </p:nvSpPr>
        <p:spPr>
          <a:xfrm xmlns:a="http://schemas.openxmlformats.org/drawingml/2006/main">
            <a:off x="10261600" y="3556000"/>
            <a:ext cx="1651000" cy="584200"/>
          </a:xfrm>
          <a:prstGeom xmlns:a="http://schemas.openxmlformats.org/drawingml/2006/main" prst="roundRect">
            <a:avLst>
              <a:gd name="adj" fmla="val 17391"/>
            </a:avLst>
          </a:prstGeom>
          <a:solidFill xmlns:a="http://schemas.openxmlformats.org/drawingml/2006/main">
            <a:srgbClr val="04252B"/>
          </a:solidFill>
          <a:ln xmlns:a="http://schemas.openxmlformats.org/drawingml/2006/main" w="11430">
            <a:solidFill>
              <a:srgbClr val="4DE0B0"/>
            </a:solidFill>
          </a:ln>
        </p:spPr>
      </p:sp>
      <p:sp>
        <p:nvSpPr>
          <p:cNvPr id="162" name="capability_v1_s2_o160">
            <a:extLst xmlns:a="http://schemas.openxmlformats.org/drawingml/2006/main">
              <a:ext uri="{FF2B5EF4-FFF2-40B4-BE49-F238E27FC236}">
                <a16:creationId xmlns:a16="http://schemas.microsoft.com/office/drawing/2014/main" id="{1A7875C4-A637-46E6-A9A8-278D3D51E83F}"/>
              </a:ext>
            </a:extLst>
          </p:cNvPr>
          <p:cNvSpPr>
            <a:spLocks xmlns:a="http://schemas.openxmlformats.org/drawingml/2006/main" noGrp="1"/>
          </p:cNvSpPr>
          <p:nvPr/>
        </p:nvSpPr>
        <p:spPr>
          <a:xfrm xmlns:a="http://schemas.openxmlformats.org/drawingml/2006/main">
            <a:off x="10375900" y="3752850"/>
            <a:ext cx="127000" cy="177800"/>
          </a:xfrm>
          <a:prstGeom xmlns:a="http://schemas.openxmlformats.org/drawingml/2006/main" prst="rect">
            <a:avLst/>
          </a:prstGeom>
          <a:noFill xmlns:a="http://schemas.openxmlformats.org/drawingml/2006/main"/>
          <a:ln xmlns:a="http://schemas.openxmlformats.org/drawingml/2006/main" w="11430">
            <a:solidFill>
              <a:srgbClr val="4DE0B0"/>
            </a:solidFill>
          </a:ln>
        </p:spPr>
      </p:sp>
      <p:sp>
        <p:nvSpPr>
          <p:cNvPr id="163" name="capability_v1_s2_o161">
            <a:extLst xmlns:a="http://schemas.openxmlformats.org/drawingml/2006/main">
              <a:ext uri="{FF2B5EF4-FFF2-40B4-BE49-F238E27FC236}">
                <a16:creationId xmlns:a16="http://schemas.microsoft.com/office/drawing/2014/main" id="{1FDED709-D82D-461A-B6D9-058EBD726529}"/>
              </a:ext>
            </a:extLst>
          </p:cNvPr>
          <p:cNvSpPr>
            <a:spLocks xmlns:a="http://schemas.openxmlformats.org/drawingml/2006/main" noGrp="1"/>
          </p:cNvSpPr>
          <p:nvPr/>
        </p:nvSpPr>
        <p:spPr>
          <a:xfrm xmlns:a="http://schemas.openxmlformats.org/drawingml/2006/main">
            <a:off x="10401300" y="3816350"/>
            <a:ext cx="76200" cy="95"/>
          </a:xfrm>
          <a:custGeom xmlns:a="http://schemas.openxmlformats.org/drawingml/2006/main">
            <a:pathLst>
              <a:path w="76200" h="95">
                <a:moveTo>
                  <a:pt x="0" y="0"/>
                </a:moveTo>
                <a:lnTo>
                  <a:pt x="76200" y="0"/>
                </a:lnTo>
              </a:path>
            </a:pathLst>
          </a:custGeom>
          <a:noFill xmlns:a="http://schemas.openxmlformats.org/drawingml/2006/main"/>
          <a:ln xmlns:a="http://schemas.openxmlformats.org/drawingml/2006/main" w="10160">
            <a:solidFill>
              <a:srgbClr val="4DE0B0"/>
            </a:solidFill>
            <a:prstDash val="solid"/>
          </a:ln>
        </p:spPr>
      </p:sp>
      <p:sp>
        <p:nvSpPr>
          <p:cNvPr id="164" name="capability_v1_s2_o162">
            <a:extLst xmlns:a="http://schemas.openxmlformats.org/drawingml/2006/main">
              <a:ext uri="{FF2B5EF4-FFF2-40B4-BE49-F238E27FC236}">
                <a16:creationId xmlns:a16="http://schemas.microsoft.com/office/drawing/2014/main" id="{8253FAA9-48D1-4B26-A22D-92E1AED7A13C}"/>
              </a:ext>
            </a:extLst>
          </p:cNvPr>
          <p:cNvSpPr>
            <a:spLocks xmlns:a="http://schemas.openxmlformats.org/drawingml/2006/main" noGrp="1"/>
          </p:cNvSpPr>
          <p:nvPr/>
        </p:nvSpPr>
        <p:spPr>
          <a:xfrm xmlns:a="http://schemas.openxmlformats.org/drawingml/2006/main">
            <a:off x="10401300" y="3867150"/>
            <a:ext cx="63500" cy="95"/>
          </a:xfrm>
          <a:custGeom xmlns:a="http://schemas.openxmlformats.org/drawingml/2006/main">
            <a:pathLst>
              <a:path w="63500" h="95">
                <a:moveTo>
                  <a:pt x="0" y="0"/>
                </a:moveTo>
                <a:lnTo>
                  <a:pt x="63500" y="0"/>
                </a:lnTo>
              </a:path>
            </a:pathLst>
          </a:custGeom>
          <a:noFill xmlns:a="http://schemas.openxmlformats.org/drawingml/2006/main"/>
          <a:ln xmlns:a="http://schemas.openxmlformats.org/drawingml/2006/main" w="10160">
            <a:solidFill>
              <a:srgbClr val="4DE0B0"/>
            </a:solidFill>
            <a:prstDash val="solid"/>
          </a:ln>
        </p:spPr>
      </p:sp>
      <p:sp>
        <p:nvSpPr>
          <p:cNvPr id="165" name="capability_v1_s2_o163">
            <a:extLst xmlns:a="http://schemas.openxmlformats.org/drawingml/2006/main">
              <a:ext uri="{FF2B5EF4-FFF2-40B4-BE49-F238E27FC236}">
                <a16:creationId xmlns:a16="http://schemas.microsoft.com/office/drawing/2014/main" id="{CDA568DD-6143-492D-B496-4039ECAF4758}"/>
              </a:ext>
            </a:extLst>
          </p:cNvPr>
          <p:cNvSpPr>
            <a:spLocks xmlns:a="http://schemas.openxmlformats.org/drawingml/2006/main" noGrp="1"/>
          </p:cNvSpPr>
          <p:nvPr/>
        </p:nvSpPr>
        <p:spPr>
          <a:xfrm xmlns:a="http://schemas.openxmlformats.org/drawingml/2006/main">
            <a:off x="10541000" y="3568700"/>
            <a:ext cx="13589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50" b="0">
                <a:solidFill>
                  <a:srgbClr val="4DE0B0"/>
                </a:solidFill>
                <a:latin typeface="Arial"/>
                <a:ea typeface="Arial"/>
                <a:cs typeface="Arial"/>
              </a:defRPr>
            </a:defPPr>
          </a:lstStyle>
          <a:p xmlns:a="http://schemas.openxmlformats.org/drawingml/2006/main">
            <a:pPr algn="ctr">
              <a:lnSpc>
                <a:spcPct val="108000"/>
              </a:lnSpc>
              <a:buNone/>
              <a:defRPr sz="950" b="0">
                <a:solidFill>
                  <a:srgbClr val="4DE0B0"/>
                </a:solidFill>
                <a:latin typeface="Arial"/>
                <a:ea typeface="Arial"/>
                <a:cs typeface="Arial"/>
              </a:defRPr>
            </a:pPr>
            <a:r>
              <a:rPr sz="950" b="0">
                <a:solidFill>
                  <a:srgbClr val="4DE0B0"/>
                </a:solidFill>
                <a:latin typeface="Arial"/>
                <a:ea typeface="Arial"/>
                <a:cs typeface="Arial"/>
              </a:rPr>
              <a:t>dungeon-board-</a:t>
            </a:r>
          </a:p>
          <a:p xmlns:a="http://schemas.openxmlformats.org/drawingml/2006/main">
            <a:pPr algn="ctr">
              <a:lnSpc>
                <a:spcPct val="108000"/>
              </a:lnSpc>
              <a:buNone/>
              <a:defRPr sz="950" b="0">
                <a:solidFill>
                  <a:srgbClr val="4DE0B0"/>
                </a:solidFill>
                <a:latin typeface="Arial"/>
                <a:ea typeface="Arial"/>
                <a:cs typeface="Arial"/>
              </a:defRPr>
            </a:pPr>
            <a:r>
              <a:rPr sz="950" b="0">
                <a:solidFill>
                  <a:srgbClr val="4DE0B0"/>
                </a:solidFill>
                <a:latin typeface="Arial"/>
                <a:ea typeface="Arial"/>
                <a:cs typeface="Arial"/>
              </a:rPr>
              <a:t>state-contract.v1</a:t>
            </a:r>
          </a:p>
        </p:txBody>
      </p:sp>
      <p:sp>
        <p:nvSpPr>
          <p:cNvPr id="166" name="capability_v1_s2_o164">
            <a:extLst xmlns:a="http://schemas.openxmlformats.org/drawingml/2006/main">
              <a:ext uri="{FF2B5EF4-FFF2-40B4-BE49-F238E27FC236}">
                <a16:creationId xmlns:a16="http://schemas.microsoft.com/office/drawing/2014/main" id="{7C8103F0-C143-4DA5-971F-B9CAB30AE4E0}"/>
              </a:ext>
            </a:extLst>
          </p:cNvPr>
          <p:cNvSpPr>
            <a:spLocks xmlns:a="http://schemas.openxmlformats.org/drawingml/2006/main" noGrp="1"/>
          </p:cNvSpPr>
          <p:nvPr/>
        </p:nvSpPr>
        <p:spPr>
          <a:xfrm xmlns:a="http://schemas.openxmlformats.org/drawingml/2006/main">
            <a:off x="2695321" y="1510792"/>
            <a:ext cx="6735191" cy="779526"/>
          </a:xfrm>
          <a:prstGeom xmlns:a="http://schemas.openxmlformats.org/drawingml/2006/main" prst="roundRect">
            <a:avLst>
              <a:gd name="adj" fmla="val 13034"/>
            </a:avLst>
          </a:prstGeom>
          <a:solidFill xmlns:a="http://schemas.openxmlformats.org/drawingml/2006/main">
            <a:srgbClr val="020A14"/>
          </a:solidFill>
          <a:ln xmlns:a="http://schemas.openxmlformats.org/drawingml/2006/main" w="0">
            <a:noFill/>
          </a:ln>
        </p:spPr>
      </p:sp>
      <p:sp>
        <p:nvSpPr>
          <p:cNvPr id="167" name="capability_v1_s2_o165">
            <a:extLst xmlns:a="http://schemas.openxmlformats.org/drawingml/2006/main">
              <a:ext uri="{FF2B5EF4-FFF2-40B4-BE49-F238E27FC236}">
                <a16:creationId xmlns:a16="http://schemas.microsoft.com/office/drawing/2014/main" id="{0D12CB07-0749-4697-8A11-7A98D02E241C}"/>
              </a:ext>
            </a:extLst>
          </p:cNvPr>
          <p:cNvSpPr>
            <a:spLocks xmlns:a="http://schemas.openxmlformats.org/drawingml/2006/main" noGrp="1"/>
          </p:cNvSpPr>
          <p:nvPr/>
        </p:nvSpPr>
        <p:spPr>
          <a:xfrm xmlns:a="http://schemas.openxmlformats.org/drawingml/2006/main">
            <a:off x="2546477" y="1460500"/>
            <a:ext cx="6921246" cy="838200"/>
          </a:xfrm>
          <a:prstGeom xmlns:a="http://schemas.openxmlformats.org/drawingml/2006/main" prst="roundRect">
            <a:avLst>
              <a:gd name="adj" fmla="val 12121"/>
            </a:avLst>
          </a:prstGeom>
          <a:solidFill xmlns:a="http://schemas.openxmlformats.org/drawingml/2006/main">
            <a:srgbClr val="101A35"/>
          </a:solidFill>
          <a:ln xmlns:a="http://schemas.openxmlformats.org/drawingml/2006/main" w="20320">
            <a:solidFill>
              <a:srgbClr val="A98AF2"/>
            </a:solidFill>
          </a:ln>
        </p:spPr>
      </p:sp>
      <p:sp>
        <p:nvSpPr>
          <p:cNvPr id="168" name="capability_v1_s2_o166">
            <a:extLst xmlns:a="http://schemas.openxmlformats.org/drawingml/2006/main">
              <a:ext uri="{FF2B5EF4-FFF2-40B4-BE49-F238E27FC236}">
                <a16:creationId xmlns:a16="http://schemas.microsoft.com/office/drawing/2014/main" id="{3B9DD031-8D0F-4E47-94E0-71F188083B3F}"/>
              </a:ext>
            </a:extLst>
          </p:cNvPr>
          <p:cNvSpPr>
            <a:spLocks xmlns:a="http://schemas.openxmlformats.org/drawingml/2006/main" noGrp="1"/>
          </p:cNvSpPr>
          <p:nvPr/>
        </p:nvSpPr>
        <p:spPr>
          <a:xfrm xmlns:a="http://schemas.openxmlformats.org/drawingml/2006/main">
            <a:off x="2769743" y="1506601"/>
            <a:ext cx="6474714" cy="2347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169" name="capability_v1_s2_o167">
            <a:extLst xmlns:a="http://schemas.openxmlformats.org/drawingml/2006/main">
              <a:ext uri="{FF2B5EF4-FFF2-40B4-BE49-F238E27FC236}">
                <a16:creationId xmlns:a16="http://schemas.microsoft.com/office/drawing/2014/main" id="{29AF8540-1C92-4459-BE30-0660D80B6EEE}"/>
              </a:ext>
            </a:extLst>
          </p:cNvPr>
          <p:cNvSpPr>
            <a:spLocks xmlns:a="http://schemas.openxmlformats.org/drawingml/2006/main" noGrp="1"/>
          </p:cNvSpPr>
          <p:nvPr/>
        </p:nvSpPr>
        <p:spPr>
          <a:xfrm xmlns:a="http://schemas.openxmlformats.org/drawingml/2006/main">
            <a:off x="2286000" y="1678432"/>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0" name="capability_v1_s2_o168">
            <a:extLst xmlns:a="http://schemas.openxmlformats.org/drawingml/2006/main">
              <a:ext uri="{FF2B5EF4-FFF2-40B4-BE49-F238E27FC236}">
                <a16:creationId xmlns:a16="http://schemas.microsoft.com/office/drawing/2014/main" id="{A5B3E586-9FF5-4038-BCF1-39F84F45E8D6}"/>
              </a:ext>
            </a:extLst>
          </p:cNvPr>
          <p:cNvSpPr>
            <a:spLocks xmlns:a="http://schemas.openxmlformats.org/drawingml/2006/main" noGrp="1"/>
          </p:cNvSpPr>
          <p:nvPr/>
        </p:nvSpPr>
        <p:spPr>
          <a:xfrm xmlns:a="http://schemas.openxmlformats.org/drawingml/2006/main">
            <a:off x="2286000" y="1879600"/>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1" name="capability_v1_s2_o169">
            <a:extLst xmlns:a="http://schemas.openxmlformats.org/drawingml/2006/main">
              <a:ext uri="{FF2B5EF4-FFF2-40B4-BE49-F238E27FC236}">
                <a16:creationId xmlns:a16="http://schemas.microsoft.com/office/drawing/2014/main" id="{D68F2A43-C161-48C1-94F0-4DF853595743}"/>
              </a:ext>
            </a:extLst>
          </p:cNvPr>
          <p:cNvSpPr>
            <a:spLocks xmlns:a="http://schemas.openxmlformats.org/drawingml/2006/main" noGrp="1"/>
          </p:cNvSpPr>
          <p:nvPr/>
        </p:nvSpPr>
        <p:spPr>
          <a:xfrm xmlns:a="http://schemas.openxmlformats.org/drawingml/2006/main">
            <a:off x="2286000" y="2080768"/>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2" name="capability_v1_s2_o170">
            <a:extLst xmlns:a="http://schemas.openxmlformats.org/drawingml/2006/main">
              <a:ext uri="{FF2B5EF4-FFF2-40B4-BE49-F238E27FC236}">
                <a16:creationId xmlns:a16="http://schemas.microsoft.com/office/drawing/2014/main" id="{4533310C-95B9-4B3F-BF8C-723D1B535DD6}"/>
              </a:ext>
            </a:extLst>
          </p:cNvPr>
          <p:cNvSpPr>
            <a:spLocks xmlns:a="http://schemas.openxmlformats.org/drawingml/2006/main" noGrp="1"/>
          </p:cNvSpPr>
          <p:nvPr/>
        </p:nvSpPr>
        <p:spPr>
          <a:xfrm xmlns:a="http://schemas.openxmlformats.org/drawingml/2006/main">
            <a:off x="9467723" y="1678432"/>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3" name="capability_v1_s2_o171">
            <a:extLst xmlns:a="http://schemas.openxmlformats.org/drawingml/2006/main">
              <a:ext uri="{FF2B5EF4-FFF2-40B4-BE49-F238E27FC236}">
                <a16:creationId xmlns:a16="http://schemas.microsoft.com/office/drawing/2014/main" id="{E454F735-2EC7-48B1-BBFC-2065167BBF75}"/>
              </a:ext>
            </a:extLst>
          </p:cNvPr>
          <p:cNvSpPr>
            <a:spLocks xmlns:a="http://schemas.openxmlformats.org/drawingml/2006/main" noGrp="1"/>
          </p:cNvSpPr>
          <p:nvPr/>
        </p:nvSpPr>
        <p:spPr>
          <a:xfrm xmlns:a="http://schemas.openxmlformats.org/drawingml/2006/main">
            <a:off x="9467723" y="1879600"/>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4" name="capability_v1_s2_o172">
            <a:extLst xmlns:a="http://schemas.openxmlformats.org/drawingml/2006/main">
              <a:ext uri="{FF2B5EF4-FFF2-40B4-BE49-F238E27FC236}">
                <a16:creationId xmlns:a16="http://schemas.microsoft.com/office/drawing/2014/main" id="{D65DC003-3C21-47BC-BE73-8DF864B7DB80}"/>
              </a:ext>
            </a:extLst>
          </p:cNvPr>
          <p:cNvSpPr>
            <a:spLocks xmlns:a="http://schemas.openxmlformats.org/drawingml/2006/main" noGrp="1"/>
          </p:cNvSpPr>
          <p:nvPr/>
        </p:nvSpPr>
        <p:spPr>
          <a:xfrm xmlns:a="http://schemas.openxmlformats.org/drawingml/2006/main">
            <a:off x="9467723" y="2080768"/>
            <a:ext cx="260477" cy="95"/>
          </a:xfrm>
          <a:custGeom xmlns:a="http://schemas.openxmlformats.org/drawingml/2006/main">
            <a:pathLst>
              <a:path w="260477" h="95">
                <a:moveTo>
                  <a:pt x="0" y="0"/>
                </a:moveTo>
                <a:lnTo>
                  <a:pt x="260477" y="0"/>
                </a:lnTo>
              </a:path>
            </a:pathLst>
          </a:custGeom>
          <a:noFill xmlns:a="http://schemas.openxmlformats.org/drawingml/2006/main"/>
          <a:ln xmlns:a="http://schemas.openxmlformats.org/drawingml/2006/main" w="15240">
            <a:solidFill>
              <a:srgbClr val="A98AF2"/>
            </a:solidFill>
            <a:prstDash val="solid"/>
          </a:ln>
        </p:spPr>
      </p:sp>
      <p:sp>
        <p:nvSpPr>
          <p:cNvPr id="175" name="capability_v1_s2_o173">
            <a:extLst xmlns:a="http://schemas.openxmlformats.org/drawingml/2006/main">
              <a:ext uri="{FF2B5EF4-FFF2-40B4-BE49-F238E27FC236}">
                <a16:creationId xmlns:a16="http://schemas.microsoft.com/office/drawing/2014/main" id="{043DB6DF-B90F-48E0-A9FA-DE0A0BBBD9E6}"/>
              </a:ext>
            </a:extLst>
          </p:cNvPr>
          <p:cNvSpPr>
            <a:spLocks xmlns:a="http://schemas.openxmlformats.org/drawingml/2006/main" noGrp="1"/>
          </p:cNvSpPr>
          <p:nvPr/>
        </p:nvSpPr>
        <p:spPr>
          <a:xfrm xmlns:a="http://schemas.openxmlformats.org/drawingml/2006/main">
            <a:off x="6007100" y="1460500"/>
            <a:ext cx="95" cy="16764"/>
          </a:xfrm>
          <a:custGeom xmlns:a="http://schemas.openxmlformats.org/drawingml/2006/main">
            <a:pathLst>
              <a:path w="95" h="16764">
                <a:moveTo>
                  <a:pt x="0" y="0"/>
                </a:moveTo>
                <a:lnTo>
                  <a:pt x="0" y="16764"/>
                </a:lnTo>
              </a:path>
            </a:pathLst>
          </a:custGeom>
          <a:noFill xmlns:a="http://schemas.openxmlformats.org/drawingml/2006/main"/>
          <a:ln xmlns:a="http://schemas.openxmlformats.org/drawingml/2006/main" w="15240">
            <a:solidFill>
              <a:srgbClr val="A98AF2"/>
            </a:solidFill>
            <a:prstDash val="solid"/>
          </a:ln>
        </p:spPr>
      </p:sp>
      <p:sp>
        <p:nvSpPr>
          <p:cNvPr id="176" name="capability_v1_s2_o174">
            <a:extLst xmlns:a="http://schemas.openxmlformats.org/drawingml/2006/main">
              <a:ext uri="{FF2B5EF4-FFF2-40B4-BE49-F238E27FC236}">
                <a16:creationId xmlns:a16="http://schemas.microsoft.com/office/drawing/2014/main" id="{6C1414A3-90D3-4E76-A825-5D07D999C90A}"/>
              </a:ext>
            </a:extLst>
          </p:cNvPr>
          <p:cNvSpPr>
            <a:spLocks xmlns:a="http://schemas.openxmlformats.org/drawingml/2006/main" noGrp="1"/>
          </p:cNvSpPr>
          <p:nvPr/>
        </p:nvSpPr>
        <p:spPr>
          <a:xfrm xmlns:a="http://schemas.openxmlformats.org/drawingml/2006/main">
            <a:off x="6007100" y="2265172"/>
            <a:ext cx="95" cy="33528"/>
          </a:xfrm>
          <a:custGeom xmlns:a="http://schemas.openxmlformats.org/drawingml/2006/main">
            <a:pathLst>
              <a:path w="95" h="33528">
                <a:moveTo>
                  <a:pt x="0" y="0"/>
                </a:moveTo>
                <a:lnTo>
                  <a:pt x="0" y="33528"/>
                </a:lnTo>
              </a:path>
            </a:pathLst>
          </a:custGeom>
          <a:noFill xmlns:a="http://schemas.openxmlformats.org/drawingml/2006/main"/>
          <a:ln xmlns:a="http://schemas.openxmlformats.org/drawingml/2006/main" w="15240">
            <a:solidFill>
              <a:srgbClr val="A98AF2"/>
            </a:solidFill>
            <a:prstDash val="solid"/>
          </a:ln>
        </p:spPr>
      </p:sp>
      <p:sp>
        <p:nvSpPr>
          <p:cNvPr id="177" name="capability_v1_s2_o175">
            <a:extLst xmlns:a="http://schemas.openxmlformats.org/drawingml/2006/main">
              <a:ext uri="{FF2B5EF4-FFF2-40B4-BE49-F238E27FC236}">
                <a16:creationId xmlns:a16="http://schemas.microsoft.com/office/drawing/2014/main" id="{1288DEEC-BFF5-472A-8546-A26359F1BCDA}"/>
              </a:ext>
            </a:extLst>
          </p:cNvPr>
          <p:cNvSpPr>
            <a:spLocks xmlns:a="http://schemas.openxmlformats.org/drawingml/2006/main" noGrp="1"/>
          </p:cNvSpPr>
          <p:nvPr/>
        </p:nvSpPr>
        <p:spPr>
          <a:xfrm xmlns:a="http://schemas.openxmlformats.org/drawingml/2006/main">
            <a:off x="2286000" y="1485900"/>
            <a:ext cx="7442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A98AF2"/>
                </a:solidFill>
                <a:latin typeface="Arial"/>
                <a:ea typeface="Arial"/>
                <a:cs typeface="Arial"/>
              </a:defRPr>
            </a:defPPr>
          </a:lstStyle>
          <a:p xmlns:a="http://schemas.openxmlformats.org/drawingml/2006/main">
            <a:pPr algn="ctr">
              <a:lnSpc>
                <a:spcPct val="108000"/>
              </a:lnSpc>
              <a:buNone/>
              <a:defRPr sz="1000" b="1">
                <a:solidFill>
                  <a:srgbClr val="A98AF2"/>
                </a:solidFill>
                <a:latin typeface="Arial"/>
                <a:ea typeface="Arial"/>
                <a:cs typeface="Arial"/>
              </a:defRPr>
            </a:pPr>
            <a:r>
              <a:rPr sz="1000" b="1">
                <a:solidFill>
                  <a:srgbClr val="A98AF2"/>
                </a:solidFill>
                <a:latin typeface="Arial"/>
                <a:ea typeface="Arial"/>
                <a:cs typeface="Arial"/>
              </a:rPr>
              <a:t>PROVIDER</a:t>
            </a:r>
          </a:p>
        </p:txBody>
      </p:sp>
      <p:sp>
        <p:nvSpPr>
          <p:cNvPr id="178" name="capability_v1_s2_o176">
            <a:extLst xmlns:a="http://schemas.openxmlformats.org/drawingml/2006/main">
              <a:ext uri="{FF2B5EF4-FFF2-40B4-BE49-F238E27FC236}">
                <a16:creationId xmlns:a16="http://schemas.microsoft.com/office/drawing/2014/main" id="{5B446402-4066-4957-A89C-19C09432BAEE}"/>
              </a:ext>
            </a:extLst>
          </p:cNvPr>
          <p:cNvSpPr>
            <a:spLocks xmlns:a="http://schemas.openxmlformats.org/drawingml/2006/main" noGrp="1"/>
          </p:cNvSpPr>
          <p:nvPr/>
        </p:nvSpPr>
        <p:spPr>
          <a:xfrm xmlns:a="http://schemas.openxmlformats.org/drawingml/2006/main">
            <a:off x="2286000" y="1752600"/>
            <a:ext cx="74422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4F7FB"/>
                </a:solidFill>
                <a:latin typeface="Arial"/>
                <a:ea typeface="Arial"/>
                <a:cs typeface="Arial"/>
              </a:defRPr>
            </a:defPPr>
          </a:lstStyle>
          <a:p xmlns:a="http://schemas.openxmlformats.org/drawingml/2006/main">
            <a:pPr algn="ctr">
              <a:lnSpc>
                <a:spcPct val="108000"/>
              </a:lnSpc>
              <a:buNone/>
              <a:defRPr sz="1000" b="1">
                <a:solidFill>
                  <a:srgbClr val="F4F7FB"/>
                </a:solidFill>
                <a:latin typeface="Arial"/>
                <a:ea typeface="Arial"/>
                <a:cs typeface="Arial"/>
              </a:defRPr>
            </a:pPr>
            <a:r>
              <a:rPr sz="1000" b="1">
                <a:solidFill>
                  <a:srgbClr val="F4F7FB"/>
                </a:solidFill>
                <a:latin typeface="Arial"/>
                <a:ea typeface="Arial"/>
                <a:cs typeface="Arial"/>
                <a:hlinkClick xmlns:r="http://schemas.openxmlformats.org/officeDocument/2006/relationships" r:id="Ra9f08bbd1be443f9" action="ppaction://hlinksldjump"/>
              </a:rPr>
              <a:t>Declared Read Graph Provider (query runner)</a:t>
            </a:r>
          </a:p>
        </p:txBody>
      </p:sp>
      <p:sp>
        <p:nvSpPr>
          <p:cNvPr id="179" name="capability_v1_s2_o177">
            <a:extLst xmlns:a="http://schemas.openxmlformats.org/drawingml/2006/main">
              <a:ext uri="{FF2B5EF4-FFF2-40B4-BE49-F238E27FC236}">
                <a16:creationId xmlns:a16="http://schemas.microsoft.com/office/drawing/2014/main" id="{8697B451-E0D9-4DBA-9FA9-6F68C2CC1BB8}"/>
              </a:ext>
            </a:extLst>
          </p:cNvPr>
          <p:cNvSpPr>
            <a:spLocks xmlns:a="http://schemas.openxmlformats.org/drawingml/2006/main" noGrp="1"/>
          </p:cNvSpPr>
          <p:nvPr/>
        </p:nvSpPr>
        <p:spPr>
          <a:xfrm xmlns:a="http://schemas.openxmlformats.org/drawingml/2006/main">
            <a:off x="6007100" y="2298700"/>
            <a:ext cx="95" cy="584200"/>
          </a:xfrm>
          <a:custGeom xmlns:a="http://schemas.openxmlformats.org/drawingml/2006/main">
            <a:pathLst>
              <a:path w="95" h="584200">
                <a:moveTo>
                  <a:pt x="0" y="584200"/>
                </a:moveTo>
                <a:lnTo>
                  <a:pt x="0" y="0"/>
                </a:lnTo>
              </a:path>
            </a:pathLst>
          </a:custGeom>
          <a:noFill xmlns:a="http://schemas.openxmlformats.org/drawingml/2006/main"/>
          <a:ln xmlns:a="http://schemas.openxmlformats.org/drawingml/2006/main" w="12700">
            <a:solidFill>
              <a:srgbClr val="A98AF2"/>
            </a:solidFill>
            <a:prstDash val="solid"/>
          </a:ln>
        </p:spPr>
      </p:sp>
      <p:sp>
        <p:nvSpPr>
          <p:cNvPr id="180" name="capability_v1_s2_o178">
            <a:extLst xmlns:a="http://schemas.openxmlformats.org/drawingml/2006/main">
              <a:ext uri="{FF2B5EF4-FFF2-40B4-BE49-F238E27FC236}">
                <a16:creationId xmlns:a16="http://schemas.microsoft.com/office/drawing/2014/main" id="{54FF0C59-3B8A-4F00-8FDE-63AC2171861D}"/>
              </a:ext>
            </a:extLst>
          </p:cNvPr>
          <p:cNvSpPr>
            <a:spLocks xmlns:a="http://schemas.openxmlformats.org/drawingml/2006/main" noGrp="1"/>
          </p:cNvSpPr>
          <p:nvPr/>
        </p:nvSpPr>
        <p:spPr>
          <a:xfrm xmlns:a="http://schemas.openxmlformats.org/drawingml/2006/main">
            <a:off x="5981700" y="2273300"/>
            <a:ext cx="50800" cy="50800"/>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81" name="capability_v1_s2_o179">
            <a:extLst xmlns:a="http://schemas.openxmlformats.org/drawingml/2006/main">
              <a:ext uri="{FF2B5EF4-FFF2-40B4-BE49-F238E27FC236}">
                <a16:creationId xmlns:a16="http://schemas.microsoft.com/office/drawing/2014/main" id="{BBDB0EB3-01A1-46B6-821B-232315F3D78E}"/>
              </a:ext>
            </a:extLst>
          </p:cNvPr>
          <p:cNvSpPr>
            <a:spLocks xmlns:a="http://schemas.openxmlformats.org/drawingml/2006/main" noGrp="1"/>
          </p:cNvSpPr>
          <p:nvPr/>
        </p:nvSpPr>
        <p:spPr>
          <a:xfrm xmlns:a="http://schemas.openxmlformats.org/drawingml/2006/main">
            <a:off x="5981700" y="2857500"/>
            <a:ext cx="50800" cy="50800"/>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82" name="capability_v1_s2_o180">
            <a:extLst xmlns:a="http://schemas.openxmlformats.org/drawingml/2006/main">
              <a:ext uri="{FF2B5EF4-FFF2-40B4-BE49-F238E27FC236}">
                <a16:creationId xmlns:a16="http://schemas.microsoft.com/office/drawing/2014/main" id="{F83528A0-6CEC-42A8-8BD3-355F8C223422}"/>
              </a:ext>
            </a:extLst>
          </p:cNvPr>
          <p:cNvSpPr>
            <a:spLocks xmlns:a="http://schemas.openxmlformats.org/drawingml/2006/main" noGrp="1"/>
          </p:cNvSpPr>
          <p:nvPr/>
        </p:nvSpPr>
        <p:spPr>
          <a:xfrm xmlns:a="http://schemas.openxmlformats.org/drawingml/2006/main">
            <a:off x="6096000" y="3683000"/>
            <a:ext cx="95" cy="787400"/>
          </a:xfrm>
          <a:custGeom xmlns:a="http://schemas.openxmlformats.org/drawingml/2006/main">
            <a:pathLst>
              <a:path w="95" h="787400">
                <a:moveTo>
                  <a:pt x="0" y="787400"/>
                </a:moveTo>
                <a:lnTo>
                  <a:pt x="0" y="0"/>
                </a:lnTo>
              </a:path>
            </a:pathLst>
          </a:custGeom>
          <a:noFill xmlns:a="http://schemas.openxmlformats.org/drawingml/2006/main"/>
          <a:ln xmlns:a="http://schemas.openxmlformats.org/drawingml/2006/main" w="12700">
            <a:solidFill>
              <a:srgbClr val="A98AF2"/>
            </a:solidFill>
            <a:prstDash val="solid"/>
          </a:ln>
        </p:spPr>
      </p:sp>
      <p:sp>
        <p:nvSpPr>
          <p:cNvPr id="183" name="capability_v1_s2_o181">
            <a:extLst xmlns:a="http://schemas.openxmlformats.org/drawingml/2006/main">
              <a:ext uri="{FF2B5EF4-FFF2-40B4-BE49-F238E27FC236}">
                <a16:creationId xmlns:a16="http://schemas.microsoft.com/office/drawing/2014/main" id="{41A969BF-B896-4C00-B5AC-04FC9D3285F0}"/>
              </a:ext>
            </a:extLst>
          </p:cNvPr>
          <p:cNvSpPr>
            <a:spLocks xmlns:a="http://schemas.openxmlformats.org/drawingml/2006/main" noGrp="1"/>
          </p:cNvSpPr>
          <p:nvPr/>
        </p:nvSpPr>
        <p:spPr>
          <a:xfrm xmlns:a="http://schemas.openxmlformats.org/drawingml/2006/main">
            <a:off x="6007100" y="3683000"/>
            <a:ext cx="88900" cy="95"/>
          </a:xfrm>
          <a:custGeom xmlns:a="http://schemas.openxmlformats.org/drawingml/2006/main">
            <a:pathLst>
              <a:path w="88900" h="95">
                <a:moveTo>
                  <a:pt x="88900" y="0"/>
                </a:moveTo>
                <a:lnTo>
                  <a:pt x="0" y="0"/>
                </a:lnTo>
              </a:path>
            </a:pathLst>
          </a:custGeom>
          <a:noFill xmlns:a="http://schemas.openxmlformats.org/drawingml/2006/main"/>
          <a:ln xmlns:a="http://schemas.openxmlformats.org/drawingml/2006/main" w="12700">
            <a:solidFill>
              <a:srgbClr val="A98AF2"/>
            </a:solidFill>
            <a:prstDash val="solid"/>
          </a:ln>
        </p:spPr>
      </p:sp>
      <p:sp>
        <p:nvSpPr>
          <p:cNvPr id="184" name="capability_v1_s2_o182">
            <a:extLst xmlns:a="http://schemas.openxmlformats.org/drawingml/2006/main">
              <a:ext uri="{FF2B5EF4-FFF2-40B4-BE49-F238E27FC236}">
                <a16:creationId xmlns:a16="http://schemas.microsoft.com/office/drawing/2014/main" id="{255B8F3D-6B33-43D6-8538-E57AC13C6FF4}"/>
              </a:ext>
            </a:extLst>
          </p:cNvPr>
          <p:cNvSpPr>
            <a:spLocks xmlns:a="http://schemas.openxmlformats.org/drawingml/2006/main" noGrp="1"/>
          </p:cNvSpPr>
          <p:nvPr/>
        </p:nvSpPr>
        <p:spPr>
          <a:xfrm xmlns:a="http://schemas.openxmlformats.org/drawingml/2006/main">
            <a:off x="6007100" y="3225800"/>
            <a:ext cx="95" cy="457200"/>
          </a:xfrm>
          <a:custGeom xmlns:a="http://schemas.openxmlformats.org/drawingml/2006/main">
            <a:pathLst>
              <a:path w="95" h="457200">
                <a:moveTo>
                  <a:pt x="0" y="457200"/>
                </a:moveTo>
                <a:lnTo>
                  <a:pt x="0" y="0"/>
                </a:lnTo>
              </a:path>
            </a:pathLst>
          </a:custGeom>
          <a:noFill xmlns:a="http://schemas.openxmlformats.org/drawingml/2006/main"/>
          <a:ln xmlns:a="http://schemas.openxmlformats.org/drawingml/2006/main" w="12700">
            <a:solidFill>
              <a:srgbClr val="A98AF2"/>
            </a:solidFill>
            <a:prstDash val="solid"/>
          </a:ln>
        </p:spPr>
      </p:sp>
      <p:sp>
        <p:nvSpPr>
          <p:cNvPr id="185" name="capability_v1_s2_o183">
            <a:extLst xmlns:a="http://schemas.openxmlformats.org/drawingml/2006/main">
              <a:ext uri="{FF2B5EF4-FFF2-40B4-BE49-F238E27FC236}">
                <a16:creationId xmlns:a16="http://schemas.microsoft.com/office/drawing/2014/main" id="{1F6994B1-960E-4166-AA6B-80B00A9D8B01}"/>
              </a:ext>
            </a:extLst>
          </p:cNvPr>
          <p:cNvSpPr>
            <a:spLocks xmlns:a="http://schemas.openxmlformats.org/drawingml/2006/main" noGrp="1"/>
          </p:cNvSpPr>
          <p:nvPr/>
        </p:nvSpPr>
        <p:spPr>
          <a:xfrm xmlns:a="http://schemas.openxmlformats.org/drawingml/2006/main">
            <a:off x="6070600" y="4445000"/>
            <a:ext cx="50800" cy="50800"/>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86" name="capability_v1_s2_o184">
            <a:extLst xmlns:a="http://schemas.openxmlformats.org/drawingml/2006/main">
              <a:ext uri="{FF2B5EF4-FFF2-40B4-BE49-F238E27FC236}">
                <a16:creationId xmlns:a16="http://schemas.microsoft.com/office/drawing/2014/main" id="{CA07537E-1875-42BC-92BC-4AC64356C45C}"/>
              </a:ext>
            </a:extLst>
          </p:cNvPr>
          <p:cNvSpPr>
            <a:spLocks xmlns:a="http://schemas.openxmlformats.org/drawingml/2006/main" noGrp="1"/>
          </p:cNvSpPr>
          <p:nvPr/>
        </p:nvSpPr>
        <p:spPr>
          <a:xfrm xmlns:a="http://schemas.openxmlformats.org/drawingml/2006/main">
            <a:off x="5981700" y="3200400"/>
            <a:ext cx="50800" cy="50800"/>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87" name="capability_v1_s2_o185">
            <a:extLst xmlns:a="http://schemas.openxmlformats.org/drawingml/2006/main">
              <a:ext uri="{FF2B5EF4-FFF2-40B4-BE49-F238E27FC236}">
                <a16:creationId xmlns:a16="http://schemas.microsoft.com/office/drawing/2014/main" id="{2FBF57D6-43B2-488C-88ED-249384EB9E51}"/>
              </a:ext>
            </a:extLst>
          </p:cNvPr>
          <p:cNvSpPr>
            <a:spLocks xmlns:a="http://schemas.openxmlformats.org/drawingml/2006/main" noGrp="1"/>
          </p:cNvSpPr>
          <p:nvPr/>
        </p:nvSpPr>
        <p:spPr>
          <a:xfrm xmlns:a="http://schemas.openxmlformats.org/drawingml/2006/main">
            <a:off x="5207000" y="2882900"/>
            <a:ext cx="1600200" cy="342900"/>
          </a:xfrm>
          <a:prstGeom xmlns:a="http://schemas.openxmlformats.org/drawingml/2006/main" prst="roundRect">
            <a:avLst>
              <a:gd name="adj" fmla="val 29630"/>
            </a:avLst>
          </a:prstGeom>
          <a:solidFill xmlns:a="http://schemas.openxmlformats.org/drawingml/2006/main">
            <a:srgbClr val="04263A"/>
          </a:solidFill>
          <a:ln xmlns:a="http://schemas.openxmlformats.org/drawingml/2006/main" w="12383">
            <a:solidFill>
              <a:srgbClr val="45A7FF"/>
            </a:solidFill>
          </a:ln>
        </p:spPr>
      </p:sp>
      <p:sp>
        <p:nvSpPr>
          <p:cNvPr id="188" name="capability_v1_s2_o186">
            <a:extLst xmlns:a="http://schemas.openxmlformats.org/drawingml/2006/main">
              <a:ext uri="{FF2B5EF4-FFF2-40B4-BE49-F238E27FC236}">
                <a16:creationId xmlns:a16="http://schemas.microsoft.com/office/drawing/2014/main" id="{862A7EEB-6C22-459D-ABCC-1783C17ADE50}"/>
              </a:ext>
            </a:extLst>
          </p:cNvPr>
          <p:cNvSpPr>
            <a:spLocks xmlns:a="http://schemas.openxmlformats.org/drawingml/2006/main" noGrp="1"/>
          </p:cNvSpPr>
          <p:nvPr/>
        </p:nvSpPr>
        <p:spPr>
          <a:xfrm xmlns:a="http://schemas.openxmlformats.org/drawingml/2006/main">
            <a:off x="5527040" y="2896616"/>
            <a:ext cx="95" cy="315468"/>
          </a:xfrm>
          <a:custGeom xmlns:a="http://schemas.openxmlformats.org/drawingml/2006/main">
            <a:pathLst>
              <a:path w="95" h="315468">
                <a:moveTo>
                  <a:pt x="0" y="0"/>
                </a:moveTo>
                <a:lnTo>
                  <a:pt x="0" y="315468"/>
                </a:lnTo>
              </a:path>
            </a:pathLst>
          </a:custGeom>
          <a:noFill xmlns:a="http://schemas.openxmlformats.org/drawingml/2006/main"/>
          <a:ln xmlns:a="http://schemas.openxmlformats.org/drawingml/2006/main" w="6350">
            <a:solidFill>
              <a:srgbClr val="45A7FF"/>
            </a:solidFill>
            <a:prstDash val="solid"/>
          </a:ln>
        </p:spPr>
      </p:sp>
      <p:sp>
        <p:nvSpPr>
          <p:cNvPr id="189" name="capability_v1_s2_o187">
            <a:extLst xmlns:a="http://schemas.openxmlformats.org/drawingml/2006/main">
              <a:ext uri="{FF2B5EF4-FFF2-40B4-BE49-F238E27FC236}">
                <a16:creationId xmlns:a16="http://schemas.microsoft.com/office/drawing/2014/main" id="{DE1B9C88-DDC9-4920-8B72-2403B06BCAB2}"/>
              </a:ext>
            </a:extLst>
          </p:cNvPr>
          <p:cNvSpPr>
            <a:spLocks xmlns:a="http://schemas.openxmlformats.org/drawingml/2006/main" noGrp="1"/>
          </p:cNvSpPr>
          <p:nvPr/>
        </p:nvSpPr>
        <p:spPr>
          <a:xfrm xmlns:a="http://schemas.openxmlformats.org/drawingml/2006/main">
            <a:off x="5105400" y="2921000"/>
            <a:ext cx="5232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1">
                <a:solidFill>
                  <a:srgbClr val="45A7FF"/>
                </a:solidFill>
                <a:latin typeface="Arial"/>
                <a:ea typeface="Arial"/>
                <a:cs typeface="Arial"/>
              </a:defRPr>
            </a:defPPr>
          </a:lstStyle>
          <a:p xmlns:a="http://schemas.openxmlformats.org/drawingml/2006/main">
            <a:pPr algn="ctr">
              <a:lnSpc>
                <a:spcPct val="108000"/>
              </a:lnSpc>
              <a:buNone/>
              <a:defRPr sz="800" b="1">
                <a:solidFill>
                  <a:srgbClr val="45A7FF"/>
                </a:solidFill>
                <a:latin typeface="Arial"/>
                <a:ea typeface="Arial"/>
                <a:cs typeface="Arial"/>
              </a:defRPr>
            </a:pPr>
            <a:r>
              <a:rPr sz="800" b="1">
                <a:solidFill>
                  <a:srgbClr val="45A7FF"/>
                </a:solidFill>
                <a:latin typeface="Arial"/>
                <a:ea typeface="Arial"/>
                <a:cs typeface="Arial"/>
              </a:rPr>
              <a:t>01</a:t>
            </a:r>
          </a:p>
        </p:txBody>
      </p:sp>
      <p:sp>
        <p:nvSpPr>
          <p:cNvPr id="190" name="capability_v1_s2_o188">
            <a:extLst xmlns:a="http://schemas.openxmlformats.org/drawingml/2006/main">
              <a:ext uri="{FF2B5EF4-FFF2-40B4-BE49-F238E27FC236}">
                <a16:creationId xmlns:a16="http://schemas.microsoft.com/office/drawing/2014/main" id="{8F201955-B869-4514-83CC-C87C6E7014BB}"/>
              </a:ext>
            </a:extLst>
          </p:cNvPr>
          <p:cNvSpPr>
            <a:spLocks xmlns:a="http://schemas.openxmlformats.org/drawingml/2006/main" noGrp="1"/>
          </p:cNvSpPr>
          <p:nvPr/>
        </p:nvSpPr>
        <p:spPr>
          <a:xfrm xmlns:a="http://schemas.openxmlformats.org/drawingml/2006/main">
            <a:off x="5527040" y="2889758"/>
            <a:ext cx="1248156"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00" b="0">
                <a:solidFill>
                  <a:srgbClr val="F4F7FB"/>
                </a:solidFill>
                <a:latin typeface="Arial"/>
                <a:ea typeface="Arial"/>
                <a:cs typeface="Arial"/>
              </a:defRPr>
            </a:defPPr>
          </a:lstStyle>
          <a:p xmlns:a="http://schemas.openxmlformats.org/drawingml/2006/main">
            <a:pPr algn="ctr">
              <a:lnSpc>
                <a:spcPct val="108000"/>
              </a:lnSpc>
              <a:buNone/>
              <a:defRPr sz="900" b="0">
                <a:solidFill>
                  <a:srgbClr val="F4F7FB"/>
                </a:solidFill>
                <a:latin typeface="Arial"/>
                <a:ea typeface="Arial"/>
                <a:cs typeface="Arial"/>
              </a:defRPr>
            </a:pPr>
            <a:r>
              <a:rPr sz="900" b="0">
                <a:solidFill>
                  <a:srgbClr val="F4F7FB"/>
                </a:solidFill>
                <a:latin typeface="Arial"/>
                <a:ea typeface="Arial"/>
                <a:cs typeface="Arial"/>
                <a:hlinkClick xmlns:r="http://schemas.openxmlformats.org/officeDocument/2006/relationships" r:id="Ref3786b6c9174491" action="ppaction://hlinksldjump"/>
              </a:rPr>
              <a:t>topology port</a:t>
            </a:r>
          </a:p>
        </p:txBody>
      </p:sp>
      <p:sp>
        <p:nvSpPr>
          <p:cNvPr id="191" name="capability_v1_s2_o189">
            <a:extLst xmlns:a="http://schemas.openxmlformats.org/drawingml/2006/main">
              <a:ext uri="{FF2B5EF4-FFF2-40B4-BE49-F238E27FC236}">
                <a16:creationId xmlns:a16="http://schemas.microsoft.com/office/drawing/2014/main" id="{72A1AEA8-214D-40E6-82F0-814699CAA6D5}"/>
              </a:ext>
            </a:extLst>
          </p:cNvPr>
          <p:cNvSpPr>
            <a:spLocks xmlns:a="http://schemas.openxmlformats.org/drawingml/2006/main" noGrp="1"/>
          </p:cNvSpPr>
          <p:nvPr/>
        </p:nvSpPr>
        <p:spPr>
          <a:xfrm xmlns:a="http://schemas.openxmlformats.org/drawingml/2006/main">
            <a:off x="2286000" y="3860800"/>
            <a:ext cx="762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45A7FF"/>
                </a:solidFill>
                <a:latin typeface="Arial"/>
                <a:ea typeface="Arial"/>
                <a:cs typeface="Arial"/>
              </a:defRPr>
            </a:defPPr>
          </a:lstStyle>
          <a:p xmlns:a="http://schemas.openxmlformats.org/drawingml/2006/main">
            <a:pPr algn="ctr">
              <a:lnSpc>
                <a:spcPct val="108000"/>
              </a:lnSpc>
              <a:buNone/>
              <a:defRPr sz="1300" b="1">
                <a:solidFill>
                  <a:srgbClr val="45A7FF"/>
                </a:solidFill>
                <a:latin typeface="Arial"/>
                <a:ea typeface="Arial"/>
                <a:cs typeface="Arial"/>
              </a:defRPr>
            </a:pPr>
            <a:r>
              <a:rPr sz="1300" b="1">
                <a:solidFill>
                  <a:srgbClr val="45A7FF"/>
                </a:solidFill>
                <a:latin typeface="Arial"/>
                <a:ea typeface="Arial"/>
                <a:cs typeface="Arial"/>
                <a:hlinkClick xmlns:r="http://schemas.openxmlformats.org/officeDocument/2006/relationships" r:id="Rf15bf1776b0c4eb2" action="ppaction://hlinksldjump"/>
              </a:rPr>
              <a:t>procedural dungeon governed execution requested</a:t>
            </a:r>
          </a:p>
        </p:txBody>
      </p:sp>
      <p:sp>
        <p:nvSpPr>
          <p:cNvPr id="192" name="capability_v1_s2_o190">
            <a:extLst xmlns:a="http://schemas.openxmlformats.org/drawingml/2006/main">
              <a:ext uri="{FF2B5EF4-FFF2-40B4-BE49-F238E27FC236}">
                <a16:creationId xmlns:a16="http://schemas.microsoft.com/office/drawing/2014/main" id="{82D62460-2273-4B2C-BB5B-26FD33E473CD}"/>
              </a:ext>
            </a:extLst>
          </p:cNvPr>
          <p:cNvSpPr>
            <a:spLocks xmlns:a="http://schemas.openxmlformats.org/drawingml/2006/main" noGrp="1"/>
          </p:cNvSpPr>
          <p:nvPr/>
        </p:nvSpPr>
        <p:spPr>
          <a:xfrm xmlns:a="http://schemas.openxmlformats.org/drawingml/2006/main">
            <a:off x="2286000" y="4191000"/>
            <a:ext cx="7620000" cy="800100"/>
          </a:xfrm>
          <a:prstGeom xmlns:a="http://schemas.openxmlformats.org/drawingml/2006/main" prst="roundRect">
            <a:avLst>
              <a:gd name="adj" fmla="val 12698"/>
            </a:avLst>
          </a:prstGeom>
          <a:noFill xmlns:a="http://schemas.openxmlformats.org/drawingml/2006/main"/>
          <a:ln xmlns:a="http://schemas.openxmlformats.org/drawingml/2006/main" w="12700">
            <a:solidFill>
              <a:srgbClr val="45A7FF"/>
            </a:solidFill>
          </a:ln>
        </p:spPr>
      </p:sp>
      <p:sp>
        <p:nvSpPr>
          <p:cNvPr id="193" name="capability_v1_s2_o191">
            <a:extLst xmlns:a="http://schemas.openxmlformats.org/drawingml/2006/main">
              <a:ext uri="{FF2B5EF4-FFF2-40B4-BE49-F238E27FC236}">
                <a16:creationId xmlns:a16="http://schemas.microsoft.com/office/drawing/2014/main" id="{1533BE55-B9D7-42B1-91C2-6D9566786BC4}"/>
              </a:ext>
            </a:extLst>
          </p:cNvPr>
          <p:cNvSpPr>
            <a:spLocks xmlns:a="http://schemas.openxmlformats.org/drawingml/2006/main" noGrp="1"/>
          </p:cNvSpPr>
          <p:nvPr/>
        </p:nvSpPr>
        <p:spPr>
          <a:xfrm xmlns:a="http://schemas.openxmlformats.org/drawingml/2006/main">
            <a:off x="2336800" y="4203700"/>
            <a:ext cx="7493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0">
                <a:solidFill>
                  <a:srgbClr val="45A7FF"/>
                </a:solidFill>
                <a:latin typeface="Arial"/>
                <a:ea typeface="Arial"/>
                <a:cs typeface="Arial"/>
              </a:defRPr>
            </a:defPPr>
          </a:lstStyle>
          <a:p xmlns:a="http://schemas.openxmlformats.org/drawingml/2006/main">
            <a:pPr algn="ctr">
              <a:lnSpc>
                <a:spcPct val="108000"/>
              </a:lnSpc>
              <a:buNone/>
              <a:defRPr sz="800" b="0">
                <a:solidFill>
                  <a:srgbClr val="45A7FF"/>
                </a:solidFill>
                <a:latin typeface="Arial"/>
                <a:ea typeface="Arial"/>
                <a:cs typeface="Arial"/>
              </a:defRPr>
            </a:pPr>
            <a:r>
              <a:rPr sz="800" b="0">
                <a:solidFill>
                  <a:srgbClr val="45A7FF"/>
                </a:solidFill>
                <a:latin typeface="Arial"/>
                <a:ea typeface="Arial"/>
                <a:cs typeface="Arial"/>
              </a:rPr>
              <a:t>Execution · operations 1–1 / 1</a:t>
            </a:r>
          </a:p>
        </p:txBody>
      </p:sp>
      <p:sp>
        <p:nvSpPr>
          <p:cNvPr id="194" name="capability_v1_s2_o192">
            <a:extLst xmlns:a="http://schemas.openxmlformats.org/drawingml/2006/main">
              <a:ext uri="{FF2B5EF4-FFF2-40B4-BE49-F238E27FC236}">
                <a16:creationId xmlns:a16="http://schemas.microsoft.com/office/drawing/2014/main" id="{5BD6850C-0149-4954-B4B7-A0CD0FE4DE07}"/>
              </a:ext>
            </a:extLst>
          </p:cNvPr>
          <p:cNvSpPr>
            <a:spLocks xmlns:a="http://schemas.openxmlformats.org/drawingml/2006/main" noGrp="1"/>
          </p:cNvSpPr>
          <p:nvPr/>
        </p:nvSpPr>
        <p:spPr>
          <a:xfrm xmlns:a="http://schemas.openxmlformats.org/drawingml/2006/main">
            <a:off x="2413000" y="4470400"/>
            <a:ext cx="7366000" cy="431800"/>
          </a:xfrm>
          <a:prstGeom xmlns:a="http://schemas.openxmlformats.org/drawingml/2006/main" prst="roundRect">
            <a:avLst>
              <a:gd name="adj" fmla="val 23529"/>
            </a:avLst>
          </a:prstGeom>
          <a:solidFill xmlns:a="http://schemas.openxmlformats.org/drawingml/2006/main">
            <a:srgbClr val="04263A"/>
          </a:solidFill>
          <a:ln xmlns:a="http://schemas.openxmlformats.org/drawingml/2006/main" w="16510">
            <a:solidFill>
              <a:srgbClr val="45A7FF"/>
            </a:solidFill>
          </a:ln>
        </p:spPr>
      </p:sp>
      <p:sp>
        <p:nvSpPr>
          <p:cNvPr id="195" name="capability_v1_s2_o193">
            <a:extLst xmlns:a="http://schemas.openxmlformats.org/drawingml/2006/main">
              <a:ext uri="{FF2B5EF4-FFF2-40B4-BE49-F238E27FC236}">
                <a16:creationId xmlns:a16="http://schemas.microsoft.com/office/drawing/2014/main" id="{F3458B3D-1A59-4C11-A873-2CC3D22329BF}"/>
              </a:ext>
            </a:extLst>
          </p:cNvPr>
          <p:cNvSpPr>
            <a:spLocks xmlns:a="http://schemas.openxmlformats.org/drawingml/2006/main" noGrp="1"/>
          </p:cNvSpPr>
          <p:nvPr/>
        </p:nvSpPr>
        <p:spPr>
          <a:xfrm xmlns:a="http://schemas.openxmlformats.org/drawingml/2006/main">
            <a:off x="3886200" y="4487672"/>
            <a:ext cx="95" cy="397256"/>
          </a:xfrm>
          <a:custGeom xmlns:a="http://schemas.openxmlformats.org/drawingml/2006/main">
            <a:pathLst>
              <a:path w="95" h="397256">
                <a:moveTo>
                  <a:pt x="0" y="0"/>
                </a:moveTo>
                <a:lnTo>
                  <a:pt x="0" y="397256"/>
                </a:lnTo>
              </a:path>
            </a:pathLst>
          </a:custGeom>
          <a:noFill xmlns:a="http://schemas.openxmlformats.org/drawingml/2006/main"/>
          <a:ln xmlns:a="http://schemas.openxmlformats.org/drawingml/2006/main" w="7620">
            <a:solidFill>
              <a:srgbClr val="45A7FF"/>
            </a:solidFill>
            <a:prstDash val="solid"/>
          </a:ln>
        </p:spPr>
      </p:sp>
      <p:sp>
        <p:nvSpPr>
          <p:cNvPr id="196" name="capability_v1_s2_o194">
            <a:extLst xmlns:a="http://schemas.openxmlformats.org/drawingml/2006/main">
              <a:ext uri="{FF2B5EF4-FFF2-40B4-BE49-F238E27FC236}">
                <a16:creationId xmlns:a16="http://schemas.microsoft.com/office/drawing/2014/main" id="{86106661-3EEF-44A6-B6EA-DDF0C888DB8C}"/>
              </a:ext>
            </a:extLst>
          </p:cNvPr>
          <p:cNvSpPr>
            <a:spLocks xmlns:a="http://schemas.openxmlformats.org/drawingml/2006/main" noGrp="1"/>
          </p:cNvSpPr>
          <p:nvPr/>
        </p:nvSpPr>
        <p:spPr>
          <a:xfrm xmlns:a="http://schemas.openxmlformats.org/drawingml/2006/main">
            <a:off x="2311400" y="4556760"/>
            <a:ext cx="16764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1">
                <a:solidFill>
                  <a:srgbClr val="45A7FF"/>
                </a:solidFill>
                <a:latin typeface="Arial"/>
                <a:ea typeface="Arial"/>
                <a:cs typeface="Arial"/>
              </a:defRPr>
            </a:defPPr>
          </a:lstStyle>
          <a:p xmlns:a="http://schemas.openxmlformats.org/drawingml/2006/main">
            <a:pPr algn="ctr">
              <a:lnSpc>
                <a:spcPct val="108000"/>
              </a:lnSpc>
              <a:buNone/>
              <a:defRPr sz="800" b="1">
                <a:solidFill>
                  <a:srgbClr val="45A7FF"/>
                </a:solidFill>
                <a:latin typeface="Arial"/>
                <a:ea typeface="Arial"/>
                <a:cs typeface="Arial"/>
              </a:defRPr>
            </a:pPr>
            <a:r>
              <a:rPr sz="800" b="1">
                <a:solidFill>
                  <a:srgbClr val="45A7FF"/>
                </a:solidFill>
                <a:latin typeface="Arial"/>
                <a:ea typeface="Arial"/>
                <a:cs typeface="Arial"/>
              </a:rPr>
              <a:t>01</a:t>
            </a:r>
          </a:p>
        </p:txBody>
      </p:sp>
      <p:sp>
        <p:nvSpPr>
          <p:cNvPr id="197" name="capability_v1_s2_o195">
            <a:extLst xmlns:a="http://schemas.openxmlformats.org/drawingml/2006/main">
              <a:ext uri="{FF2B5EF4-FFF2-40B4-BE49-F238E27FC236}">
                <a16:creationId xmlns:a16="http://schemas.microsoft.com/office/drawing/2014/main" id="{B1473CE9-D04A-4E5B-99CF-1B9933CFCA65}"/>
              </a:ext>
            </a:extLst>
          </p:cNvPr>
          <p:cNvSpPr>
            <a:spLocks xmlns:a="http://schemas.openxmlformats.org/drawingml/2006/main" noGrp="1"/>
          </p:cNvSpPr>
          <p:nvPr/>
        </p:nvSpPr>
        <p:spPr>
          <a:xfrm xmlns:a="http://schemas.openxmlformats.org/drawingml/2006/main">
            <a:off x="3886200" y="4479036"/>
            <a:ext cx="5745480" cy="414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00" b="0">
                <a:solidFill>
                  <a:srgbClr val="F4F7FB"/>
                </a:solidFill>
                <a:latin typeface="Arial"/>
                <a:ea typeface="Arial"/>
                <a:cs typeface="Arial"/>
              </a:defRPr>
            </a:defPPr>
          </a:lstStyle>
          <a:p xmlns:a="http://schemas.openxmlformats.org/drawingml/2006/main">
            <a:pPr algn="ctr">
              <a:lnSpc>
                <a:spcPct val="108000"/>
              </a:lnSpc>
              <a:buNone/>
              <a:defRPr sz="900" b="0">
                <a:solidFill>
                  <a:srgbClr val="F4F7FB"/>
                </a:solidFill>
                <a:latin typeface="Arial"/>
                <a:ea typeface="Arial"/>
                <a:cs typeface="Arial"/>
              </a:defRPr>
            </a:pPr>
            <a:r>
              <a:rPr sz="900" b="0">
                <a:solidFill>
                  <a:srgbClr val="F4F7FB"/>
                </a:solidFill>
                <a:latin typeface="Arial"/>
                <a:ea typeface="Arial"/>
                <a:cs typeface="Arial"/>
                <a:hlinkClick xmlns:r="http://schemas.openxmlformats.org/officeDocument/2006/relationships" r:id="R5f7cee9ac5e846ed" action="ppaction://hlinksldjump"/>
              </a:rPr>
              <a:t>topology and rasterize transform port</a:t>
            </a:r>
          </a:p>
        </p:txBody>
      </p:sp>
      <p:sp>
        <p:nvSpPr>
          <p:cNvPr id="198" name="capability_v1_s2_o196">
            <a:extLst xmlns:a="http://schemas.openxmlformats.org/drawingml/2006/main">
              <a:ext uri="{FF2B5EF4-FFF2-40B4-BE49-F238E27FC236}">
                <a16:creationId xmlns:a16="http://schemas.microsoft.com/office/drawing/2014/main" id="{B17050C5-3C34-4256-A461-2486AF7F6EF0}"/>
              </a:ext>
            </a:extLst>
          </p:cNvPr>
          <p:cNvSpPr>
            <a:spLocks xmlns:a="http://schemas.openxmlformats.org/drawingml/2006/main" noGrp="1"/>
          </p:cNvSpPr>
          <p:nvPr/>
        </p:nvSpPr>
        <p:spPr>
          <a:xfrm xmlns:a="http://schemas.openxmlformats.org/drawingml/2006/main">
            <a:off x="2286000" y="3606800"/>
            <a:ext cx="7645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0">
                <a:solidFill>
                  <a:srgbClr val="A8B8CA"/>
                </a:solidFill>
                <a:latin typeface="Arial"/>
                <a:ea typeface="Arial"/>
                <a:cs typeface="Arial"/>
              </a:defRPr>
            </a:defPPr>
          </a:lstStyle>
          <a:p xmlns:a="http://schemas.openxmlformats.org/drawingml/2006/main">
            <a:pPr algn="ctr">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Provider calls retain operation ownership</a:t>
            </a:r>
          </a:p>
        </p:txBody>
      </p:sp>
      <p:sp>
        <p:nvSpPr>
          <p:cNvPr id="199" name="capability_v1_s2_o197">
            <a:extLst xmlns:a="http://schemas.openxmlformats.org/drawingml/2006/main">
              <a:ext uri="{FF2B5EF4-FFF2-40B4-BE49-F238E27FC236}">
                <a16:creationId xmlns:a16="http://schemas.microsoft.com/office/drawing/2014/main" id="{5D158CFD-0156-4154-9D41-B62802E648FA}"/>
              </a:ext>
            </a:extLst>
          </p:cNvPr>
          <p:cNvSpPr>
            <a:spLocks xmlns:a="http://schemas.openxmlformats.org/drawingml/2006/main" noGrp="1"/>
          </p:cNvSpPr>
          <p:nvPr/>
        </p:nvSpPr>
        <p:spPr>
          <a:xfrm xmlns:a="http://schemas.openxmlformats.org/drawingml/2006/main">
            <a:off x="2247900" y="5054600"/>
            <a:ext cx="7696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0">
                <a:solidFill>
                  <a:srgbClr val="A8B8CA"/>
                </a:solidFill>
                <a:latin typeface="Arial"/>
                <a:ea typeface="Arial"/>
                <a:cs typeface="Arial"/>
              </a:defRPr>
            </a:defPPr>
          </a:lstStyle>
          <a:p xmlns:a="http://schemas.openxmlformats.org/drawingml/2006/main">
            <a:pPr algn="ct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Provider references preserve operation and binding ownership</a:t>
            </a:r>
          </a:p>
        </p:txBody>
      </p:sp>
      <p:sp>
        <p:nvSpPr>
          <p:cNvPr id="200" name="capability_v1_s2_o198">
            <a:extLst xmlns:a="http://schemas.openxmlformats.org/drawingml/2006/main">
              <a:ext uri="{FF2B5EF4-FFF2-40B4-BE49-F238E27FC236}">
                <a16:creationId xmlns:a16="http://schemas.microsoft.com/office/drawing/2014/main" id="{19339958-0B7C-47F4-99C7-76D9EF6A1AC2}"/>
              </a:ext>
            </a:extLst>
          </p:cNvPr>
          <p:cNvSpPr>
            <a:spLocks xmlns:a="http://schemas.openxmlformats.org/drawingml/2006/main" noGrp="1"/>
          </p:cNvSpPr>
          <p:nvPr/>
        </p:nvSpPr>
        <p:spPr>
          <a:xfrm xmlns:a="http://schemas.openxmlformats.org/drawingml/2006/main">
            <a:off x="2286000" y="5435600"/>
            <a:ext cx="768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0">
                <a:solidFill>
                  <a:srgbClr val="A8B8CA"/>
                </a:solidFill>
                <a:latin typeface="Arial"/>
                <a:ea typeface="Arial"/>
                <a:cs typeface="Arial"/>
              </a:defRPr>
            </a:defPPr>
          </a:lstStyle>
          <a:p xmlns:a="http://schemas.openxmlformats.org/drawingml/2006/main">
            <a:pPr algn="ctr">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Solid violet: binding identity. Dashed violet: testimony declaration.</a:t>
            </a:r>
          </a:p>
        </p:txBody>
      </p:sp>
      <p:sp>
        <p:nvSpPr>
          <p:cNvPr id="201" name="capability_v1_s2_o199">
            <a:extLst xmlns:a="http://schemas.openxmlformats.org/drawingml/2006/main">
              <a:ext uri="{FF2B5EF4-FFF2-40B4-BE49-F238E27FC236}">
                <a16:creationId xmlns:a16="http://schemas.microsoft.com/office/drawing/2014/main" id="{DFDB4316-F67F-4C53-8809-9C0AFCD7D8F5}"/>
              </a:ext>
            </a:extLst>
          </p:cNvPr>
          <p:cNvSpPr>
            <a:spLocks xmlns:a="http://schemas.openxmlformats.org/drawingml/2006/main" noGrp="1"/>
          </p:cNvSpPr>
          <p:nvPr/>
        </p:nvSpPr>
        <p:spPr>
          <a:xfrm xmlns:a="http://schemas.openxmlformats.org/drawingml/2006/main">
            <a:off x="101600" y="5892800"/>
            <a:ext cx="11988800" cy="444500"/>
          </a:xfrm>
          <a:prstGeom xmlns:a="http://schemas.openxmlformats.org/drawingml/2006/main" prst="rect">
            <a:avLst/>
          </a:prstGeom>
          <a:solidFill xmlns:a="http://schemas.openxmlformats.org/drawingml/2006/main">
            <a:srgbClr val="05243B"/>
          </a:solidFill>
          <a:ln xmlns:a="http://schemas.openxmlformats.org/drawingml/2006/main" w="11430">
            <a:solidFill>
              <a:srgbClr val="72D7EE"/>
            </a:solidFill>
          </a:ln>
        </p:spPr>
      </p:sp>
      <p:sp>
        <p:nvSpPr>
          <p:cNvPr id="202" name="capability_v1_s2_o200">
            <a:extLst xmlns:a="http://schemas.openxmlformats.org/drawingml/2006/main">
              <a:ext uri="{FF2B5EF4-FFF2-40B4-BE49-F238E27FC236}">
                <a16:creationId xmlns:a16="http://schemas.microsoft.com/office/drawing/2014/main" id="{88186C96-9AD3-4B14-A610-A994BF85C08D}"/>
              </a:ext>
            </a:extLst>
          </p:cNvPr>
          <p:cNvSpPr>
            <a:spLocks xmlns:a="http://schemas.openxmlformats.org/drawingml/2006/main" noGrp="1"/>
          </p:cNvSpPr>
          <p:nvPr/>
        </p:nvSpPr>
        <p:spPr>
          <a:xfrm xmlns:a="http://schemas.openxmlformats.org/drawingml/2006/main">
            <a:off x="177800" y="5880100"/>
            <a:ext cx="26416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1">
                <a:solidFill>
                  <a:srgbClr val="72D7EE"/>
                </a:solidFill>
                <a:latin typeface="Arial"/>
                <a:ea typeface="Arial"/>
                <a:cs typeface="Arial"/>
              </a:defRPr>
            </a:defPPr>
          </a:lstStyle>
          <a:p xmlns:a="http://schemas.openxmlformats.org/drawingml/2006/main">
            <a:pPr algn="l">
              <a:lnSpc>
                <a:spcPct val="108000"/>
              </a:lnSpc>
              <a:buNone/>
              <a:defRPr sz="1100" b="1">
                <a:solidFill>
                  <a:srgbClr val="72D7EE"/>
                </a:solidFill>
                <a:latin typeface="Arial"/>
                <a:ea typeface="Arial"/>
                <a:cs typeface="Arial"/>
              </a:defRPr>
            </a:pPr>
            <a:r>
              <a:rPr sz="1100" b="1">
                <a:solidFill>
                  <a:srgbClr val="72D7EE"/>
                </a:solidFill>
                <a:latin typeface="Arial"/>
                <a:ea typeface="Arial"/>
                <a:cs typeface="Arial"/>
              </a:rPr>
              <a:t>Observation / Telemetry</a:t>
            </a:r>
          </a:p>
        </p:txBody>
      </p:sp>
      <p:sp>
        <p:nvSpPr>
          <p:cNvPr id="203" name="capability_v1_s2_o201">
            <a:extLst xmlns:a="http://schemas.openxmlformats.org/drawingml/2006/main">
              <a:ext uri="{FF2B5EF4-FFF2-40B4-BE49-F238E27FC236}">
                <a16:creationId xmlns:a16="http://schemas.microsoft.com/office/drawing/2014/main" id="{79AC3901-0E76-4A9E-B716-24FE627F6375}"/>
              </a:ext>
            </a:extLst>
          </p:cNvPr>
          <p:cNvSpPr>
            <a:spLocks xmlns:a="http://schemas.openxmlformats.org/drawingml/2006/main" noGrp="1"/>
          </p:cNvSpPr>
          <p:nvPr/>
        </p:nvSpPr>
        <p:spPr>
          <a:xfrm xmlns:a="http://schemas.openxmlformats.org/drawingml/2006/main">
            <a:off x="177800" y="6108700"/>
            <a:ext cx="2641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State overlays preserve the circuit</a:t>
            </a:r>
          </a:p>
        </p:txBody>
      </p:sp>
      <p:sp>
        <p:nvSpPr>
          <p:cNvPr id="204" name="capability_v1_s2_o202">
            <a:extLst xmlns:a="http://schemas.openxmlformats.org/drawingml/2006/main">
              <a:ext uri="{FF2B5EF4-FFF2-40B4-BE49-F238E27FC236}">
                <a16:creationId xmlns:a16="http://schemas.microsoft.com/office/drawing/2014/main" id="{FA1B2D95-5C95-4505-B601-7599BCD8E813}"/>
              </a:ext>
            </a:extLst>
          </p:cNvPr>
          <p:cNvSpPr>
            <a:spLocks xmlns:a="http://schemas.openxmlformats.org/drawingml/2006/main" noGrp="1"/>
          </p:cNvSpPr>
          <p:nvPr/>
        </p:nvSpPr>
        <p:spPr>
          <a:xfrm xmlns:a="http://schemas.openxmlformats.org/drawingml/2006/main">
            <a:off x="2984500" y="5956300"/>
            <a:ext cx="2921000" cy="317500"/>
          </a:xfrm>
          <a:prstGeom xmlns:a="http://schemas.openxmlformats.org/drawingml/2006/main" prst="roundRect">
            <a:avLst>
              <a:gd name="adj" fmla="val 32000"/>
            </a:avLst>
          </a:prstGeom>
          <a:solidFill xmlns:a="http://schemas.openxmlformats.org/drawingml/2006/main">
            <a:srgbClr val="031B2F"/>
          </a:solidFill>
          <a:ln xmlns:a="http://schemas.openxmlformats.org/drawingml/2006/main" w="10160">
            <a:solidFill>
              <a:srgbClr val="72D7EE"/>
            </a:solidFill>
          </a:ln>
        </p:spPr>
      </p:sp>
      <p:sp>
        <p:nvSpPr>
          <p:cNvPr id="205" name="capability_v1_s2_o203">
            <a:extLst xmlns:a="http://schemas.openxmlformats.org/drawingml/2006/main">
              <a:ext uri="{FF2B5EF4-FFF2-40B4-BE49-F238E27FC236}">
                <a16:creationId xmlns:a16="http://schemas.microsoft.com/office/drawing/2014/main" id="{5D59104F-F8FF-467E-A5D2-F16C64E2C184}"/>
              </a:ext>
            </a:extLst>
          </p:cNvPr>
          <p:cNvSpPr>
            <a:spLocks xmlns:a="http://schemas.openxmlformats.org/drawingml/2006/main" noGrp="1"/>
          </p:cNvSpPr>
          <p:nvPr/>
        </p:nvSpPr>
        <p:spPr>
          <a:xfrm xmlns:a="http://schemas.openxmlformats.org/drawingml/2006/main">
            <a:off x="3098800" y="6032500"/>
            <a:ext cx="127000" cy="177800"/>
          </a:xfrm>
          <a:prstGeom xmlns:a="http://schemas.openxmlformats.org/drawingml/2006/main" prst="rect">
            <a:avLst/>
          </a:prstGeom>
          <a:noFill xmlns:a="http://schemas.openxmlformats.org/drawingml/2006/main"/>
          <a:ln xmlns:a="http://schemas.openxmlformats.org/drawingml/2006/main" w="11430">
            <a:solidFill>
              <a:srgbClr val="72D7EE"/>
            </a:solidFill>
          </a:ln>
        </p:spPr>
      </p:sp>
      <p:sp>
        <p:nvSpPr>
          <p:cNvPr id="206" name="capability_v1_s2_o204">
            <a:extLst xmlns:a="http://schemas.openxmlformats.org/drawingml/2006/main">
              <a:ext uri="{FF2B5EF4-FFF2-40B4-BE49-F238E27FC236}">
                <a16:creationId xmlns:a16="http://schemas.microsoft.com/office/drawing/2014/main" id="{9DF5EE55-CEE4-4743-B908-1B910FFCD603}"/>
              </a:ext>
            </a:extLst>
          </p:cNvPr>
          <p:cNvSpPr>
            <a:spLocks xmlns:a="http://schemas.openxmlformats.org/drawingml/2006/main" noGrp="1"/>
          </p:cNvSpPr>
          <p:nvPr/>
        </p:nvSpPr>
        <p:spPr>
          <a:xfrm xmlns:a="http://schemas.openxmlformats.org/drawingml/2006/main">
            <a:off x="3124200" y="6096000"/>
            <a:ext cx="76200" cy="95"/>
          </a:xfrm>
          <a:custGeom xmlns:a="http://schemas.openxmlformats.org/drawingml/2006/main">
            <a:pathLst>
              <a:path w="76200" h="95">
                <a:moveTo>
                  <a:pt x="0" y="0"/>
                </a:moveTo>
                <a:lnTo>
                  <a:pt x="76200" y="0"/>
                </a:lnTo>
              </a:path>
            </a:pathLst>
          </a:custGeom>
          <a:noFill xmlns:a="http://schemas.openxmlformats.org/drawingml/2006/main"/>
          <a:ln xmlns:a="http://schemas.openxmlformats.org/drawingml/2006/main" w="10160">
            <a:solidFill>
              <a:srgbClr val="72D7EE"/>
            </a:solidFill>
            <a:prstDash val="solid"/>
          </a:ln>
        </p:spPr>
      </p:sp>
      <p:sp>
        <p:nvSpPr>
          <p:cNvPr id="207" name="capability_v1_s2_o205">
            <a:extLst xmlns:a="http://schemas.openxmlformats.org/drawingml/2006/main">
              <a:ext uri="{FF2B5EF4-FFF2-40B4-BE49-F238E27FC236}">
                <a16:creationId xmlns:a16="http://schemas.microsoft.com/office/drawing/2014/main" id="{4713C003-560E-4C4F-BB7A-687232DC61D7}"/>
              </a:ext>
            </a:extLst>
          </p:cNvPr>
          <p:cNvSpPr>
            <a:spLocks xmlns:a="http://schemas.openxmlformats.org/drawingml/2006/main" noGrp="1"/>
          </p:cNvSpPr>
          <p:nvPr/>
        </p:nvSpPr>
        <p:spPr>
          <a:xfrm xmlns:a="http://schemas.openxmlformats.org/drawingml/2006/main">
            <a:off x="3124200" y="6146800"/>
            <a:ext cx="63500" cy="95"/>
          </a:xfrm>
          <a:custGeom xmlns:a="http://schemas.openxmlformats.org/drawingml/2006/main">
            <a:pathLst>
              <a:path w="63500" h="95">
                <a:moveTo>
                  <a:pt x="0" y="0"/>
                </a:moveTo>
                <a:lnTo>
                  <a:pt x="63500" y="0"/>
                </a:lnTo>
              </a:path>
            </a:pathLst>
          </a:custGeom>
          <a:noFill xmlns:a="http://schemas.openxmlformats.org/drawingml/2006/main"/>
          <a:ln xmlns:a="http://schemas.openxmlformats.org/drawingml/2006/main" w="10160">
            <a:solidFill>
              <a:srgbClr val="72D7EE"/>
            </a:solidFill>
            <a:prstDash val="solid"/>
          </a:ln>
        </p:spPr>
      </p:sp>
      <p:sp>
        <p:nvSpPr>
          <p:cNvPr id="208" name="capability_v1_s2_o206">
            <a:extLst xmlns:a="http://schemas.openxmlformats.org/drawingml/2006/main">
              <a:ext uri="{FF2B5EF4-FFF2-40B4-BE49-F238E27FC236}">
                <a16:creationId xmlns:a16="http://schemas.microsoft.com/office/drawing/2014/main" id="{95139E06-0127-4B70-B4C4-92A04AF92FA5}"/>
              </a:ext>
            </a:extLst>
          </p:cNvPr>
          <p:cNvSpPr>
            <a:spLocks xmlns:a="http://schemas.openxmlformats.org/drawingml/2006/main" noGrp="1"/>
          </p:cNvSpPr>
          <p:nvPr/>
        </p:nvSpPr>
        <p:spPr>
          <a:xfrm xmlns:a="http://schemas.openxmlformats.org/drawingml/2006/main">
            <a:off x="3276600" y="5956300"/>
            <a:ext cx="12319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1">
                <a:solidFill>
                  <a:srgbClr val="72D7EE"/>
                </a:solidFill>
                <a:latin typeface="Arial"/>
                <a:ea typeface="Arial"/>
                <a:cs typeface="Arial"/>
              </a:defRPr>
            </a:defPPr>
          </a:lstStyle>
          <a:p xmlns:a="http://schemas.openxmlformats.org/drawingml/2006/main">
            <a:pPr algn="l">
              <a:lnSpc>
                <a:spcPct val="108000"/>
              </a:lnSpc>
              <a:buNone/>
              <a:defRPr sz="900" b="1">
                <a:solidFill>
                  <a:srgbClr val="72D7EE"/>
                </a:solidFill>
                <a:latin typeface="Arial"/>
                <a:ea typeface="Arial"/>
                <a:cs typeface="Arial"/>
              </a:defRPr>
            </a:pPr>
            <a:r>
              <a:rPr sz="900" b="1">
                <a:solidFill>
                  <a:srgbClr val="72D7EE"/>
                </a:solidFill>
                <a:latin typeface="Arial"/>
                <a:ea typeface="Arial"/>
                <a:cs typeface="Arial"/>
              </a:rPr>
              <a:t>Invocation</a:t>
            </a:r>
          </a:p>
        </p:txBody>
      </p:sp>
      <p:sp>
        <p:nvSpPr>
          <p:cNvPr id="209" name="capability_v1_s2_o207">
            <a:extLst xmlns:a="http://schemas.openxmlformats.org/drawingml/2006/main">
              <a:ext uri="{FF2B5EF4-FFF2-40B4-BE49-F238E27FC236}">
                <a16:creationId xmlns:a16="http://schemas.microsoft.com/office/drawing/2014/main" id="{F6BB42B1-7C8F-4053-BC14-693957A49F3A}"/>
              </a:ext>
            </a:extLst>
          </p:cNvPr>
          <p:cNvSpPr>
            <a:spLocks xmlns:a="http://schemas.openxmlformats.org/drawingml/2006/main" noGrp="1"/>
          </p:cNvSpPr>
          <p:nvPr/>
        </p:nvSpPr>
        <p:spPr>
          <a:xfrm xmlns:a="http://schemas.openxmlformats.org/drawingml/2006/main">
            <a:off x="4457700" y="5956300"/>
            <a:ext cx="14097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None selected</a:t>
            </a:r>
          </a:p>
        </p:txBody>
      </p:sp>
      <p:sp>
        <p:nvSpPr>
          <p:cNvPr id="210" name="capability_v1_s2_o208">
            <a:extLst xmlns:a="http://schemas.openxmlformats.org/drawingml/2006/main">
              <a:ext uri="{FF2B5EF4-FFF2-40B4-BE49-F238E27FC236}">
                <a16:creationId xmlns:a16="http://schemas.microsoft.com/office/drawing/2014/main" id="{3B5E6446-E9E9-4812-ADDF-B8F7EB919CEB}"/>
              </a:ext>
            </a:extLst>
          </p:cNvPr>
          <p:cNvSpPr>
            <a:spLocks xmlns:a="http://schemas.openxmlformats.org/drawingml/2006/main" noGrp="1"/>
          </p:cNvSpPr>
          <p:nvPr/>
        </p:nvSpPr>
        <p:spPr>
          <a:xfrm xmlns:a="http://schemas.openxmlformats.org/drawingml/2006/main">
            <a:off x="6096000" y="5956300"/>
            <a:ext cx="2921000" cy="317500"/>
          </a:xfrm>
          <a:prstGeom xmlns:a="http://schemas.openxmlformats.org/drawingml/2006/main" prst="roundRect">
            <a:avLst>
              <a:gd name="adj" fmla="val 32000"/>
            </a:avLst>
          </a:prstGeom>
          <a:solidFill xmlns:a="http://schemas.openxmlformats.org/drawingml/2006/main">
            <a:srgbClr val="031B2F"/>
          </a:solidFill>
          <a:ln xmlns:a="http://schemas.openxmlformats.org/drawingml/2006/main" w="10160">
            <a:solidFill>
              <a:srgbClr val="72D7EE"/>
            </a:solidFill>
          </a:ln>
        </p:spPr>
      </p:sp>
      <p:sp>
        <p:nvSpPr>
          <p:cNvPr id="211" name="capability_v1_s2_o209">
            <a:extLst xmlns:a="http://schemas.openxmlformats.org/drawingml/2006/main">
              <a:ext uri="{FF2B5EF4-FFF2-40B4-BE49-F238E27FC236}">
                <a16:creationId xmlns:a16="http://schemas.microsoft.com/office/drawing/2014/main" id="{A9FC41F4-C05A-4AA7-A8FE-9E5C5225239D}"/>
              </a:ext>
            </a:extLst>
          </p:cNvPr>
          <p:cNvSpPr>
            <a:spLocks xmlns:a="http://schemas.openxmlformats.org/drawingml/2006/main" noGrp="1"/>
          </p:cNvSpPr>
          <p:nvPr/>
        </p:nvSpPr>
        <p:spPr>
          <a:xfrm xmlns:a="http://schemas.openxmlformats.org/drawingml/2006/main">
            <a:off x="6210300" y="6032500"/>
            <a:ext cx="127000" cy="177800"/>
          </a:xfrm>
          <a:prstGeom xmlns:a="http://schemas.openxmlformats.org/drawingml/2006/main" prst="rect">
            <a:avLst/>
          </a:prstGeom>
          <a:noFill xmlns:a="http://schemas.openxmlformats.org/drawingml/2006/main"/>
          <a:ln xmlns:a="http://schemas.openxmlformats.org/drawingml/2006/main" w="11430">
            <a:solidFill>
              <a:srgbClr val="72D7EE"/>
            </a:solidFill>
          </a:ln>
        </p:spPr>
      </p:sp>
      <p:sp>
        <p:nvSpPr>
          <p:cNvPr id="212" name="capability_v1_s2_o210">
            <a:extLst xmlns:a="http://schemas.openxmlformats.org/drawingml/2006/main">
              <a:ext uri="{FF2B5EF4-FFF2-40B4-BE49-F238E27FC236}">
                <a16:creationId xmlns:a16="http://schemas.microsoft.com/office/drawing/2014/main" id="{FD25283A-D7BB-4B03-B0B7-BFC36ABE7FBA}"/>
              </a:ext>
            </a:extLst>
          </p:cNvPr>
          <p:cNvSpPr>
            <a:spLocks xmlns:a="http://schemas.openxmlformats.org/drawingml/2006/main" noGrp="1"/>
          </p:cNvSpPr>
          <p:nvPr/>
        </p:nvSpPr>
        <p:spPr>
          <a:xfrm xmlns:a="http://schemas.openxmlformats.org/drawingml/2006/main">
            <a:off x="6235700" y="6096000"/>
            <a:ext cx="76200" cy="95"/>
          </a:xfrm>
          <a:custGeom xmlns:a="http://schemas.openxmlformats.org/drawingml/2006/main">
            <a:pathLst>
              <a:path w="76200" h="95">
                <a:moveTo>
                  <a:pt x="0" y="0"/>
                </a:moveTo>
                <a:lnTo>
                  <a:pt x="76200" y="0"/>
                </a:lnTo>
              </a:path>
            </a:pathLst>
          </a:custGeom>
          <a:noFill xmlns:a="http://schemas.openxmlformats.org/drawingml/2006/main"/>
          <a:ln xmlns:a="http://schemas.openxmlformats.org/drawingml/2006/main" w="10160">
            <a:solidFill>
              <a:srgbClr val="72D7EE"/>
            </a:solidFill>
            <a:prstDash val="solid"/>
          </a:ln>
        </p:spPr>
      </p:sp>
      <p:sp>
        <p:nvSpPr>
          <p:cNvPr id="213" name="capability_v1_s2_o211">
            <a:extLst xmlns:a="http://schemas.openxmlformats.org/drawingml/2006/main">
              <a:ext uri="{FF2B5EF4-FFF2-40B4-BE49-F238E27FC236}">
                <a16:creationId xmlns:a16="http://schemas.microsoft.com/office/drawing/2014/main" id="{79A286F7-57E4-49DE-AAC7-B65A902B159F}"/>
              </a:ext>
            </a:extLst>
          </p:cNvPr>
          <p:cNvSpPr>
            <a:spLocks xmlns:a="http://schemas.openxmlformats.org/drawingml/2006/main" noGrp="1"/>
          </p:cNvSpPr>
          <p:nvPr/>
        </p:nvSpPr>
        <p:spPr>
          <a:xfrm xmlns:a="http://schemas.openxmlformats.org/drawingml/2006/main">
            <a:off x="6235700" y="6146800"/>
            <a:ext cx="63500" cy="95"/>
          </a:xfrm>
          <a:custGeom xmlns:a="http://schemas.openxmlformats.org/drawingml/2006/main">
            <a:pathLst>
              <a:path w="63500" h="95">
                <a:moveTo>
                  <a:pt x="0" y="0"/>
                </a:moveTo>
                <a:lnTo>
                  <a:pt x="63500" y="0"/>
                </a:lnTo>
              </a:path>
            </a:pathLst>
          </a:custGeom>
          <a:noFill xmlns:a="http://schemas.openxmlformats.org/drawingml/2006/main"/>
          <a:ln xmlns:a="http://schemas.openxmlformats.org/drawingml/2006/main" w="10160">
            <a:solidFill>
              <a:srgbClr val="72D7EE"/>
            </a:solidFill>
            <a:prstDash val="solid"/>
          </a:ln>
        </p:spPr>
      </p:sp>
      <p:sp>
        <p:nvSpPr>
          <p:cNvPr id="214" name="capability_v1_s2_o212">
            <a:extLst xmlns:a="http://schemas.openxmlformats.org/drawingml/2006/main">
              <a:ext uri="{FF2B5EF4-FFF2-40B4-BE49-F238E27FC236}">
                <a16:creationId xmlns:a16="http://schemas.microsoft.com/office/drawing/2014/main" id="{B3E7776C-CB82-4CAB-9EC6-FA66B1C28FCC}"/>
              </a:ext>
            </a:extLst>
          </p:cNvPr>
          <p:cNvSpPr>
            <a:spLocks xmlns:a="http://schemas.openxmlformats.org/drawingml/2006/main" noGrp="1"/>
          </p:cNvSpPr>
          <p:nvPr/>
        </p:nvSpPr>
        <p:spPr>
          <a:xfrm xmlns:a="http://schemas.openxmlformats.org/drawingml/2006/main">
            <a:off x="6388100" y="5956300"/>
            <a:ext cx="12319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1">
                <a:solidFill>
                  <a:srgbClr val="72D7EE"/>
                </a:solidFill>
                <a:latin typeface="Arial"/>
                <a:ea typeface="Arial"/>
                <a:cs typeface="Arial"/>
              </a:defRPr>
            </a:defPPr>
          </a:lstStyle>
          <a:p xmlns:a="http://schemas.openxmlformats.org/drawingml/2006/main">
            <a:pPr algn="l">
              <a:lnSpc>
                <a:spcPct val="108000"/>
              </a:lnSpc>
              <a:buNone/>
              <a:defRPr sz="900" b="1">
                <a:solidFill>
                  <a:srgbClr val="72D7EE"/>
                </a:solidFill>
                <a:latin typeface="Arial"/>
                <a:ea typeface="Arial"/>
                <a:cs typeface="Arial"/>
              </a:defRPr>
            </a:pPr>
            <a:r>
              <a:rPr sz="900" b="1">
                <a:solidFill>
                  <a:srgbClr val="72D7EE"/>
                </a:solidFill>
                <a:latin typeface="Arial"/>
                <a:ea typeface="Arial"/>
                <a:cs typeface="Arial"/>
              </a:rPr>
              <a:t>Circuit state</a:t>
            </a:r>
          </a:p>
        </p:txBody>
      </p:sp>
      <p:sp>
        <p:nvSpPr>
          <p:cNvPr id="215" name="capability_v1_s2_o213">
            <a:extLst xmlns:a="http://schemas.openxmlformats.org/drawingml/2006/main">
              <a:ext uri="{FF2B5EF4-FFF2-40B4-BE49-F238E27FC236}">
                <a16:creationId xmlns:a16="http://schemas.microsoft.com/office/drawing/2014/main" id="{53FE0DFA-60AD-421E-BE70-5347B579CB1C}"/>
              </a:ext>
            </a:extLst>
          </p:cNvPr>
          <p:cNvSpPr>
            <a:spLocks xmlns:a="http://schemas.openxmlformats.org/drawingml/2006/main" noGrp="1"/>
          </p:cNvSpPr>
          <p:nvPr/>
        </p:nvSpPr>
        <p:spPr>
          <a:xfrm xmlns:a="http://schemas.openxmlformats.org/drawingml/2006/main">
            <a:off x="7569200" y="5956300"/>
            <a:ext cx="14097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Unobserved</a:t>
            </a:r>
          </a:p>
        </p:txBody>
      </p:sp>
      <p:sp>
        <p:nvSpPr>
          <p:cNvPr id="216" name="capability_v1_s2_o214">
            <a:extLst xmlns:a="http://schemas.openxmlformats.org/drawingml/2006/main">
              <a:ext uri="{FF2B5EF4-FFF2-40B4-BE49-F238E27FC236}">
                <a16:creationId xmlns:a16="http://schemas.microsoft.com/office/drawing/2014/main" id="{1D2E07E2-22C4-48B3-B098-4777BC4F09D8}"/>
              </a:ext>
            </a:extLst>
          </p:cNvPr>
          <p:cNvSpPr>
            <a:spLocks xmlns:a="http://schemas.openxmlformats.org/drawingml/2006/main" noGrp="1"/>
          </p:cNvSpPr>
          <p:nvPr/>
        </p:nvSpPr>
        <p:spPr>
          <a:xfrm xmlns:a="http://schemas.openxmlformats.org/drawingml/2006/main">
            <a:off x="9182100" y="5905500"/>
            <a:ext cx="28575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No live execution testimony attached</a:t>
            </a:r>
          </a:p>
        </p:txBody>
      </p:sp>
      <p:sp>
        <p:nvSpPr>
          <p:cNvPr id="217" name="capability_v1_s2_o215">
            <a:extLst xmlns:a="http://schemas.openxmlformats.org/drawingml/2006/main">
              <a:ext uri="{FF2B5EF4-FFF2-40B4-BE49-F238E27FC236}">
                <a16:creationId xmlns:a16="http://schemas.microsoft.com/office/drawing/2014/main" id="{07ABA930-C0E1-431B-A0B7-F141FAF55574}"/>
              </a:ext>
            </a:extLst>
          </p:cNvPr>
          <p:cNvSpPr>
            <a:spLocks xmlns:a="http://schemas.openxmlformats.org/drawingml/2006/main" noGrp="1"/>
          </p:cNvSpPr>
          <p:nvPr/>
        </p:nvSpPr>
        <p:spPr>
          <a:xfrm xmlns:a="http://schemas.openxmlformats.org/drawingml/2006/main">
            <a:off x="177800" y="6362700"/>
            <a:ext cx="3937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046057f42fa64e21" action="ppaction://hlinksldjump"/>
              </a:rPr>
              <a:t>Complete execution circuit</a:t>
            </a:r>
          </a:p>
        </p:txBody>
      </p:sp>
      <p:sp>
        <p:nvSpPr>
          <p:cNvPr id="218" name="capability_v1_s2_o216">
            <a:extLst xmlns:a="http://schemas.openxmlformats.org/drawingml/2006/main">
              <a:ext uri="{FF2B5EF4-FFF2-40B4-BE49-F238E27FC236}">
                <a16:creationId xmlns:a16="http://schemas.microsoft.com/office/drawing/2014/main" id="{1B9B02D3-149C-4E98-BCAB-9E32440F4CEF}"/>
              </a:ext>
            </a:extLst>
          </p:cNvPr>
          <p:cNvSpPr>
            <a:spLocks xmlns:a="http://schemas.openxmlformats.org/drawingml/2006/main" noGrp="1"/>
          </p:cNvSpPr>
          <p:nvPr/>
        </p:nvSpPr>
        <p:spPr>
          <a:xfrm xmlns:a="http://schemas.openxmlformats.org/drawingml/2006/main">
            <a:off x="177800" y="5664200"/>
            <a:ext cx="11836400" cy="228600"/>
          </a:xfrm>
          <a:prstGeom xmlns:a="http://schemas.openxmlformats.org/drawingml/2006/main" prst="rect">
            <a:avLst/>
          </a:prstGeom>
          <a:solidFill xmlns:a="http://schemas.openxmlformats.org/drawingml/2006/main">
            <a:srgbClr val="05243B"/>
          </a:solidFill>
          <a:ln xmlns:a="http://schemas.openxmlformats.org/drawingml/2006/main" w="8890">
            <a:solidFill>
              <a:srgbClr val="F6B94D"/>
            </a:solidFill>
          </a:ln>
        </p:spPr>
      </p:sp>
      <p:sp>
        <p:nvSpPr>
          <p:cNvPr id="219" name="capability_v1_s2_o217">
            <a:extLst xmlns:a="http://schemas.openxmlformats.org/drawingml/2006/main">
              <a:ext uri="{FF2B5EF4-FFF2-40B4-BE49-F238E27FC236}">
                <a16:creationId xmlns:a16="http://schemas.microsoft.com/office/drawing/2014/main" id="{CF112785-B455-4D89-9508-1C7FE007422A}"/>
              </a:ext>
            </a:extLst>
          </p:cNvPr>
          <p:cNvSpPr>
            <a:spLocks xmlns:a="http://schemas.openxmlformats.org/drawingml/2006/main" noGrp="1"/>
          </p:cNvSpPr>
          <p:nvPr/>
        </p:nvSpPr>
        <p:spPr>
          <a:xfrm xmlns:a="http://schemas.openxmlformats.org/drawingml/2006/main">
            <a:off x="228600" y="5664200"/>
            <a:ext cx="1173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00" b="1">
                <a:solidFill>
                  <a:srgbClr val="F6B94D"/>
                </a:solidFill>
                <a:latin typeface="Arial"/>
                <a:ea typeface="Arial"/>
                <a:cs typeface="Arial"/>
              </a:defRPr>
            </a:defPPr>
          </a:lstStyle>
          <a:p xmlns:a="http://schemas.openxmlformats.org/drawingml/2006/main">
            <a:pPr algn="ctr">
              <a:lnSpc>
                <a:spcPct val="108000"/>
              </a:lnSpc>
              <a:buNone/>
              <a:defRPr sz="800" b="1">
                <a:solidFill>
                  <a:srgbClr val="F6B94D"/>
                </a:solidFill>
                <a:latin typeface="Arial"/>
                <a:ea typeface="Arial"/>
                <a:cs typeface="Arial"/>
              </a:defRPr>
            </a:pPr>
            <a:r>
              <a:rPr sz="800" b="1">
                <a:solidFill>
                  <a:srgbClr val="F6B94D"/>
                </a:solidFill>
                <a:latin typeface="Arial"/>
                <a:ea typeface="Arial"/>
                <a:cs typeface="Arial"/>
                <a:hlinkClick xmlns:r="http://schemas.openxmlformats.org/officeDocument/2006/relationships" r:id="Rb9c32da93f3b4865" action="ppaction://hlinksldjump"/>
              </a:rPr>
              <a:t>15/15 readings · 12 coverage rows · 4 unlocated/global findings</a:t>
            </a:r>
          </a:p>
        </p:txBody>
      </p:sp>
      <p:sp>
        <p:nvSpPr>
          <p:cNvPr id="220" name="capability_v1_s2_o218">
            <a:extLst xmlns:a="http://schemas.openxmlformats.org/drawingml/2006/main">
              <a:ext uri="{FF2B5EF4-FFF2-40B4-BE49-F238E27FC236}">
                <a16:creationId xmlns:a16="http://schemas.microsoft.com/office/drawing/2014/main" id="{1CB7DF06-6184-4B2C-8D93-28043C580CAE}"/>
              </a:ext>
            </a:extLst>
          </p:cNvPr>
          <p:cNvSpPr>
            <a:spLocks xmlns:a="http://schemas.openxmlformats.org/drawingml/2006/main" noGrp="1"/>
          </p:cNvSpPr>
          <p:nvPr/>
        </p:nvSpPr>
        <p:spPr>
          <a:xfrm xmlns:a="http://schemas.openxmlformats.org/drawingml/2006/main">
            <a:off x="4699000" y="6362700"/>
            <a:ext cx="2667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1c10f394f54c49ba" action="ppaction://hlinksldjump"/>
              </a:rPr>
              <a:t>Inspection evidence</a:t>
            </a:r>
          </a:p>
        </p:txBody>
      </p:sp>
      <p:sp>
        <p:nvSpPr>
          <p:cNvPr id="221" name="capability_v1_s2_o219">
            <a:extLst xmlns:a="http://schemas.openxmlformats.org/drawingml/2006/main">
              <a:ext uri="{FF2B5EF4-FFF2-40B4-BE49-F238E27FC236}">
                <a16:creationId xmlns:a16="http://schemas.microsoft.com/office/drawing/2014/main" id="{17440F2C-9310-4A4C-84A1-55A1E9BF1400}"/>
              </a:ext>
            </a:extLst>
          </p:cNvPr>
          <p:cNvSpPr>
            <a:spLocks xmlns:a="http://schemas.openxmlformats.org/drawingml/2006/main" noGrp="1"/>
          </p:cNvSpPr>
          <p:nvPr/>
        </p:nvSpPr>
        <p:spPr>
          <a:xfrm xmlns:a="http://schemas.openxmlformats.org/drawingml/2006/main">
            <a:off x="8001000" y="6362700"/>
            <a:ext cx="3937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hlinkClick xmlns:r="http://schemas.openxmlformats.org/officeDocument/2006/relationships" r:id="Rf8f23b8b6398405f" action="ppaction://hlinksldjump"/>
              </a:rPr>
              <a:t>Review · 0 errors / 4 warnings</a:t>
            </a:r>
          </a:p>
        </p:txBody>
      </p:sp>
      <p:sp>
        <p:nvSpPr>
          <p:cNvPr id="222" name="capability_v1_s2_o220">
            <a:extLst xmlns:a="http://schemas.openxmlformats.org/drawingml/2006/main">
              <a:ext uri="{FF2B5EF4-FFF2-40B4-BE49-F238E27FC236}">
                <a16:creationId xmlns:a16="http://schemas.microsoft.com/office/drawing/2014/main" id="{794CE2A3-F9B3-4C5B-9678-4AC6BBF768A1}"/>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
        <p:nvSpPr>
          <p:cNvPr id="223" name="capability_v1_s2_o221">
            <a:extLst xmlns:a="http://schemas.openxmlformats.org/drawingml/2006/main">
              <a:ext uri="{FF2B5EF4-FFF2-40B4-BE49-F238E27FC236}">
                <a16:creationId xmlns:a16="http://schemas.microsoft.com/office/drawing/2014/main" id="{CEA35864-E44D-4D66-8DA5-5A8A5A8F6890}"/>
              </a:ext>
            </a:extLst>
          </p:cNvPr>
          <p:cNvSpPr>
            <a:spLocks xmlns:a="http://schemas.openxmlformats.org/drawingml/2006/main" noGrp="1"/>
          </p:cNvSpPr>
          <p:nvPr/>
        </p:nvSpPr>
        <p:spPr>
          <a:xfrm xmlns:a="http://schemas.openxmlformats.org/drawingml/2006/main">
            <a:off x="11430000" y="6629400"/>
            <a:ext cx="5334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800" b="0">
                <a:solidFill>
                  <a:srgbClr val="A8B8CA"/>
                </a:solidFill>
                <a:latin typeface="Arial"/>
                <a:ea typeface="Arial"/>
                <a:cs typeface="Arial"/>
              </a:defRPr>
            </a:defPPr>
          </a:lstStyle>
          <a:p xmlns:a="http://schemas.openxmlformats.org/drawingml/2006/main">
            <a:pPr algn="r">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02</a:t>
            </a:r>
          </a:p>
        </p:txBody>
      </p:sp>
    </p:spTree>
    <p:extLst>
      <p:ext uri="{BB962C8B-B14F-4D97-AF65-F5344CB8AC3E}">
        <p14:creationId xmlns:p14="http://schemas.microsoft.com/office/powerpoint/2010/main" val="706622049"/>
      </p:ext>
    </p:extLst>
  </p:cSld>
</p:sld>
</file>

<file path=ppt/slides/slide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84" name="capability_v1_s3_o1">
            <a:extLst xmlns:a="http://schemas.openxmlformats.org/drawingml/2006/main">
              <a:ext uri="{FF2B5EF4-FFF2-40B4-BE49-F238E27FC236}">
                <a16:creationId xmlns:a16="http://schemas.microsoft.com/office/drawing/2014/main" id="{15F2440A-305B-4671-A3BA-9BFF3E14E840}"/>
              </a:ext>
            </a:extLst>
          </p:cNvPr>
          <p:cNvSpPr>
            <a:spLocks xmlns:a="http://schemas.openxmlformats.org/drawingml/2006/main" noGrp="1"/>
          </p:cNvSpPr>
          <p:nvPr/>
        </p:nvSpPr>
        <p:spPr>
          <a:xfrm xmlns:a="http://schemas.openxmlformats.org/drawingml/2006/main">
            <a:off x="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 name="capability_v1_s3_o2">
            <a:extLst xmlns:a="http://schemas.openxmlformats.org/drawingml/2006/main">
              <a:ext uri="{FF2B5EF4-FFF2-40B4-BE49-F238E27FC236}">
                <a16:creationId xmlns:a16="http://schemas.microsoft.com/office/drawing/2014/main" id="{E9E6374F-6A67-4D12-94AC-F5E4AAB9748C}"/>
              </a:ext>
            </a:extLst>
          </p:cNvPr>
          <p:cNvSpPr>
            <a:spLocks xmlns:a="http://schemas.openxmlformats.org/drawingml/2006/main" noGrp="1"/>
          </p:cNvSpPr>
          <p:nvPr/>
        </p:nvSpPr>
        <p:spPr>
          <a:xfrm xmlns:a="http://schemas.openxmlformats.org/drawingml/2006/main">
            <a:off x="15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 name="capability_v1_s3_o3">
            <a:extLst xmlns:a="http://schemas.openxmlformats.org/drawingml/2006/main">
              <a:ext uri="{FF2B5EF4-FFF2-40B4-BE49-F238E27FC236}">
                <a16:creationId xmlns:a16="http://schemas.microsoft.com/office/drawing/2014/main" id="{11039D88-A9D7-4637-AAB5-4BA89111B661}"/>
              </a:ext>
            </a:extLst>
          </p:cNvPr>
          <p:cNvSpPr>
            <a:spLocks xmlns:a="http://schemas.openxmlformats.org/drawingml/2006/main" noGrp="1"/>
          </p:cNvSpPr>
          <p:nvPr/>
        </p:nvSpPr>
        <p:spPr>
          <a:xfrm xmlns:a="http://schemas.openxmlformats.org/drawingml/2006/main">
            <a:off x="30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 name="capability_v1_s3_o4">
            <a:extLst xmlns:a="http://schemas.openxmlformats.org/drawingml/2006/main">
              <a:ext uri="{FF2B5EF4-FFF2-40B4-BE49-F238E27FC236}">
                <a16:creationId xmlns:a16="http://schemas.microsoft.com/office/drawing/2014/main" id="{A278752C-4DEA-4BC6-A8EB-D8CD31A38E49}"/>
              </a:ext>
            </a:extLst>
          </p:cNvPr>
          <p:cNvSpPr>
            <a:spLocks xmlns:a="http://schemas.openxmlformats.org/drawingml/2006/main" noGrp="1"/>
          </p:cNvSpPr>
          <p:nvPr/>
        </p:nvSpPr>
        <p:spPr>
          <a:xfrm xmlns:a="http://schemas.openxmlformats.org/drawingml/2006/main">
            <a:off x="45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 name="capability_v1_s3_o5">
            <a:extLst xmlns:a="http://schemas.openxmlformats.org/drawingml/2006/main">
              <a:ext uri="{FF2B5EF4-FFF2-40B4-BE49-F238E27FC236}">
                <a16:creationId xmlns:a16="http://schemas.microsoft.com/office/drawing/2014/main" id="{3E7FC1B5-0263-4C0F-8254-D89413196D2C}"/>
              </a:ext>
            </a:extLst>
          </p:cNvPr>
          <p:cNvSpPr>
            <a:spLocks xmlns:a="http://schemas.openxmlformats.org/drawingml/2006/main" noGrp="1"/>
          </p:cNvSpPr>
          <p:nvPr/>
        </p:nvSpPr>
        <p:spPr>
          <a:xfrm xmlns:a="http://schemas.openxmlformats.org/drawingml/2006/main">
            <a:off x="60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 name="capability_v1_s3_o6">
            <a:extLst xmlns:a="http://schemas.openxmlformats.org/drawingml/2006/main">
              <a:ext uri="{FF2B5EF4-FFF2-40B4-BE49-F238E27FC236}">
                <a16:creationId xmlns:a16="http://schemas.microsoft.com/office/drawing/2014/main" id="{DD62878C-9158-4A49-A25B-E787BD537953}"/>
              </a:ext>
            </a:extLst>
          </p:cNvPr>
          <p:cNvSpPr>
            <a:spLocks xmlns:a="http://schemas.openxmlformats.org/drawingml/2006/main" noGrp="1"/>
          </p:cNvSpPr>
          <p:nvPr/>
        </p:nvSpPr>
        <p:spPr>
          <a:xfrm xmlns:a="http://schemas.openxmlformats.org/drawingml/2006/main">
            <a:off x="76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 name="capability_v1_s3_o7">
            <a:extLst xmlns:a="http://schemas.openxmlformats.org/drawingml/2006/main">
              <a:ext uri="{FF2B5EF4-FFF2-40B4-BE49-F238E27FC236}">
                <a16:creationId xmlns:a16="http://schemas.microsoft.com/office/drawing/2014/main" id="{1F299E49-AF6A-4240-9B30-A97BA76CFF49}"/>
              </a:ext>
            </a:extLst>
          </p:cNvPr>
          <p:cNvSpPr>
            <a:spLocks xmlns:a="http://schemas.openxmlformats.org/drawingml/2006/main" noGrp="1"/>
          </p:cNvSpPr>
          <p:nvPr/>
        </p:nvSpPr>
        <p:spPr>
          <a:xfrm xmlns:a="http://schemas.openxmlformats.org/drawingml/2006/main">
            <a:off x="91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 name="capability_v1_s3_o8">
            <a:extLst xmlns:a="http://schemas.openxmlformats.org/drawingml/2006/main">
              <a:ext uri="{FF2B5EF4-FFF2-40B4-BE49-F238E27FC236}">
                <a16:creationId xmlns:a16="http://schemas.microsoft.com/office/drawing/2014/main" id="{65FD969F-D689-4BFA-A17E-2D6B33026028}"/>
              </a:ext>
            </a:extLst>
          </p:cNvPr>
          <p:cNvSpPr>
            <a:spLocks xmlns:a="http://schemas.openxmlformats.org/drawingml/2006/main" noGrp="1"/>
          </p:cNvSpPr>
          <p:nvPr/>
        </p:nvSpPr>
        <p:spPr>
          <a:xfrm xmlns:a="http://schemas.openxmlformats.org/drawingml/2006/main">
            <a:off x="106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9" name="capability_v1_s3_o9">
            <a:extLst xmlns:a="http://schemas.openxmlformats.org/drawingml/2006/main">
              <a:ext uri="{FF2B5EF4-FFF2-40B4-BE49-F238E27FC236}">
                <a16:creationId xmlns:a16="http://schemas.microsoft.com/office/drawing/2014/main" id="{87B153E5-C9A8-4112-9A70-743F8BB77B4D}"/>
              </a:ext>
            </a:extLst>
          </p:cNvPr>
          <p:cNvSpPr>
            <a:spLocks xmlns:a="http://schemas.openxmlformats.org/drawingml/2006/main" noGrp="1"/>
          </p:cNvSpPr>
          <p:nvPr/>
        </p:nvSpPr>
        <p:spPr>
          <a:xfrm xmlns:a="http://schemas.openxmlformats.org/drawingml/2006/main">
            <a:off x="121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0" name="capability_v1_s3_o10">
            <a:extLst xmlns:a="http://schemas.openxmlformats.org/drawingml/2006/main">
              <a:ext uri="{FF2B5EF4-FFF2-40B4-BE49-F238E27FC236}">
                <a16:creationId xmlns:a16="http://schemas.microsoft.com/office/drawing/2014/main" id="{D02C2DB4-1892-4F86-B271-94EB53D09BA0}"/>
              </a:ext>
            </a:extLst>
          </p:cNvPr>
          <p:cNvSpPr>
            <a:spLocks xmlns:a="http://schemas.openxmlformats.org/drawingml/2006/main" noGrp="1"/>
          </p:cNvSpPr>
          <p:nvPr/>
        </p:nvSpPr>
        <p:spPr>
          <a:xfrm xmlns:a="http://schemas.openxmlformats.org/drawingml/2006/main">
            <a:off x="137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1" name="capability_v1_s3_o11">
            <a:extLst xmlns:a="http://schemas.openxmlformats.org/drawingml/2006/main">
              <a:ext uri="{FF2B5EF4-FFF2-40B4-BE49-F238E27FC236}">
                <a16:creationId xmlns:a16="http://schemas.microsoft.com/office/drawing/2014/main" id="{A1A2BD55-5688-429F-BECA-05A578905FDE}"/>
              </a:ext>
            </a:extLst>
          </p:cNvPr>
          <p:cNvSpPr>
            <a:spLocks xmlns:a="http://schemas.openxmlformats.org/drawingml/2006/main" noGrp="1"/>
          </p:cNvSpPr>
          <p:nvPr/>
        </p:nvSpPr>
        <p:spPr>
          <a:xfrm xmlns:a="http://schemas.openxmlformats.org/drawingml/2006/main">
            <a:off x="152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2" name="capability_v1_s3_o12">
            <a:extLst xmlns:a="http://schemas.openxmlformats.org/drawingml/2006/main">
              <a:ext uri="{FF2B5EF4-FFF2-40B4-BE49-F238E27FC236}">
                <a16:creationId xmlns:a16="http://schemas.microsoft.com/office/drawing/2014/main" id="{8FE008DF-B92A-45E8-866E-417C7D7C01F1}"/>
              </a:ext>
            </a:extLst>
          </p:cNvPr>
          <p:cNvSpPr>
            <a:spLocks xmlns:a="http://schemas.openxmlformats.org/drawingml/2006/main" noGrp="1"/>
          </p:cNvSpPr>
          <p:nvPr/>
        </p:nvSpPr>
        <p:spPr>
          <a:xfrm xmlns:a="http://schemas.openxmlformats.org/drawingml/2006/main">
            <a:off x="167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3" name="capability_v1_s3_o13">
            <a:extLst xmlns:a="http://schemas.openxmlformats.org/drawingml/2006/main">
              <a:ext uri="{FF2B5EF4-FFF2-40B4-BE49-F238E27FC236}">
                <a16:creationId xmlns:a16="http://schemas.microsoft.com/office/drawing/2014/main" id="{6FB9B3A3-9F6A-41C3-A0A8-80303DC0F18B}"/>
              </a:ext>
            </a:extLst>
          </p:cNvPr>
          <p:cNvSpPr>
            <a:spLocks xmlns:a="http://schemas.openxmlformats.org/drawingml/2006/main" noGrp="1"/>
          </p:cNvSpPr>
          <p:nvPr/>
        </p:nvSpPr>
        <p:spPr>
          <a:xfrm xmlns:a="http://schemas.openxmlformats.org/drawingml/2006/main">
            <a:off x="182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4" name="capability_v1_s3_o14">
            <a:extLst xmlns:a="http://schemas.openxmlformats.org/drawingml/2006/main">
              <a:ext uri="{FF2B5EF4-FFF2-40B4-BE49-F238E27FC236}">
                <a16:creationId xmlns:a16="http://schemas.microsoft.com/office/drawing/2014/main" id="{E63D4CB2-3A0C-4833-BEA6-2D3ED59A476B}"/>
              </a:ext>
            </a:extLst>
          </p:cNvPr>
          <p:cNvSpPr>
            <a:spLocks xmlns:a="http://schemas.openxmlformats.org/drawingml/2006/main" noGrp="1"/>
          </p:cNvSpPr>
          <p:nvPr/>
        </p:nvSpPr>
        <p:spPr>
          <a:xfrm xmlns:a="http://schemas.openxmlformats.org/drawingml/2006/main">
            <a:off x="198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5" name="capability_v1_s3_o15">
            <a:extLst xmlns:a="http://schemas.openxmlformats.org/drawingml/2006/main">
              <a:ext uri="{FF2B5EF4-FFF2-40B4-BE49-F238E27FC236}">
                <a16:creationId xmlns:a16="http://schemas.microsoft.com/office/drawing/2014/main" id="{2547F27B-93B4-4811-8C3F-C0ED5B5FF01B}"/>
              </a:ext>
            </a:extLst>
          </p:cNvPr>
          <p:cNvSpPr>
            <a:spLocks xmlns:a="http://schemas.openxmlformats.org/drawingml/2006/main" noGrp="1"/>
          </p:cNvSpPr>
          <p:nvPr/>
        </p:nvSpPr>
        <p:spPr>
          <a:xfrm xmlns:a="http://schemas.openxmlformats.org/drawingml/2006/main">
            <a:off x="213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6" name="capability_v1_s3_o16">
            <a:extLst xmlns:a="http://schemas.openxmlformats.org/drawingml/2006/main">
              <a:ext uri="{FF2B5EF4-FFF2-40B4-BE49-F238E27FC236}">
                <a16:creationId xmlns:a16="http://schemas.microsoft.com/office/drawing/2014/main" id="{CD3FFB5D-50E8-4B2E-B582-D6F6E4F4AD33}"/>
              </a:ext>
            </a:extLst>
          </p:cNvPr>
          <p:cNvSpPr>
            <a:spLocks xmlns:a="http://schemas.openxmlformats.org/drawingml/2006/main" noGrp="1"/>
          </p:cNvSpPr>
          <p:nvPr/>
        </p:nvSpPr>
        <p:spPr>
          <a:xfrm xmlns:a="http://schemas.openxmlformats.org/drawingml/2006/main">
            <a:off x="228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7" name="capability_v1_s3_o17">
            <a:extLst xmlns:a="http://schemas.openxmlformats.org/drawingml/2006/main">
              <a:ext uri="{FF2B5EF4-FFF2-40B4-BE49-F238E27FC236}">
                <a16:creationId xmlns:a16="http://schemas.microsoft.com/office/drawing/2014/main" id="{6C9C816A-3845-4BAA-A403-B548E7171D69}"/>
              </a:ext>
            </a:extLst>
          </p:cNvPr>
          <p:cNvSpPr>
            <a:spLocks xmlns:a="http://schemas.openxmlformats.org/drawingml/2006/main" noGrp="1"/>
          </p:cNvSpPr>
          <p:nvPr/>
        </p:nvSpPr>
        <p:spPr>
          <a:xfrm xmlns:a="http://schemas.openxmlformats.org/drawingml/2006/main">
            <a:off x="243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8" name="capability_v1_s3_o18">
            <a:extLst xmlns:a="http://schemas.openxmlformats.org/drawingml/2006/main">
              <a:ext uri="{FF2B5EF4-FFF2-40B4-BE49-F238E27FC236}">
                <a16:creationId xmlns:a16="http://schemas.microsoft.com/office/drawing/2014/main" id="{EE97B8B9-98F5-4540-A9D1-4AA57876CCF7}"/>
              </a:ext>
            </a:extLst>
          </p:cNvPr>
          <p:cNvSpPr>
            <a:spLocks xmlns:a="http://schemas.openxmlformats.org/drawingml/2006/main" noGrp="1"/>
          </p:cNvSpPr>
          <p:nvPr/>
        </p:nvSpPr>
        <p:spPr>
          <a:xfrm xmlns:a="http://schemas.openxmlformats.org/drawingml/2006/main">
            <a:off x="259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9" name="capability_v1_s3_o19">
            <a:extLst xmlns:a="http://schemas.openxmlformats.org/drawingml/2006/main">
              <a:ext uri="{FF2B5EF4-FFF2-40B4-BE49-F238E27FC236}">
                <a16:creationId xmlns:a16="http://schemas.microsoft.com/office/drawing/2014/main" id="{9E529581-D368-44EA-997D-4B2F6CA2FE2F}"/>
              </a:ext>
            </a:extLst>
          </p:cNvPr>
          <p:cNvSpPr>
            <a:spLocks xmlns:a="http://schemas.openxmlformats.org/drawingml/2006/main" noGrp="1"/>
          </p:cNvSpPr>
          <p:nvPr/>
        </p:nvSpPr>
        <p:spPr>
          <a:xfrm xmlns:a="http://schemas.openxmlformats.org/drawingml/2006/main">
            <a:off x="274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0" name="capability_v1_s3_o20">
            <a:extLst xmlns:a="http://schemas.openxmlformats.org/drawingml/2006/main">
              <a:ext uri="{FF2B5EF4-FFF2-40B4-BE49-F238E27FC236}">
                <a16:creationId xmlns:a16="http://schemas.microsoft.com/office/drawing/2014/main" id="{0E08FD01-ECA9-4978-9E4C-B85F944104B3}"/>
              </a:ext>
            </a:extLst>
          </p:cNvPr>
          <p:cNvSpPr>
            <a:spLocks xmlns:a="http://schemas.openxmlformats.org/drawingml/2006/main" noGrp="1"/>
          </p:cNvSpPr>
          <p:nvPr/>
        </p:nvSpPr>
        <p:spPr>
          <a:xfrm xmlns:a="http://schemas.openxmlformats.org/drawingml/2006/main">
            <a:off x="289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1" name="capability_v1_s3_o21">
            <a:extLst xmlns:a="http://schemas.openxmlformats.org/drawingml/2006/main">
              <a:ext uri="{FF2B5EF4-FFF2-40B4-BE49-F238E27FC236}">
                <a16:creationId xmlns:a16="http://schemas.microsoft.com/office/drawing/2014/main" id="{736A2D88-40FA-4FA6-86CB-F4E9F34A463D}"/>
              </a:ext>
            </a:extLst>
          </p:cNvPr>
          <p:cNvSpPr>
            <a:spLocks xmlns:a="http://schemas.openxmlformats.org/drawingml/2006/main" noGrp="1"/>
          </p:cNvSpPr>
          <p:nvPr/>
        </p:nvSpPr>
        <p:spPr>
          <a:xfrm xmlns:a="http://schemas.openxmlformats.org/drawingml/2006/main">
            <a:off x="304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2" name="capability_v1_s3_o22">
            <a:extLst xmlns:a="http://schemas.openxmlformats.org/drawingml/2006/main">
              <a:ext uri="{FF2B5EF4-FFF2-40B4-BE49-F238E27FC236}">
                <a16:creationId xmlns:a16="http://schemas.microsoft.com/office/drawing/2014/main" id="{80D6AE71-77E7-433D-87EA-6473EADDE975}"/>
              </a:ext>
            </a:extLst>
          </p:cNvPr>
          <p:cNvSpPr>
            <a:spLocks xmlns:a="http://schemas.openxmlformats.org/drawingml/2006/main" noGrp="1"/>
          </p:cNvSpPr>
          <p:nvPr/>
        </p:nvSpPr>
        <p:spPr>
          <a:xfrm xmlns:a="http://schemas.openxmlformats.org/drawingml/2006/main">
            <a:off x="320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3" name="capability_v1_s3_o23">
            <a:extLst xmlns:a="http://schemas.openxmlformats.org/drawingml/2006/main">
              <a:ext uri="{FF2B5EF4-FFF2-40B4-BE49-F238E27FC236}">
                <a16:creationId xmlns:a16="http://schemas.microsoft.com/office/drawing/2014/main" id="{D339CBA8-7C02-460D-A246-35962E83C162}"/>
              </a:ext>
            </a:extLst>
          </p:cNvPr>
          <p:cNvSpPr>
            <a:spLocks xmlns:a="http://schemas.openxmlformats.org/drawingml/2006/main" noGrp="1"/>
          </p:cNvSpPr>
          <p:nvPr/>
        </p:nvSpPr>
        <p:spPr>
          <a:xfrm xmlns:a="http://schemas.openxmlformats.org/drawingml/2006/main">
            <a:off x="335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4" name="capability_v1_s3_o24">
            <a:extLst xmlns:a="http://schemas.openxmlformats.org/drawingml/2006/main">
              <a:ext uri="{FF2B5EF4-FFF2-40B4-BE49-F238E27FC236}">
                <a16:creationId xmlns:a16="http://schemas.microsoft.com/office/drawing/2014/main" id="{F5E8C334-A7F6-4F8B-A68D-FB7711731381}"/>
              </a:ext>
            </a:extLst>
          </p:cNvPr>
          <p:cNvSpPr>
            <a:spLocks xmlns:a="http://schemas.openxmlformats.org/drawingml/2006/main" noGrp="1"/>
          </p:cNvSpPr>
          <p:nvPr/>
        </p:nvSpPr>
        <p:spPr>
          <a:xfrm xmlns:a="http://schemas.openxmlformats.org/drawingml/2006/main">
            <a:off x="350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5" name="capability_v1_s3_o25">
            <a:extLst xmlns:a="http://schemas.openxmlformats.org/drawingml/2006/main">
              <a:ext uri="{FF2B5EF4-FFF2-40B4-BE49-F238E27FC236}">
                <a16:creationId xmlns:a16="http://schemas.microsoft.com/office/drawing/2014/main" id="{460AABBD-443D-44F6-AEE7-2EA774CAAAA0}"/>
              </a:ext>
            </a:extLst>
          </p:cNvPr>
          <p:cNvSpPr>
            <a:spLocks xmlns:a="http://schemas.openxmlformats.org/drawingml/2006/main" noGrp="1"/>
          </p:cNvSpPr>
          <p:nvPr/>
        </p:nvSpPr>
        <p:spPr>
          <a:xfrm xmlns:a="http://schemas.openxmlformats.org/drawingml/2006/main">
            <a:off x="365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6" name="capability_v1_s3_o26">
            <a:extLst xmlns:a="http://schemas.openxmlformats.org/drawingml/2006/main">
              <a:ext uri="{FF2B5EF4-FFF2-40B4-BE49-F238E27FC236}">
                <a16:creationId xmlns:a16="http://schemas.microsoft.com/office/drawing/2014/main" id="{B86BA59E-3422-4463-A569-055F7A01DCC6}"/>
              </a:ext>
            </a:extLst>
          </p:cNvPr>
          <p:cNvSpPr>
            <a:spLocks xmlns:a="http://schemas.openxmlformats.org/drawingml/2006/main" noGrp="1"/>
          </p:cNvSpPr>
          <p:nvPr/>
        </p:nvSpPr>
        <p:spPr>
          <a:xfrm xmlns:a="http://schemas.openxmlformats.org/drawingml/2006/main">
            <a:off x="381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7" name="capability_v1_s3_o27">
            <a:extLst xmlns:a="http://schemas.openxmlformats.org/drawingml/2006/main">
              <a:ext uri="{FF2B5EF4-FFF2-40B4-BE49-F238E27FC236}">
                <a16:creationId xmlns:a16="http://schemas.microsoft.com/office/drawing/2014/main" id="{3D847661-2F3E-4888-AAE8-DD81E995996D}"/>
              </a:ext>
            </a:extLst>
          </p:cNvPr>
          <p:cNvSpPr>
            <a:spLocks xmlns:a="http://schemas.openxmlformats.org/drawingml/2006/main" noGrp="1"/>
          </p:cNvSpPr>
          <p:nvPr/>
        </p:nvSpPr>
        <p:spPr>
          <a:xfrm xmlns:a="http://schemas.openxmlformats.org/drawingml/2006/main">
            <a:off x="396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8" name="capability_v1_s3_o28">
            <a:extLst xmlns:a="http://schemas.openxmlformats.org/drawingml/2006/main">
              <a:ext uri="{FF2B5EF4-FFF2-40B4-BE49-F238E27FC236}">
                <a16:creationId xmlns:a16="http://schemas.microsoft.com/office/drawing/2014/main" id="{A0309DD5-863F-451C-8294-CE4C65BCF423}"/>
              </a:ext>
            </a:extLst>
          </p:cNvPr>
          <p:cNvSpPr>
            <a:spLocks xmlns:a="http://schemas.openxmlformats.org/drawingml/2006/main" noGrp="1"/>
          </p:cNvSpPr>
          <p:nvPr/>
        </p:nvSpPr>
        <p:spPr>
          <a:xfrm xmlns:a="http://schemas.openxmlformats.org/drawingml/2006/main">
            <a:off x="411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9" name="capability_v1_s3_o29">
            <a:extLst xmlns:a="http://schemas.openxmlformats.org/drawingml/2006/main">
              <a:ext uri="{FF2B5EF4-FFF2-40B4-BE49-F238E27FC236}">
                <a16:creationId xmlns:a16="http://schemas.microsoft.com/office/drawing/2014/main" id="{CD0FE631-8372-4C5C-8435-760093F747E3}"/>
              </a:ext>
            </a:extLst>
          </p:cNvPr>
          <p:cNvSpPr>
            <a:spLocks xmlns:a="http://schemas.openxmlformats.org/drawingml/2006/main" noGrp="1"/>
          </p:cNvSpPr>
          <p:nvPr/>
        </p:nvSpPr>
        <p:spPr>
          <a:xfrm xmlns:a="http://schemas.openxmlformats.org/drawingml/2006/main">
            <a:off x="426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0" name="capability_v1_s3_o30">
            <a:extLst xmlns:a="http://schemas.openxmlformats.org/drawingml/2006/main">
              <a:ext uri="{FF2B5EF4-FFF2-40B4-BE49-F238E27FC236}">
                <a16:creationId xmlns:a16="http://schemas.microsoft.com/office/drawing/2014/main" id="{FC1054ED-C58F-425E-9F0E-13C5392E3FF9}"/>
              </a:ext>
            </a:extLst>
          </p:cNvPr>
          <p:cNvSpPr>
            <a:spLocks xmlns:a="http://schemas.openxmlformats.org/drawingml/2006/main" noGrp="1"/>
          </p:cNvSpPr>
          <p:nvPr/>
        </p:nvSpPr>
        <p:spPr>
          <a:xfrm xmlns:a="http://schemas.openxmlformats.org/drawingml/2006/main">
            <a:off x="441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1" name="capability_v1_s3_o31">
            <a:extLst xmlns:a="http://schemas.openxmlformats.org/drawingml/2006/main">
              <a:ext uri="{FF2B5EF4-FFF2-40B4-BE49-F238E27FC236}">
                <a16:creationId xmlns:a16="http://schemas.microsoft.com/office/drawing/2014/main" id="{AC963ECB-3380-4CF2-8EBC-60EF8EAB18E8}"/>
              </a:ext>
            </a:extLst>
          </p:cNvPr>
          <p:cNvSpPr>
            <a:spLocks xmlns:a="http://schemas.openxmlformats.org/drawingml/2006/main" noGrp="1"/>
          </p:cNvSpPr>
          <p:nvPr/>
        </p:nvSpPr>
        <p:spPr>
          <a:xfrm xmlns:a="http://schemas.openxmlformats.org/drawingml/2006/main">
            <a:off x="457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2" name="capability_v1_s3_o32">
            <a:extLst xmlns:a="http://schemas.openxmlformats.org/drawingml/2006/main">
              <a:ext uri="{FF2B5EF4-FFF2-40B4-BE49-F238E27FC236}">
                <a16:creationId xmlns:a16="http://schemas.microsoft.com/office/drawing/2014/main" id="{408AE0C6-5D7F-4348-A8E8-D4FCD5525FF4}"/>
              </a:ext>
            </a:extLst>
          </p:cNvPr>
          <p:cNvSpPr>
            <a:spLocks xmlns:a="http://schemas.openxmlformats.org/drawingml/2006/main" noGrp="1"/>
          </p:cNvSpPr>
          <p:nvPr/>
        </p:nvSpPr>
        <p:spPr>
          <a:xfrm xmlns:a="http://schemas.openxmlformats.org/drawingml/2006/main">
            <a:off x="472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3" name="capability_v1_s3_o33">
            <a:extLst xmlns:a="http://schemas.openxmlformats.org/drawingml/2006/main">
              <a:ext uri="{FF2B5EF4-FFF2-40B4-BE49-F238E27FC236}">
                <a16:creationId xmlns:a16="http://schemas.microsoft.com/office/drawing/2014/main" id="{2FDC567B-3A34-4724-80C6-88F6C27EB2A6}"/>
              </a:ext>
            </a:extLst>
          </p:cNvPr>
          <p:cNvSpPr>
            <a:spLocks xmlns:a="http://schemas.openxmlformats.org/drawingml/2006/main" noGrp="1"/>
          </p:cNvSpPr>
          <p:nvPr/>
        </p:nvSpPr>
        <p:spPr>
          <a:xfrm xmlns:a="http://schemas.openxmlformats.org/drawingml/2006/main">
            <a:off x="487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4" name="capability_v1_s3_o34">
            <a:extLst xmlns:a="http://schemas.openxmlformats.org/drawingml/2006/main">
              <a:ext uri="{FF2B5EF4-FFF2-40B4-BE49-F238E27FC236}">
                <a16:creationId xmlns:a16="http://schemas.microsoft.com/office/drawing/2014/main" id="{469EEAB9-DC16-4039-99D0-36A9EDFFF3A6}"/>
              </a:ext>
            </a:extLst>
          </p:cNvPr>
          <p:cNvSpPr>
            <a:spLocks xmlns:a="http://schemas.openxmlformats.org/drawingml/2006/main" noGrp="1"/>
          </p:cNvSpPr>
          <p:nvPr/>
        </p:nvSpPr>
        <p:spPr>
          <a:xfrm xmlns:a="http://schemas.openxmlformats.org/drawingml/2006/main">
            <a:off x="502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5" name="capability_v1_s3_o35">
            <a:extLst xmlns:a="http://schemas.openxmlformats.org/drawingml/2006/main">
              <a:ext uri="{FF2B5EF4-FFF2-40B4-BE49-F238E27FC236}">
                <a16:creationId xmlns:a16="http://schemas.microsoft.com/office/drawing/2014/main" id="{90DE692C-CA76-460E-94CC-313EF306E5EC}"/>
              </a:ext>
            </a:extLst>
          </p:cNvPr>
          <p:cNvSpPr>
            <a:spLocks xmlns:a="http://schemas.openxmlformats.org/drawingml/2006/main" noGrp="1"/>
          </p:cNvSpPr>
          <p:nvPr/>
        </p:nvSpPr>
        <p:spPr>
          <a:xfrm xmlns:a="http://schemas.openxmlformats.org/drawingml/2006/main">
            <a:off x="518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6" name="capability_v1_s3_o36">
            <a:extLst xmlns:a="http://schemas.openxmlformats.org/drawingml/2006/main">
              <a:ext uri="{FF2B5EF4-FFF2-40B4-BE49-F238E27FC236}">
                <a16:creationId xmlns:a16="http://schemas.microsoft.com/office/drawing/2014/main" id="{09188525-0587-4058-A6DC-0FC2FD934289}"/>
              </a:ext>
            </a:extLst>
          </p:cNvPr>
          <p:cNvSpPr>
            <a:spLocks xmlns:a="http://schemas.openxmlformats.org/drawingml/2006/main" noGrp="1"/>
          </p:cNvSpPr>
          <p:nvPr/>
        </p:nvSpPr>
        <p:spPr>
          <a:xfrm xmlns:a="http://schemas.openxmlformats.org/drawingml/2006/main">
            <a:off x="533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7" name="capability_v1_s3_o37">
            <a:extLst xmlns:a="http://schemas.openxmlformats.org/drawingml/2006/main">
              <a:ext uri="{FF2B5EF4-FFF2-40B4-BE49-F238E27FC236}">
                <a16:creationId xmlns:a16="http://schemas.microsoft.com/office/drawing/2014/main" id="{1C18AB6F-9DB9-44AB-9BBA-44CB669E0BF0}"/>
              </a:ext>
            </a:extLst>
          </p:cNvPr>
          <p:cNvSpPr>
            <a:spLocks xmlns:a="http://schemas.openxmlformats.org/drawingml/2006/main" noGrp="1"/>
          </p:cNvSpPr>
          <p:nvPr/>
        </p:nvSpPr>
        <p:spPr>
          <a:xfrm xmlns:a="http://schemas.openxmlformats.org/drawingml/2006/main">
            <a:off x="548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8" name="capability_v1_s3_o38">
            <a:extLst xmlns:a="http://schemas.openxmlformats.org/drawingml/2006/main">
              <a:ext uri="{FF2B5EF4-FFF2-40B4-BE49-F238E27FC236}">
                <a16:creationId xmlns:a16="http://schemas.microsoft.com/office/drawing/2014/main" id="{0560DBD9-487A-44EA-8580-6304E21DF927}"/>
              </a:ext>
            </a:extLst>
          </p:cNvPr>
          <p:cNvSpPr>
            <a:spLocks xmlns:a="http://schemas.openxmlformats.org/drawingml/2006/main" noGrp="1"/>
          </p:cNvSpPr>
          <p:nvPr/>
        </p:nvSpPr>
        <p:spPr>
          <a:xfrm xmlns:a="http://schemas.openxmlformats.org/drawingml/2006/main">
            <a:off x="563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9" name="capability_v1_s3_o39">
            <a:extLst xmlns:a="http://schemas.openxmlformats.org/drawingml/2006/main">
              <a:ext uri="{FF2B5EF4-FFF2-40B4-BE49-F238E27FC236}">
                <a16:creationId xmlns:a16="http://schemas.microsoft.com/office/drawing/2014/main" id="{4AAD971A-8632-47C8-AF8F-ED1907D6188A}"/>
              </a:ext>
            </a:extLst>
          </p:cNvPr>
          <p:cNvSpPr>
            <a:spLocks xmlns:a="http://schemas.openxmlformats.org/drawingml/2006/main" noGrp="1"/>
          </p:cNvSpPr>
          <p:nvPr/>
        </p:nvSpPr>
        <p:spPr>
          <a:xfrm xmlns:a="http://schemas.openxmlformats.org/drawingml/2006/main">
            <a:off x="579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0" name="capability_v1_s3_o40">
            <a:extLst xmlns:a="http://schemas.openxmlformats.org/drawingml/2006/main">
              <a:ext uri="{FF2B5EF4-FFF2-40B4-BE49-F238E27FC236}">
                <a16:creationId xmlns:a16="http://schemas.microsoft.com/office/drawing/2014/main" id="{E3F9DB76-528D-4EAC-A746-BFFB70F27F0A}"/>
              </a:ext>
            </a:extLst>
          </p:cNvPr>
          <p:cNvSpPr>
            <a:spLocks xmlns:a="http://schemas.openxmlformats.org/drawingml/2006/main" noGrp="1"/>
          </p:cNvSpPr>
          <p:nvPr/>
        </p:nvSpPr>
        <p:spPr>
          <a:xfrm xmlns:a="http://schemas.openxmlformats.org/drawingml/2006/main">
            <a:off x="594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1" name="capability_v1_s3_o41">
            <a:extLst xmlns:a="http://schemas.openxmlformats.org/drawingml/2006/main">
              <a:ext uri="{FF2B5EF4-FFF2-40B4-BE49-F238E27FC236}">
                <a16:creationId xmlns:a16="http://schemas.microsoft.com/office/drawing/2014/main" id="{7C4B624A-B320-40DC-888A-53A7861F69B1}"/>
              </a:ext>
            </a:extLst>
          </p:cNvPr>
          <p:cNvSpPr>
            <a:spLocks xmlns:a="http://schemas.openxmlformats.org/drawingml/2006/main" noGrp="1"/>
          </p:cNvSpPr>
          <p:nvPr/>
        </p:nvSpPr>
        <p:spPr>
          <a:xfrm xmlns:a="http://schemas.openxmlformats.org/drawingml/2006/main">
            <a:off x="609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2" name="capability_v1_s3_o42">
            <a:extLst xmlns:a="http://schemas.openxmlformats.org/drawingml/2006/main">
              <a:ext uri="{FF2B5EF4-FFF2-40B4-BE49-F238E27FC236}">
                <a16:creationId xmlns:a16="http://schemas.microsoft.com/office/drawing/2014/main" id="{C7CA5A7D-86D8-4379-BDD4-68A2A604866F}"/>
              </a:ext>
            </a:extLst>
          </p:cNvPr>
          <p:cNvSpPr>
            <a:spLocks xmlns:a="http://schemas.openxmlformats.org/drawingml/2006/main" noGrp="1"/>
          </p:cNvSpPr>
          <p:nvPr/>
        </p:nvSpPr>
        <p:spPr>
          <a:xfrm xmlns:a="http://schemas.openxmlformats.org/drawingml/2006/main">
            <a:off x="624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3" name="capability_v1_s3_o43">
            <a:extLst xmlns:a="http://schemas.openxmlformats.org/drawingml/2006/main">
              <a:ext uri="{FF2B5EF4-FFF2-40B4-BE49-F238E27FC236}">
                <a16:creationId xmlns:a16="http://schemas.microsoft.com/office/drawing/2014/main" id="{FE3ABA9D-BD1C-4A29-A792-A2B5D3915979}"/>
              </a:ext>
            </a:extLst>
          </p:cNvPr>
          <p:cNvSpPr>
            <a:spLocks xmlns:a="http://schemas.openxmlformats.org/drawingml/2006/main" noGrp="1"/>
          </p:cNvSpPr>
          <p:nvPr/>
        </p:nvSpPr>
        <p:spPr>
          <a:xfrm xmlns:a="http://schemas.openxmlformats.org/drawingml/2006/main">
            <a:off x="640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4" name="capability_v1_s3_o44">
            <a:extLst xmlns:a="http://schemas.openxmlformats.org/drawingml/2006/main">
              <a:ext uri="{FF2B5EF4-FFF2-40B4-BE49-F238E27FC236}">
                <a16:creationId xmlns:a16="http://schemas.microsoft.com/office/drawing/2014/main" id="{7AD6E906-FB7B-40A6-882E-3359776F9BF2}"/>
              </a:ext>
            </a:extLst>
          </p:cNvPr>
          <p:cNvSpPr>
            <a:spLocks xmlns:a="http://schemas.openxmlformats.org/drawingml/2006/main" noGrp="1"/>
          </p:cNvSpPr>
          <p:nvPr/>
        </p:nvSpPr>
        <p:spPr>
          <a:xfrm xmlns:a="http://schemas.openxmlformats.org/drawingml/2006/main">
            <a:off x="655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5" name="capability_v1_s3_o45">
            <a:extLst xmlns:a="http://schemas.openxmlformats.org/drawingml/2006/main">
              <a:ext uri="{FF2B5EF4-FFF2-40B4-BE49-F238E27FC236}">
                <a16:creationId xmlns:a16="http://schemas.microsoft.com/office/drawing/2014/main" id="{3D73ECEE-8415-40B8-A6BD-E83FDBE15BDC}"/>
              </a:ext>
            </a:extLst>
          </p:cNvPr>
          <p:cNvSpPr>
            <a:spLocks xmlns:a="http://schemas.openxmlformats.org/drawingml/2006/main" noGrp="1"/>
          </p:cNvSpPr>
          <p:nvPr/>
        </p:nvSpPr>
        <p:spPr>
          <a:xfrm xmlns:a="http://schemas.openxmlformats.org/drawingml/2006/main">
            <a:off x="670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6" name="capability_v1_s3_o46">
            <a:extLst xmlns:a="http://schemas.openxmlformats.org/drawingml/2006/main">
              <a:ext uri="{FF2B5EF4-FFF2-40B4-BE49-F238E27FC236}">
                <a16:creationId xmlns:a16="http://schemas.microsoft.com/office/drawing/2014/main" id="{29A857A9-7564-45F0-B968-17225BA81F84}"/>
              </a:ext>
            </a:extLst>
          </p:cNvPr>
          <p:cNvSpPr>
            <a:spLocks xmlns:a="http://schemas.openxmlformats.org/drawingml/2006/main" noGrp="1"/>
          </p:cNvSpPr>
          <p:nvPr/>
        </p:nvSpPr>
        <p:spPr>
          <a:xfrm xmlns:a="http://schemas.openxmlformats.org/drawingml/2006/main">
            <a:off x="685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7" name="capability_v1_s3_o47">
            <a:extLst xmlns:a="http://schemas.openxmlformats.org/drawingml/2006/main">
              <a:ext uri="{FF2B5EF4-FFF2-40B4-BE49-F238E27FC236}">
                <a16:creationId xmlns:a16="http://schemas.microsoft.com/office/drawing/2014/main" id="{6E707E4B-7D2A-4A45-A391-69A38870C1D9}"/>
              </a:ext>
            </a:extLst>
          </p:cNvPr>
          <p:cNvSpPr>
            <a:spLocks xmlns:a="http://schemas.openxmlformats.org/drawingml/2006/main" noGrp="1"/>
          </p:cNvSpPr>
          <p:nvPr/>
        </p:nvSpPr>
        <p:spPr>
          <a:xfrm xmlns:a="http://schemas.openxmlformats.org/drawingml/2006/main">
            <a:off x="701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8" name="capability_v1_s3_o48">
            <a:extLst xmlns:a="http://schemas.openxmlformats.org/drawingml/2006/main">
              <a:ext uri="{FF2B5EF4-FFF2-40B4-BE49-F238E27FC236}">
                <a16:creationId xmlns:a16="http://schemas.microsoft.com/office/drawing/2014/main" id="{A880180D-4661-49F5-AF95-C9502DBF2264}"/>
              </a:ext>
            </a:extLst>
          </p:cNvPr>
          <p:cNvSpPr>
            <a:spLocks xmlns:a="http://schemas.openxmlformats.org/drawingml/2006/main" noGrp="1"/>
          </p:cNvSpPr>
          <p:nvPr/>
        </p:nvSpPr>
        <p:spPr>
          <a:xfrm xmlns:a="http://schemas.openxmlformats.org/drawingml/2006/main">
            <a:off x="716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9" name="capability_v1_s3_o49">
            <a:extLst xmlns:a="http://schemas.openxmlformats.org/drawingml/2006/main">
              <a:ext uri="{FF2B5EF4-FFF2-40B4-BE49-F238E27FC236}">
                <a16:creationId xmlns:a16="http://schemas.microsoft.com/office/drawing/2014/main" id="{7901FA52-48A0-4786-89A7-FF294EA5A9F7}"/>
              </a:ext>
            </a:extLst>
          </p:cNvPr>
          <p:cNvSpPr>
            <a:spLocks xmlns:a="http://schemas.openxmlformats.org/drawingml/2006/main" noGrp="1"/>
          </p:cNvSpPr>
          <p:nvPr/>
        </p:nvSpPr>
        <p:spPr>
          <a:xfrm xmlns:a="http://schemas.openxmlformats.org/drawingml/2006/main">
            <a:off x="731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0" name="capability_v1_s3_o50">
            <a:extLst xmlns:a="http://schemas.openxmlformats.org/drawingml/2006/main">
              <a:ext uri="{FF2B5EF4-FFF2-40B4-BE49-F238E27FC236}">
                <a16:creationId xmlns:a16="http://schemas.microsoft.com/office/drawing/2014/main" id="{F49B3A53-65C1-49EE-8AAA-A56BAD8D3114}"/>
              </a:ext>
            </a:extLst>
          </p:cNvPr>
          <p:cNvSpPr>
            <a:spLocks xmlns:a="http://schemas.openxmlformats.org/drawingml/2006/main" noGrp="1"/>
          </p:cNvSpPr>
          <p:nvPr/>
        </p:nvSpPr>
        <p:spPr>
          <a:xfrm xmlns:a="http://schemas.openxmlformats.org/drawingml/2006/main">
            <a:off x="746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1" name="capability_v1_s3_o51">
            <a:extLst xmlns:a="http://schemas.openxmlformats.org/drawingml/2006/main">
              <a:ext uri="{FF2B5EF4-FFF2-40B4-BE49-F238E27FC236}">
                <a16:creationId xmlns:a16="http://schemas.microsoft.com/office/drawing/2014/main" id="{34531247-78C5-4C53-95B7-E77C8A68C0E1}"/>
              </a:ext>
            </a:extLst>
          </p:cNvPr>
          <p:cNvSpPr>
            <a:spLocks xmlns:a="http://schemas.openxmlformats.org/drawingml/2006/main" noGrp="1"/>
          </p:cNvSpPr>
          <p:nvPr/>
        </p:nvSpPr>
        <p:spPr>
          <a:xfrm xmlns:a="http://schemas.openxmlformats.org/drawingml/2006/main">
            <a:off x="762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2" name="capability_v1_s3_o52">
            <a:extLst xmlns:a="http://schemas.openxmlformats.org/drawingml/2006/main">
              <a:ext uri="{FF2B5EF4-FFF2-40B4-BE49-F238E27FC236}">
                <a16:creationId xmlns:a16="http://schemas.microsoft.com/office/drawing/2014/main" id="{4AF9B524-AD0D-4B91-9030-6592B6520CD7}"/>
              </a:ext>
            </a:extLst>
          </p:cNvPr>
          <p:cNvSpPr>
            <a:spLocks xmlns:a="http://schemas.openxmlformats.org/drawingml/2006/main" noGrp="1"/>
          </p:cNvSpPr>
          <p:nvPr/>
        </p:nvSpPr>
        <p:spPr>
          <a:xfrm xmlns:a="http://schemas.openxmlformats.org/drawingml/2006/main">
            <a:off x="777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3" name="capability_v1_s3_o53">
            <a:extLst xmlns:a="http://schemas.openxmlformats.org/drawingml/2006/main">
              <a:ext uri="{FF2B5EF4-FFF2-40B4-BE49-F238E27FC236}">
                <a16:creationId xmlns:a16="http://schemas.microsoft.com/office/drawing/2014/main" id="{3C6B30AC-B72C-45D4-8353-96EE6BCD65CE}"/>
              </a:ext>
            </a:extLst>
          </p:cNvPr>
          <p:cNvSpPr>
            <a:spLocks xmlns:a="http://schemas.openxmlformats.org/drawingml/2006/main" noGrp="1"/>
          </p:cNvSpPr>
          <p:nvPr/>
        </p:nvSpPr>
        <p:spPr>
          <a:xfrm xmlns:a="http://schemas.openxmlformats.org/drawingml/2006/main">
            <a:off x="792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4" name="capability_v1_s3_o54">
            <a:extLst xmlns:a="http://schemas.openxmlformats.org/drawingml/2006/main">
              <a:ext uri="{FF2B5EF4-FFF2-40B4-BE49-F238E27FC236}">
                <a16:creationId xmlns:a16="http://schemas.microsoft.com/office/drawing/2014/main" id="{3ED48850-725C-4522-9D3E-C715BF21EC26}"/>
              </a:ext>
            </a:extLst>
          </p:cNvPr>
          <p:cNvSpPr>
            <a:spLocks xmlns:a="http://schemas.openxmlformats.org/drawingml/2006/main" noGrp="1"/>
          </p:cNvSpPr>
          <p:nvPr/>
        </p:nvSpPr>
        <p:spPr>
          <a:xfrm xmlns:a="http://schemas.openxmlformats.org/drawingml/2006/main">
            <a:off x="807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5" name="capability_v1_s3_o55">
            <a:extLst xmlns:a="http://schemas.openxmlformats.org/drawingml/2006/main">
              <a:ext uri="{FF2B5EF4-FFF2-40B4-BE49-F238E27FC236}">
                <a16:creationId xmlns:a16="http://schemas.microsoft.com/office/drawing/2014/main" id="{41CD48F5-67B1-41CD-9F9D-F8C0058EBB19}"/>
              </a:ext>
            </a:extLst>
          </p:cNvPr>
          <p:cNvSpPr>
            <a:spLocks xmlns:a="http://schemas.openxmlformats.org/drawingml/2006/main" noGrp="1"/>
          </p:cNvSpPr>
          <p:nvPr/>
        </p:nvSpPr>
        <p:spPr>
          <a:xfrm xmlns:a="http://schemas.openxmlformats.org/drawingml/2006/main">
            <a:off x="822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6" name="capability_v1_s3_o56">
            <a:extLst xmlns:a="http://schemas.openxmlformats.org/drawingml/2006/main">
              <a:ext uri="{FF2B5EF4-FFF2-40B4-BE49-F238E27FC236}">
                <a16:creationId xmlns:a16="http://schemas.microsoft.com/office/drawing/2014/main" id="{BBAFF2B4-7AC2-4B97-AF91-15E2BF3B4CE4}"/>
              </a:ext>
            </a:extLst>
          </p:cNvPr>
          <p:cNvSpPr>
            <a:spLocks xmlns:a="http://schemas.openxmlformats.org/drawingml/2006/main" noGrp="1"/>
          </p:cNvSpPr>
          <p:nvPr/>
        </p:nvSpPr>
        <p:spPr>
          <a:xfrm xmlns:a="http://schemas.openxmlformats.org/drawingml/2006/main">
            <a:off x="838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7" name="capability_v1_s3_o57">
            <a:extLst xmlns:a="http://schemas.openxmlformats.org/drawingml/2006/main">
              <a:ext uri="{FF2B5EF4-FFF2-40B4-BE49-F238E27FC236}">
                <a16:creationId xmlns:a16="http://schemas.microsoft.com/office/drawing/2014/main" id="{60A6F54C-93E8-4CEF-BCEA-A9EFA34DA8F3}"/>
              </a:ext>
            </a:extLst>
          </p:cNvPr>
          <p:cNvSpPr>
            <a:spLocks xmlns:a="http://schemas.openxmlformats.org/drawingml/2006/main" noGrp="1"/>
          </p:cNvSpPr>
          <p:nvPr/>
        </p:nvSpPr>
        <p:spPr>
          <a:xfrm xmlns:a="http://schemas.openxmlformats.org/drawingml/2006/main">
            <a:off x="853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8" name="capability_v1_s3_o58">
            <a:extLst xmlns:a="http://schemas.openxmlformats.org/drawingml/2006/main">
              <a:ext uri="{FF2B5EF4-FFF2-40B4-BE49-F238E27FC236}">
                <a16:creationId xmlns:a16="http://schemas.microsoft.com/office/drawing/2014/main" id="{A124DAB1-8E7A-49D7-89B9-BFD238034F54}"/>
              </a:ext>
            </a:extLst>
          </p:cNvPr>
          <p:cNvSpPr>
            <a:spLocks xmlns:a="http://schemas.openxmlformats.org/drawingml/2006/main" noGrp="1"/>
          </p:cNvSpPr>
          <p:nvPr/>
        </p:nvSpPr>
        <p:spPr>
          <a:xfrm xmlns:a="http://schemas.openxmlformats.org/drawingml/2006/main">
            <a:off x="868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9" name="capability_v1_s3_o59">
            <a:extLst xmlns:a="http://schemas.openxmlformats.org/drawingml/2006/main">
              <a:ext uri="{FF2B5EF4-FFF2-40B4-BE49-F238E27FC236}">
                <a16:creationId xmlns:a16="http://schemas.microsoft.com/office/drawing/2014/main" id="{BD5D6FB9-8085-41B8-A751-60ADFB6ADB81}"/>
              </a:ext>
            </a:extLst>
          </p:cNvPr>
          <p:cNvSpPr>
            <a:spLocks xmlns:a="http://schemas.openxmlformats.org/drawingml/2006/main" noGrp="1"/>
          </p:cNvSpPr>
          <p:nvPr/>
        </p:nvSpPr>
        <p:spPr>
          <a:xfrm xmlns:a="http://schemas.openxmlformats.org/drawingml/2006/main">
            <a:off x="883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0" name="capability_v1_s3_o60">
            <a:extLst xmlns:a="http://schemas.openxmlformats.org/drawingml/2006/main">
              <a:ext uri="{FF2B5EF4-FFF2-40B4-BE49-F238E27FC236}">
                <a16:creationId xmlns:a16="http://schemas.microsoft.com/office/drawing/2014/main" id="{DC256F22-BDDA-45C5-B64F-BA76D0D2BE94}"/>
              </a:ext>
            </a:extLst>
          </p:cNvPr>
          <p:cNvSpPr>
            <a:spLocks xmlns:a="http://schemas.openxmlformats.org/drawingml/2006/main" noGrp="1"/>
          </p:cNvSpPr>
          <p:nvPr/>
        </p:nvSpPr>
        <p:spPr>
          <a:xfrm xmlns:a="http://schemas.openxmlformats.org/drawingml/2006/main">
            <a:off x="899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1" name="capability_v1_s3_o61">
            <a:extLst xmlns:a="http://schemas.openxmlformats.org/drawingml/2006/main">
              <a:ext uri="{FF2B5EF4-FFF2-40B4-BE49-F238E27FC236}">
                <a16:creationId xmlns:a16="http://schemas.microsoft.com/office/drawing/2014/main" id="{4D6E7EEA-A7EE-43D9-814D-ED0B2A8FEB85}"/>
              </a:ext>
            </a:extLst>
          </p:cNvPr>
          <p:cNvSpPr>
            <a:spLocks xmlns:a="http://schemas.openxmlformats.org/drawingml/2006/main" noGrp="1"/>
          </p:cNvSpPr>
          <p:nvPr/>
        </p:nvSpPr>
        <p:spPr>
          <a:xfrm xmlns:a="http://schemas.openxmlformats.org/drawingml/2006/main">
            <a:off x="914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2" name="capability_v1_s3_o62">
            <a:extLst xmlns:a="http://schemas.openxmlformats.org/drawingml/2006/main">
              <a:ext uri="{FF2B5EF4-FFF2-40B4-BE49-F238E27FC236}">
                <a16:creationId xmlns:a16="http://schemas.microsoft.com/office/drawing/2014/main" id="{A69698E3-5406-4627-B913-9B75F351FF75}"/>
              </a:ext>
            </a:extLst>
          </p:cNvPr>
          <p:cNvSpPr>
            <a:spLocks xmlns:a="http://schemas.openxmlformats.org/drawingml/2006/main" noGrp="1"/>
          </p:cNvSpPr>
          <p:nvPr/>
        </p:nvSpPr>
        <p:spPr>
          <a:xfrm xmlns:a="http://schemas.openxmlformats.org/drawingml/2006/main">
            <a:off x="929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3" name="capability_v1_s3_o63">
            <a:extLst xmlns:a="http://schemas.openxmlformats.org/drawingml/2006/main">
              <a:ext uri="{FF2B5EF4-FFF2-40B4-BE49-F238E27FC236}">
                <a16:creationId xmlns:a16="http://schemas.microsoft.com/office/drawing/2014/main" id="{CE791DA4-F965-4C8D-80B9-4D99B84ADEA4}"/>
              </a:ext>
            </a:extLst>
          </p:cNvPr>
          <p:cNvSpPr>
            <a:spLocks xmlns:a="http://schemas.openxmlformats.org/drawingml/2006/main" noGrp="1"/>
          </p:cNvSpPr>
          <p:nvPr/>
        </p:nvSpPr>
        <p:spPr>
          <a:xfrm xmlns:a="http://schemas.openxmlformats.org/drawingml/2006/main">
            <a:off x="944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4" name="capability_v1_s3_o64">
            <a:extLst xmlns:a="http://schemas.openxmlformats.org/drawingml/2006/main">
              <a:ext uri="{FF2B5EF4-FFF2-40B4-BE49-F238E27FC236}">
                <a16:creationId xmlns:a16="http://schemas.microsoft.com/office/drawing/2014/main" id="{0DA5B641-02EF-45C3-85EB-E794DF67688E}"/>
              </a:ext>
            </a:extLst>
          </p:cNvPr>
          <p:cNvSpPr>
            <a:spLocks xmlns:a="http://schemas.openxmlformats.org/drawingml/2006/main" noGrp="1"/>
          </p:cNvSpPr>
          <p:nvPr/>
        </p:nvSpPr>
        <p:spPr>
          <a:xfrm xmlns:a="http://schemas.openxmlformats.org/drawingml/2006/main">
            <a:off x="960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5" name="capability_v1_s3_o65">
            <a:extLst xmlns:a="http://schemas.openxmlformats.org/drawingml/2006/main">
              <a:ext uri="{FF2B5EF4-FFF2-40B4-BE49-F238E27FC236}">
                <a16:creationId xmlns:a16="http://schemas.microsoft.com/office/drawing/2014/main" id="{8CE34151-127A-4FC7-90A5-6C36E3E55AF5}"/>
              </a:ext>
            </a:extLst>
          </p:cNvPr>
          <p:cNvSpPr>
            <a:spLocks xmlns:a="http://schemas.openxmlformats.org/drawingml/2006/main" noGrp="1"/>
          </p:cNvSpPr>
          <p:nvPr/>
        </p:nvSpPr>
        <p:spPr>
          <a:xfrm xmlns:a="http://schemas.openxmlformats.org/drawingml/2006/main">
            <a:off x="975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6" name="capability_v1_s3_o66">
            <a:extLst xmlns:a="http://schemas.openxmlformats.org/drawingml/2006/main">
              <a:ext uri="{FF2B5EF4-FFF2-40B4-BE49-F238E27FC236}">
                <a16:creationId xmlns:a16="http://schemas.microsoft.com/office/drawing/2014/main" id="{079F93FF-ADC0-40E9-9699-A05F2F6F2B24}"/>
              </a:ext>
            </a:extLst>
          </p:cNvPr>
          <p:cNvSpPr>
            <a:spLocks xmlns:a="http://schemas.openxmlformats.org/drawingml/2006/main" noGrp="1"/>
          </p:cNvSpPr>
          <p:nvPr/>
        </p:nvSpPr>
        <p:spPr>
          <a:xfrm xmlns:a="http://schemas.openxmlformats.org/drawingml/2006/main">
            <a:off x="990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7" name="capability_v1_s3_o67">
            <a:extLst xmlns:a="http://schemas.openxmlformats.org/drawingml/2006/main">
              <a:ext uri="{FF2B5EF4-FFF2-40B4-BE49-F238E27FC236}">
                <a16:creationId xmlns:a16="http://schemas.microsoft.com/office/drawing/2014/main" id="{D3D0F798-C714-4713-AD55-0E74B1E7518F}"/>
              </a:ext>
            </a:extLst>
          </p:cNvPr>
          <p:cNvSpPr>
            <a:spLocks xmlns:a="http://schemas.openxmlformats.org/drawingml/2006/main" noGrp="1"/>
          </p:cNvSpPr>
          <p:nvPr/>
        </p:nvSpPr>
        <p:spPr>
          <a:xfrm xmlns:a="http://schemas.openxmlformats.org/drawingml/2006/main">
            <a:off x="1005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8" name="capability_v1_s3_o68">
            <a:extLst xmlns:a="http://schemas.openxmlformats.org/drawingml/2006/main">
              <a:ext uri="{FF2B5EF4-FFF2-40B4-BE49-F238E27FC236}">
                <a16:creationId xmlns:a16="http://schemas.microsoft.com/office/drawing/2014/main" id="{1021B157-A138-40E8-B03E-6D5415FED831}"/>
              </a:ext>
            </a:extLst>
          </p:cNvPr>
          <p:cNvSpPr>
            <a:spLocks xmlns:a="http://schemas.openxmlformats.org/drawingml/2006/main" noGrp="1"/>
          </p:cNvSpPr>
          <p:nvPr/>
        </p:nvSpPr>
        <p:spPr>
          <a:xfrm xmlns:a="http://schemas.openxmlformats.org/drawingml/2006/main">
            <a:off x="1021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9" name="capability_v1_s3_o69">
            <a:extLst xmlns:a="http://schemas.openxmlformats.org/drawingml/2006/main">
              <a:ext uri="{FF2B5EF4-FFF2-40B4-BE49-F238E27FC236}">
                <a16:creationId xmlns:a16="http://schemas.microsoft.com/office/drawing/2014/main" id="{C506E278-1012-4BBB-BF6C-23338F56BD23}"/>
              </a:ext>
            </a:extLst>
          </p:cNvPr>
          <p:cNvSpPr>
            <a:spLocks xmlns:a="http://schemas.openxmlformats.org/drawingml/2006/main" noGrp="1"/>
          </p:cNvSpPr>
          <p:nvPr/>
        </p:nvSpPr>
        <p:spPr>
          <a:xfrm xmlns:a="http://schemas.openxmlformats.org/drawingml/2006/main">
            <a:off x="1036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0" name="capability_v1_s3_o70">
            <a:extLst xmlns:a="http://schemas.openxmlformats.org/drawingml/2006/main">
              <a:ext uri="{FF2B5EF4-FFF2-40B4-BE49-F238E27FC236}">
                <a16:creationId xmlns:a16="http://schemas.microsoft.com/office/drawing/2014/main" id="{F95AAAFC-854C-4BC7-B974-1F4528469D84}"/>
              </a:ext>
            </a:extLst>
          </p:cNvPr>
          <p:cNvSpPr>
            <a:spLocks xmlns:a="http://schemas.openxmlformats.org/drawingml/2006/main" noGrp="1"/>
          </p:cNvSpPr>
          <p:nvPr/>
        </p:nvSpPr>
        <p:spPr>
          <a:xfrm xmlns:a="http://schemas.openxmlformats.org/drawingml/2006/main">
            <a:off x="1051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1" name="capability_v1_s3_o71">
            <a:extLst xmlns:a="http://schemas.openxmlformats.org/drawingml/2006/main">
              <a:ext uri="{FF2B5EF4-FFF2-40B4-BE49-F238E27FC236}">
                <a16:creationId xmlns:a16="http://schemas.microsoft.com/office/drawing/2014/main" id="{F79B1276-3A16-436D-B4C4-B2EE6BF7FF28}"/>
              </a:ext>
            </a:extLst>
          </p:cNvPr>
          <p:cNvSpPr>
            <a:spLocks xmlns:a="http://schemas.openxmlformats.org/drawingml/2006/main" noGrp="1"/>
          </p:cNvSpPr>
          <p:nvPr/>
        </p:nvSpPr>
        <p:spPr>
          <a:xfrm xmlns:a="http://schemas.openxmlformats.org/drawingml/2006/main">
            <a:off x="1066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2" name="capability_v1_s3_o72">
            <a:extLst xmlns:a="http://schemas.openxmlformats.org/drawingml/2006/main">
              <a:ext uri="{FF2B5EF4-FFF2-40B4-BE49-F238E27FC236}">
                <a16:creationId xmlns:a16="http://schemas.microsoft.com/office/drawing/2014/main" id="{60F906C7-A4B7-43D0-9624-32653175D177}"/>
              </a:ext>
            </a:extLst>
          </p:cNvPr>
          <p:cNvSpPr>
            <a:spLocks xmlns:a="http://schemas.openxmlformats.org/drawingml/2006/main" noGrp="1"/>
          </p:cNvSpPr>
          <p:nvPr/>
        </p:nvSpPr>
        <p:spPr>
          <a:xfrm xmlns:a="http://schemas.openxmlformats.org/drawingml/2006/main">
            <a:off x="1082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3" name="capability_v1_s3_o73">
            <a:extLst xmlns:a="http://schemas.openxmlformats.org/drawingml/2006/main">
              <a:ext uri="{FF2B5EF4-FFF2-40B4-BE49-F238E27FC236}">
                <a16:creationId xmlns:a16="http://schemas.microsoft.com/office/drawing/2014/main" id="{98C9A6E9-EA80-4BB2-915A-4E5C619A18BB}"/>
              </a:ext>
            </a:extLst>
          </p:cNvPr>
          <p:cNvSpPr>
            <a:spLocks xmlns:a="http://schemas.openxmlformats.org/drawingml/2006/main" noGrp="1"/>
          </p:cNvSpPr>
          <p:nvPr/>
        </p:nvSpPr>
        <p:spPr>
          <a:xfrm xmlns:a="http://schemas.openxmlformats.org/drawingml/2006/main">
            <a:off x="1097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4" name="capability_v1_s3_o74">
            <a:extLst xmlns:a="http://schemas.openxmlformats.org/drawingml/2006/main">
              <a:ext uri="{FF2B5EF4-FFF2-40B4-BE49-F238E27FC236}">
                <a16:creationId xmlns:a16="http://schemas.microsoft.com/office/drawing/2014/main" id="{20035166-048D-4DE7-A103-D41C683485C1}"/>
              </a:ext>
            </a:extLst>
          </p:cNvPr>
          <p:cNvSpPr>
            <a:spLocks xmlns:a="http://schemas.openxmlformats.org/drawingml/2006/main" noGrp="1"/>
          </p:cNvSpPr>
          <p:nvPr/>
        </p:nvSpPr>
        <p:spPr>
          <a:xfrm xmlns:a="http://schemas.openxmlformats.org/drawingml/2006/main">
            <a:off x="1112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5" name="capability_v1_s3_o75">
            <a:extLst xmlns:a="http://schemas.openxmlformats.org/drawingml/2006/main">
              <a:ext uri="{FF2B5EF4-FFF2-40B4-BE49-F238E27FC236}">
                <a16:creationId xmlns:a16="http://schemas.microsoft.com/office/drawing/2014/main" id="{4AC9FBA9-26A1-4682-9A13-EC30F4DC58F7}"/>
              </a:ext>
            </a:extLst>
          </p:cNvPr>
          <p:cNvSpPr>
            <a:spLocks xmlns:a="http://schemas.openxmlformats.org/drawingml/2006/main" noGrp="1"/>
          </p:cNvSpPr>
          <p:nvPr/>
        </p:nvSpPr>
        <p:spPr>
          <a:xfrm xmlns:a="http://schemas.openxmlformats.org/drawingml/2006/main">
            <a:off x="1127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6" name="capability_v1_s3_o76">
            <a:extLst xmlns:a="http://schemas.openxmlformats.org/drawingml/2006/main">
              <a:ext uri="{FF2B5EF4-FFF2-40B4-BE49-F238E27FC236}">
                <a16:creationId xmlns:a16="http://schemas.microsoft.com/office/drawing/2014/main" id="{67CC3B1F-D099-4F75-8568-E415A9931F81}"/>
              </a:ext>
            </a:extLst>
          </p:cNvPr>
          <p:cNvSpPr>
            <a:spLocks xmlns:a="http://schemas.openxmlformats.org/drawingml/2006/main" noGrp="1"/>
          </p:cNvSpPr>
          <p:nvPr/>
        </p:nvSpPr>
        <p:spPr>
          <a:xfrm xmlns:a="http://schemas.openxmlformats.org/drawingml/2006/main">
            <a:off x="1143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7" name="capability_v1_s3_o77">
            <a:extLst xmlns:a="http://schemas.openxmlformats.org/drawingml/2006/main">
              <a:ext uri="{FF2B5EF4-FFF2-40B4-BE49-F238E27FC236}">
                <a16:creationId xmlns:a16="http://schemas.microsoft.com/office/drawing/2014/main" id="{558AA2E4-AC7E-4861-A96F-447EC2CCE9CF}"/>
              </a:ext>
            </a:extLst>
          </p:cNvPr>
          <p:cNvSpPr>
            <a:spLocks xmlns:a="http://schemas.openxmlformats.org/drawingml/2006/main" noGrp="1"/>
          </p:cNvSpPr>
          <p:nvPr/>
        </p:nvSpPr>
        <p:spPr>
          <a:xfrm xmlns:a="http://schemas.openxmlformats.org/drawingml/2006/main">
            <a:off x="1158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8" name="capability_v1_s3_o78">
            <a:extLst xmlns:a="http://schemas.openxmlformats.org/drawingml/2006/main">
              <a:ext uri="{FF2B5EF4-FFF2-40B4-BE49-F238E27FC236}">
                <a16:creationId xmlns:a16="http://schemas.microsoft.com/office/drawing/2014/main" id="{6DBB6F54-CD8B-440E-BF35-D459760E5EA2}"/>
              </a:ext>
            </a:extLst>
          </p:cNvPr>
          <p:cNvSpPr>
            <a:spLocks xmlns:a="http://schemas.openxmlformats.org/drawingml/2006/main" noGrp="1"/>
          </p:cNvSpPr>
          <p:nvPr/>
        </p:nvSpPr>
        <p:spPr>
          <a:xfrm xmlns:a="http://schemas.openxmlformats.org/drawingml/2006/main">
            <a:off x="1173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9" name="capability_v1_s3_o79">
            <a:extLst xmlns:a="http://schemas.openxmlformats.org/drawingml/2006/main">
              <a:ext uri="{FF2B5EF4-FFF2-40B4-BE49-F238E27FC236}">
                <a16:creationId xmlns:a16="http://schemas.microsoft.com/office/drawing/2014/main" id="{7C1E36F6-7AA4-4752-80E5-1C6A29F0E264}"/>
              </a:ext>
            </a:extLst>
          </p:cNvPr>
          <p:cNvSpPr>
            <a:spLocks xmlns:a="http://schemas.openxmlformats.org/drawingml/2006/main" noGrp="1"/>
          </p:cNvSpPr>
          <p:nvPr/>
        </p:nvSpPr>
        <p:spPr>
          <a:xfrm xmlns:a="http://schemas.openxmlformats.org/drawingml/2006/main">
            <a:off x="1188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0" name="capability_v1_s3_o80">
            <a:extLst xmlns:a="http://schemas.openxmlformats.org/drawingml/2006/main">
              <a:ext uri="{FF2B5EF4-FFF2-40B4-BE49-F238E27FC236}">
                <a16:creationId xmlns:a16="http://schemas.microsoft.com/office/drawing/2014/main" id="{183C878A-70E2-4D91-8ABB-AF854F37C08F}"/>
              </a:ext>
            </a:extLst>
          </p:cNvPr>
          <p:cNvSpPr>
            <a:spLocks xmlns:a="http://schemas.openxmlformats.org/drawingml/2006/main" noGrp="1"/>
          </p:cNvSpPr>
          <p:nvPr/>
        </p:nvSpPr>
        <p:spPr>
          <a:xfrm xmlns:a="http://schemas.openxmlformats.org/drawingml/2006/main">
            <a:off x="1203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1" name="capability_v1_s3_o81">
            <a:extLst xmlns:a="http://schemas.openxmlformats.org/drawingml/2006/main">
              <a:ext uri="{FF2B5EF4-FFF2-40B4-BE49-F238E27FC236}">
                <a16:creationId xmlns:a16="http://schemas.microsoft.com/office/drawing/2014/main" id="{C2E1A699-1A71-441A-87DD-E9112D25ED2E}"/>
              </a:ext>
            </a:extLst>
          </p:cNvPr>
          <p:cNvSpPr>
            <a:spLocks xmlns:a="http://schemas.openxmlformats.org/drawingml/2006/main" noGrp="1"/>
          </p:cNvSpPr>
          <p:nvPr/>
        </p:nvSpPr>
        <p:spPr>
          <a:xfrm xmlns:a="http://schemas.openxmlformats.org/drawingml/2006/main">
            <a:off x="1219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82" name="capability_v1_s3_o82">
            <a:extLst xmlns:a="http://schemas.openxmlformats.org/drawingml/2006/main">
              <a:ext uri="{FF2B5EF4-FFF2-40B4-BE49-F238E27FC236}">
                <a16:creationId xmlns:a16="http://schemas.microsoft.com/office/drawing/2014/main" id="{15565EF2-79FE-4DEE-980D-494F49600EA5}"/>
              </a:ext>
            </a:extLst>
          </p:cNvPr>
          <p:cNvSpPr>
            <a:spLocks xmlns:a="http://schemas.openxmlformats.org/drawingml/2006/main" noGrp="1"/>
          </p:cNvSpPr>
          <p:nvPr/>
        </p:nvSpPr>
        <p:spPr>
          <a:xfrm xmlns:a="http://schemas.openxmlformats.org/drawingml/2006/main">
            <a:off x="0" y="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3" name="capability_v1_s3_o83">
            <a:extLst xmlns:a="http://schemas.openxmlformats.org/drawingml/2006/main">
              <a:ext uri="{FF2B5EF4-FFF2-40B4-BE49-F238E27FC236}">
                <a16:creationId xmlns:a16="http://schemas.microsoft.com/office/drawing/2014/main" id="{EC93356F-02DC-4242-8425-67A085043F94}"/>
              </a:ext>
            </a:extLst>
          </p:cNvPr>
          <p:cNvSpPr>
            <a:spLocks xmlns:a="http://schemas.openxmlformats.org/drawingml/2006/main" noGrp="1"/>
          </p:cNvSpPr>
          <p:nvPr/>
        </p:nvSpPr>
        <p:spPr>
          <a:xfrm xmlns:a="http://schemas.openxmlformats.org/drawingml/2006/main">
            <a:off x="0" y="15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4" name="capability_v1_s3_o84">
            <a:extLst xmlns:a="http://schemas.openxmlformats.org/drawingml/2006/main">
              <a:ext uri="{FF2B5EF4-FFF2-40B4-BE49-F238E27FC236}">
                <a16:creationId xmlns:a16="http://schemas.microsoft.com/office/drawing/2014/main" id="{AE937FE1-E810-412A-BDDB-D31C06C7315F}"/>
              </a:ext>
            </a:extLst>
          </p:cNvPr>
          <p:cNvSpPr>
            <a:spLocks xmlns:a="http://schemas.openxmlformats.org/drawingml/2006/main" noGrp="1"/>
          </p:cNvSpPr>
          <p:nvPr/>
        </p:nvSpPr>
        <p:spPr>
          <a:xfrm xmlns:a="http://schemas.openxmlformats.org/drawingml/2006/main">
            <a:off x="0" y="30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5" name="capability_v1_s3_o85">
            <a:extLst xmlns:a="http://schemas.openxmlformats.org/drawingml/2006/main">
              <a:ext uri="{FF2B5EF4-FFF2-40B4-BE49-F238E27FC236}">
                <a16:creationId xmlns:a16="http://schemas.microsoft.com/office/drawing/2014/main" id="{A689F3DA-771E-4B2F-9BA2-A3CF18660D4A}"/>
              </a:ext>
            </a:extLst>
          </p:cNvPr>
          <p:cNvSpPr>
            <a:spLocks xmlns:a="http://schemas.openxmlformats.org/drawingml/2006/main" noGrp="1"/>
          </p:cNvSpPr>
          <p:nvPr/>
        </p:nvSpPr>
        <p:spPr>
          <a:xfrm xmlns:a="http://schemas.openxmlformats.org/drawingml/2006/main">
            <a:off x="0" y="45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6" name="capability_v1_s3_o86">
            <a:extLst xmlns:a="http://schemas.openxmlformats.org/drawingml/2006/main">
              <a:ext uri="{FF2B5EF4-FFF2-40B4-BE49-F238E27FC236}">
                <a16:creationId xmlns:a16="http://schemas.microsoft.com/office/drawing/2014/main" id="{D3900964-8BA1-4DD4-902E-4882C4C810D3}"/>
              </a:ext>
            </a:extLst>
          </p:cNvPr>
          <p:cNvSpPr>
            <a:spLocks xmlns:a="http://schemas.openxmlformats.org/drawingml/2006/main" noGrp="1"/>
          </p:cNvSpPr>
          <p:nvPr/>
        </p:nvSpPr>
        <p:spPr>
          <a:xfrm xmlns:a="http://schemas.openxmlformats.org/drawingml/2006/main">
            <a:off x="0" y="60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7" name="capability_v1_s3_o87">
            <a:extLst xmlns:a="http://schemas.openxmlformats.org/drawingml/2006/main">
              <a:ext uri="{FF2B5EF4-FFF2-40B4-BE49-F238E27FC236}">
                <a16:creationId xmlns:a16="http://schemas.microsoft.com/office/drawing/2014/main" id="{83BAE2C4-BD0E-41E8-9327-A649C7188F7A}"/>
              </a:ext>
            </a:extLst>
          </p:cNvPr>
          <p:cNvSpPr>
            <a:spLocks xmlns:a="http://schemas.openxmlformats.org/drawingml/2006/main" noGrp="1"/>
          </p:cNvSpPr>
          <p:nvPr/>
        </p:nvSpPr>
        <p:spPr>
          <a:xfrm xmlns:a="http://schemas.openxmlformats.org/drawingml/2006/main">
            <a:off x="0" y="76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8" name="capability_v1_s3_o88">
            <a:extLst xmlns:a="http://schemas.openxmlformats.org/drawingml/2006/main">
              <a:ext uri="{FF2B5EF4-FFF2-40B4-BE49-F238E27FC236}">
                <a16:creationId xmlns:a16="http://schemas.microsoft.com/office/drawing/2014/main" id="{D0854481-77D9-4499-8C86-6AFDFA1AB721}"/>
              </a:ext>
            </a:extLst>
          </p:cNvPr>
          <p:cNvSpPr>
            <a:spLocks xmlns:a="http://schemas.openxmlformats.org/drawingml/2006/main" noGrp="1"/>
          </p:cNvSpPr>
          <p:nvPr/>
        </p:nvSpPr>
        <p:spPr>
          <a:xfrm xmlns:a="http://schemas.openxmlformats.org/drawingml/2006/main">
            <a:off x="0" y="91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9" name="capability_v1_s3_o89">
            <a:extLst xmlns:a="http://schemas.openxmlformats.org/drawingml/2006/main">
              <a:ext uri="{FF2B5EF4-FFF2-40B4-BE49-F238E27FC236}">
                <a16:creationId xmlns:a16="http://schemas.microsoft.com/office/drawing/2014/main" id="{AB7F82C6-1C98-4B5A-A5B3-9E4E9D4FCD8B}"/>
              </a:ext>
            </a:extLst>
          </p:cNvPr>
          <p:cNvSpPr>
            <a:spLocks xmlns:a="http://schemas.openxmlformats.org/drawingml/2006/main" noGrp="1"/>
          </p:cNvSpPr>
          <p:nvPr/>
        </p:nvSpPr>
        <p:spPr>
          <a:xfrm xmlns:a="http://schemas.openxmlformats.org/drawingml/2006/main">
            <a:off x="0" y="106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0" name="capability_v1_s3_o90">
            <a:extLst xmlns:a="http://schemas.openxmlformats.org/drawingml/2006/main">
              <a:ext uri="{FF2B5EF4-FFF2-40B4-BE49-F238E27FC236}">
                <a16:creationId xmlns:a16="http://schemas.microsoft.com/office/drawing/2014/main" id="{33AC5750-8B06-42DE-AC32-A40C8EC8A16D}"/>
              </a:ext>
            </a:extLst>
          </p:cNvPr>
          <p:cNvSpPr>
            <a:spLocks xmlns:a="http://schemas.openxmlformats.org/drawingml/2006/main" noGrp="1"/>
          </p:cNvSpPr>
          <p:nvPr/>
        </p:nvSpPr>
        <p:spPr>
          <a:xfrm xmlns:a="http://schemas.openxmlformats.org/drawingml/2006/main">
            <a:off x="0" y="121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1" name="capability_v1_s3_o91">
            <a:extLst xmlns:a="http://schemas.openxmlformats.org/drawingml/2006/main">
              <a:ext uri="{FF2B5EF4-FFF2-40B4-BE49-F238E27FC236}">
                <a16:creationId xmlns:a16="http://schemas.microsoft.com/office/drawing/2014/main" id="{F2D8DA07-86C9-4AED-BCA5-F3C114728E6D}"/>
              </a:ext>
            </a:extLst>
          </p:cNvPr>
          <p:cNvSpPr>
            <a:spLocks xmlns:a="http://schemas.openxmlformats.org/drawingml/2006/main" noGrp="1"/>
          </p:cNvSpPr>
          <p:nvPr/>
        </p:nvSpPr>
        <p:spPr>
          <a:xfrm xmlns:a="http://schemas.openxmlformats.org/drawingml/2006/main">
            <a:off x="0" y="137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2" name="capability_v1_s3_o92">
            <a:extLst xmlns:a="http://schemas.openxmlformats.org/drawingml/2006/main">
              <a:ext uri="{FF2B5EF4-FFF2-40B4-BE49-F238E27FC236}">
                <a16:creationId xmlns:a16="http://schemas.microsoft.com/office/drawing/2014/main" id="{09951EE1-71D5-4233-B57C-E6F5934DF2A6}"/>
              </a:ext>
            </a:extLst>
          </p:cNvPr>
          <p:cNvSpPr>
            <a:spLocks xmlns:a="http://schemas.openxmlformats.org/drawingml/2006/main" noGrp="1"/>
          </p:cNvSpPr>
          <p:nvPr/>
        </p:nvSpPr>
        <p:spPr>
          <a:xfrm xmlns:a="http://schemas.openxmlformats.org/drawingml/2006/main">
            <a:off x="0" y="152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3" name="capability_v1_s3_o93">
            <a:extLst xmlns:a="http://schemas.openxmlformats.org/drawingml/2006/main">
              <a:ext uri="{FF2B5EF4-FFF2-40B4-BE49-F238E27FC236}">
                <a16:creationId xmlns:a16="http://schemas.microsoft.com/office/drawing/2014/main" id="{8D3172F6-C26A-4B12-86C4-5F60FEBD6416}"/>
              </a:ext>
            </a:extLst>
          </p:cNvPr>
          <p:cNvSpPr>
            <a:spLocks xmlns:a="http://schemas.openxmlformats.org/drawingml/2006/main" noGrp="1"/>
          </p:cNvSpPr>
          <p:nvPr/>
        </p:nvSpPr>
        <p:spPr>
          <a:xfrm xmlns:a="http://schemas.openxmlformats.org/drawingml/2006/main">
            <a:off x="0" y="167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4" name="capability_v1_s3_o94">
            <a:extLst xmlns:a="http://schemas.openxmlformats.org/drawingml/2006/main">
              <a:ext uri="{FF2B5EF4-FFF2-40B4-BE49-F238E27FC236}">
                <a16:creationId xmlns:a16="http://schemas.microsoft.com/office/drawing/2014/main" id="{FE25ED52-9941-4066-9A43-9B264865B29E}"/>
              </a:ext>
            </a:extLst>
          </p:cNvPr>
          <p:cNvSpPr>
            <a:spLocks xmlns:a="http://schemas.openxmlformats.org/drawingml/2006/main" noGrp="1"/>
          </p:cNvSpPr>
          <p:nvPr/>
        </p:nvSpPr>
        <p:spPr>
          <a:xfrm xmlns:a="http://schemas.openxmlformats.org/drawingml/2006/main">
            <a:off x="0" y="182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5" name="capability_v1_s3_o95">
            <a:extLst xmlns:a="http://schemas.openxmlformats.org/drawingml/2006/main">
              <a:ext uri="{FF2B5EF4-FFF2-40B4-BE49-F238E27FC236}">
                <a16:creationId xmlns:a16="http://schemas.microsoft.com/office/drawing/2014/main" id="{2150BAD2-0057-4B13-8817-7BE7AC6C90E3}"/>
              </a:ext>
            </a:extLst>
          </p:cNvPr>
          <p:cNvSpPr>
            <a:spLocks xmlns:a="http://schemas.openxmlformats.org/drawingml/2006/main" noGrp="1"/>
          </p:cNvSpPr>
          <p:nvPr/>
        </p:nvSpPr>
        <p:spPr>
          <a:xfrm xmlns:a="http://schemas.openxmlformats.org/drawingml/2006/main">
            <a:off x="0" y="198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6" name="capability_v1_s3_o96">
            <a:extLst xmlns:a="http://schemas.openxmlformats.org/drawingml/2006/main">
              <a:ext uri="{FF2B5EF4-FFF2-40B4-BE49-F238E27FC236}">
                <a16:creationId xmlns:a16="http://schemas.microsoft.com/office/drawing/2014/main" id="{A94516BE-FF3B-44FA-8F2A-59C25B95A352}"/>
              </a:ext>
            </a:extLst>
          </p:cNvPr>
          <p:cNvSpPr>
            <a:spLocks xmlns:a="http://schemas.openxmlformats.org/drawingml/2006/main" noGrp="1"/>
          </p:cNvSpPr>
          <p:nvPr/>
        </p:nvSpPr>
        <p:spPr>
          <a:xfrm xmlns:a="http://schemas.openxmlformats.org/drawingml/2006/main">
            <a:off x="0" y="213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7" name="capability_v1_s3_o97">
            <a:extLst xmlns:a="http://schemas.openxmlformats.org/drawingml/2006/main">
              <a:ext uri="{FF2B5EF4-FFF2-40B4-BE49-F238E27FC236}">
                <a16:creationId xmlns:a16="http://schemas.microsoft.com/office/drawing/2014/main" id="{F1680983-0028-4288-A414-24CA09AD973D}"/>
              </a:ext>
            </a:extLst>
          </p:cNvPr>
          <p:cNvSpPr>
            <a:spLocks xmlns:a="http://schemas.openxmlformats.org/drawingml/2006/main" noGrp="1"/>
          </p:cNvSpPr>
          <p:nvPr/>
        </p:nvSpPr>
        <p:spPr>
          <a:xfrm xmlns:a="http://schemas.openxmlformats.org/drawingml/2006/main">
            <a:off x="0" y="228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8" name="capability_v1_s3_o98">
            <a:extLst xmlns:a="http://schemas.openxmlformats.org/drawingml/2006/main">
              <a:ext uri="{FF2B5EF4-FFF2-40B4-BE49-F238E27FC236}">
                <a16:creationId xmlns:a16="http://schemas.microsoft.com/office/drawing/2014/main" id="{2822F5C8-36AB-4FF2-8B7C-C046559BFA6D}"/>
              </a:ext>
            </a:extLst>
          </p:cNvPr>
          <p:cNvSpPr>
            <a:spLocks xmlns:a="http://schemas.openxmlformats.org/drawingml/2006/main" noGrp="1"/>
          </p:cNvSpPr>
          <p:nvPr/>
        </p:nvSpPr>
        <p:spPr>
          <a:xfrm xmlns:a="http://schemas.openxmlformats.org/drawingml/2006/main">
            <a:off x="0" y="243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9" name="capability_v1_s3_o99">
            <a:extLst xmlns:a="http://schemas.openxmlformats.org/drawingml/2006/main">
              <a:ext uri="{FF2B5EF4-FFF2-40B4-BE49-F238E27FC236}">
                <a16:creationId xmlns:a16="http://schemas.microsoft.com/office/drawing/2014/main" id="{1F03D23D-524D-47BD-9F90-A34E926F10DB}"/>
              </a:ext>
            </a:extLst>
          </p:cNvPr>
          <p:cNvSpPr>
            <a:spLocks xmlns:a="http://schemas.openxmlformats.org/drawingml/2006/main" noGrp="1"/>
          </p:cNvSpPr>
          <p:nvPr/>
        </p:nvSpPr>
        <p:spPr>
          <a:xfrm xmlns:a="http://schemas.openxmlformats.org/drawingml/2006/main">
            <a:off x="0" y="259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0" name="capability_v1_s3_o100">
            <a:extLst xmlns:a="http://schemas.openxmlformats.org/drawingml/2006/main">
              <a:ext uri="{FF2B5EF4-FFF2-40B4-BE49-F238E27FC236}">
                <a16:creationId xmlns:a16="http://schemas.microsoft.com/office/drawing/2014/main" id="{6ED17640-7D1C-4023-B970-8442D40242A4}"/>
              </a:ext>
            </a:extLst>
          </p:cNvPr>
          <p:cNvSpPr>
            <a:spLocks xmlns:a="http://schemas.openxmlformats.org/drawingml/2006/main" noGrp="1"/>
          </p:cNvSpPr>
          <p:nvPr/>
        </p:nvSpPr>
        <p:spPr>
          <a:xfrm xmlns:a="http://schemas.openxmlformats.org/drawingml/2006/main">
            <a:off x="0" y="274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1" name="capability_v1_s3_o101">
            <a:extLst xmlns:a="http://schemas.openxmlformats.org/drawingml/2006/main">
              <a:ext uri="{FF2B5EF4-FFF2-40B4-BE49-F238E27FC236}">
                <a16:creationId xmlns:a16="http://schemas.microsoft.com/office/drawing/2014/main" id="{C754CC45-E650-4338-A27F-BEF9A8F361A9}"/>
              </a:ext>
            </a:extLst>
          </p:cNvPr>
          <p:cNvSpPr>
            <a:spLocks xmlns:a="http://schemas.openxmlformats.org/drawingml/2006/main" noGrp="1"/>
          </p:cNvSpPr>
          <p:nvPr/>
        </p:nvSpPr>
        <p:spPr>
          <a:xfrm xmlns:a="http://schemas.openxmlformats.org/drawingml/2006/main">
            <a:off x="0" y="289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2" name="capability_v1_s3_o102">
            <a:extLst xmlns:a="http://schemas.openxmlformats.org/drawingml/2006/main">
              <a:ext uri="{FF2B5EF4-FFF2-40B4-BE49-F238E27FC236}">
                <a16:creationId xmlns:a16="http://schemas.microsoft.com/office/drawing/2014/main" id="{5C8E645A-4EFC-407F-9B39-E15DCE9A6650}"/>
              </a:ext>
            </a:extLst>
          </p:cNvPr>
          <p:cNvSpPr>
            <a:spLocks xmlns:a="http://schemas.openxmlformats.org/drawingml/2006/main" noGrp="1"/>
          </p:cNvSpPr>
          <p:nvPr/>
        </p:nvSpPr>
        <p:spPr>
          <a:xfrm xmlns:a="http://schemas.openxmlformats.org/drawingml/2006/main">
            <a:off x="0" y="304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3" name="capability_v1_s3_o103">
            <a:extLst xmlns:a="http://schemas.openxmlformats.org/drawingml/2006/main">
              <a:ext uri="{FF2B5EF4-FFF2-40B4-BE49-F238E27FC236}">
                <a16:creationId xmlns:a16="http://schemas.microsoft.com/office/drawing/2014/main" id="{CCCA5D87-62CA-419A-AFAC-D6B5B58001CE}"/>
              </a:ext>
            </a:extLst>
          </p:cNvPr>
          <p:cNvSpPr>
            <a:spLocks xmlns:a="http://schemas.openxmlformats.org/drawingml/2006/main" noGrp="1"/>
          </p:cNvSpPr>
          <p:nvPr/>
        </p:nvSpPr>
        <p:spPr>
          <a:xfrm xmlns:a="http://schemas.openxmlformats.org/drawingml/2006/main">
            <a:off x="0" y="3200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4" name="capability_v1_s3_o104">
            <a:extLst xmlns:a="http://schemas.openxmlformats.org/drawingml/2006/main">
              <a:ext uri="{FF2B5EF4-FFF2-40B4-BE49-F238E27FC236}">
                <a16:creationId xmlns:a16="http://schemas.microsoft.com/office/drawing/2014/main" id="{372B060E-F0A9-44EB-8BDC-93C2DF58DF0D}"/>
              </a:ext>
            </a:extLst>
          </p:cNvPr>
          <p:cNvSpPr>
            <a:spLocks xmlns:a="http://schemas.openxmlformats.org/drawingml/2006/main" noGrp="1"/>
          </p:cNvSpPr>
          <p:nvPr/>
        </p:nvSpPr>
        <p:spPr>
          <a:xfrm xmlns:a="http://schemas.openxmlformats.org/drawingml/2006/main">
            <a:off x="0" y="3352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5" name="capability_v1_s3_o105">
            <a:extLst xmlns:a="http://schemas.openxmlformats.org/drawingml/2006/main">
              <a:ext uri="{FF2B5EF4-FFF2-40B4-BE49-F238E27FC236}">
                <a16:creationId xmlns:a16="http://schemas.microsoft.com/office/drawing/2014/main" id="{B8BB0973-0530-4A95-9CF2-2EF69BE27140}"/>
              </a:ext>
            </a:extLst>
          </p:cNvPr>
          <p:cNvSpPr>
            <a:spLocks xmlns:a="http://schemas.openxmlformats.org/drawingml/2006/main" noGrp="1"/>
          </p:cNvSpPr>
          <p:nvPr/>
        </p:nvSpPr>
        <p:spPr>
          <a:xfrm xmlns:a="http://schemas.openxmlformats.org/drawingml/2006/main">
            <a:off x="0" y="3505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6" name="capability_v1_s3_o106">
            <a:extLst xmlns:a="http://schemas.openxmlformats.org/drawingml/2006/main">
              <a:ext uri="{FF2B5EF4-FFF2-40B4-BE49-F238E27FC236}">
                <a16:creationId xmlns:a16="http://schemas.microsoft.com/office/drawing/2014/main" id="{BDCEC714-1B93-41DC-B3AA-5C6D378F8D88}"/>
              </a:ext>
            </a:extLst>
          </p:cNvPr>
          <p:cNvSpPr>
            <a:spLocks xmlns:a="http://schemas.openxmlformats.org/drawingml/2006/main" noGrp="1"/>
          </p:cNvSpPr>
          <p:nvPr/>
        </p:nvSpPr>
        <p:spPr>
          <a:xfrm xmlns:a="http://schemas.openxmlformats.org/drawingml/2006/main">
            <a:off x="0" y="3657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7" name="capability_v1_s3_o107">
            <a:extLst xmlns:a="http://schemas.openxmlformats.org/drawingml/2006/main">
              <a:ext uri="{FF2B5EF4-FFF2-40B4-BE49-F238E27FC236}">
                <a16:creationId xmlns:a16="http://schemas.microsoft.com/office/drawing/2014/main" id="{1E94FFFD-58BA-4148-AF26-3BECF0E27A42}"/>
              </a:ext>
            </a:extLst>
          </p:cNvPr>
          <p:cNvSpPr>
            <a:spLocks xmlns:a="http://schemas.openxmlformats.org/drawingml/2006/main" noGrp="1"/>
          </p:cNvSpPr>
          <p:nvPr/>
        </p:nvSpPr>
        <p:spPr>
          <a:xfrm xmlns:a="http://schemas.openxmlformats.org/drawingml/2006/main">
            <a:off x="0" y="3810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8" name="capability_v1_s3_o108">
            <a:extLst xmlns:a="http://schemas.openxmlformats.org/drawingml/2006/main">
              <a:ext uri="{FF2B5EF4-FFF2-40B4-BE49-F238E27FC236}">
                <a16:creationId xmlns:a16="http://schemas.microsoft.com/office/drawing/2014/main" id="{672D7836-A9BF-4753-B64E-00428B57138A}"/>
              </a:ext>
            </a:extLst>
          </p:cNvPr>
          <p:cNvSpPr>
            <a:spLocks xmlns:a="http://schemas.openxmlformats.org/drawingml/2006/main" noGrp="1"/>
          </p:cNvSpPr>
          <p:nvPr/>
        </p:nvSpPr>
        <p:spPr>
          <a:xfrm xmlns:a="http://schemas.openxmlformats.org/drawingml/2006/main">
            <a:off x="0" y="396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9" name="capability_v1_s3_o109">
            <a:extLst xmlns:a="http://schemas.openxmlformats.org/drawingml/2006/main">
              <a:ext uri="{FF2B5EF4-FFF2-40B4-BE49-F238E27FC236}">
                <a16:creationId xmlns:a16="http://schemas.microsoft.com/office/drawing/2014/main" id="{F3A639CC-82C3-4A78-AE40-DC739F6A0055}"/>
              </a:ext>
            </a:extLst>
          </p:cNvPr>
          <p:cNvSpPr>
            <a:spLocks xmlns:a="http://schemas.openxmlformats.org/drawingml/2006/main" noGrp="1"/>
          </p:cNvSpPr>
          <p:nvPr/>
        </p:nvSpPr>
        <p:spPr>
          <a:xfrm xmlns:a="http://schemas.openxmlformats.org/drawingml/2006/main">
            <a:off x="0" y="411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0" name="capability_v1_s3_o110">
            <a:extLst xmlns:a="http://schemas.openxmlformats.org/drawingml/2006/main">
              <a:ext uri="{FF2B5EF4-FFF2-40B4-BE49-F238E27FC236}">
                <a16:creationId xmlns:a16="http://schemas.microsoft.com/office/drawing/2014/main" id="{E257FAFF-97B4-475B-85D3-0D3E3CD58D46}"/>
              </a:ext>
            </a:extLst>
          </p:cNvPr>
          <p:cNvSpPr>
            <a:spLocks xmlns:a="http://schemas.openxmlformats.org/drawingml/2006/main" noGrp="1"/>
          </p:cNvSpPr>
          <p:nvPr/>
        </p:nvSpPr>
        <p:spPr>
          <a:xfrm xmlns:a="http://schemas.openxmlformats.org/drawingml/2006/main">
            <a:off x="0" y="426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1" name="capability_v1_s3_o111">
            <a:extLst xmlns:a="http://schemas.openxmlformats.org/drawingml/2006/main">
              <a:ext uri="{FF2B5EF4-FFF2-40B4-BE49-F238E27FC236}">
                <a16:creationId xmlns:a16="http://schemas.microsoft.com/office/drawing/2014/main" id="{AD610BFD-E345-41EB-AD21-5A749ABBF989}"/>
              </a:ext>
            </a:extLst>
          </p:cNvPr>
          <p:cNvSpPr>
            <a:spLocks xmlns:a="http://schemas.openxmlformats.org/drawingml/2006/main" noGrp="1"/>
          </p:cNvSpPr>
          <p:nvPr/>
        </p:nvSpPr>
        <p:spPr>
          <a:xfrm xmlns:a="http://schemas.openxmlformats.org/drawingml/2006/main">
            <a:off x="0" y="441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2" name="capability_v1_s3_o112">
            <a:extLst xmlns:a="http://schemas.openxmlformats.org/drawingml/2006/main">
              <a:ext uri="{FF2B5EF4-FFF2-40B4-BE49-F238E27FC236}">
                <a16:creationId xmlns:a16="http://schemas.microsoft.com/office/drawing/2014/main" id="{5312F461-BB27-403B-A680-6158C24BA177}"/>
              </a:ext>
            </a:extLst>
          </p:cNvPr>
          <p:cNvSpPr>
            <a:spLocks xmlns:a="http://schemas.openxmlformats.org/drawingml/2006/main" noGrp="1"/>
          </p:cNvSpPr>
          <p:nvPr/>
        </p:nvSpPr>
        <p:spPr>
          <a:xfrm xmlns:a="http://schemas.openxmlformats.org/drawingml/2006/main">
            <a:off x="0" y="457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3" name="capability_v1_s3_o113">
            <a:extLst xmlns:a="http://schemas.openxmlformats.org/drawingml/2006/main">
              <a:ext uri="{FF2B5EF4-FFF2-40B4-BE49-F238E27FC236}">
                <a16:creationId xmlns:a16="http://schemas.microsoft.com/office/drawing/2014/main" id="{810304E1-1697-4F96-9F87-118FB9230969}"/>
              </a:ext>
            </a:extLst>
          </p:cNvPr>
          <p:cNvSpPr>
            <a:spLocks xmlns:a="http://schemas.openxmlformats.org/drawingml/2006/main" noGrp="1"/>
          </p:cNvSpPr>
          <p:nvPr/>
        </p:nvSpPr>
        <p:spPr>
          <a:xfrm xmlns:a="http://schemas.openxmlformats.org/drawingml/2006/main">
            <a:off x="0" y="472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4" name="capability_v1_s3_o114">
            <a:extLst xmlns:a="http://schemas.openxmlformats.org/drawingml/2006/main">
              <a:ext uri="{FF2B5EF4-FFF2-40B4-BE49-F238E27FC236}">
                <a16:creationId xmlns:a16="http://schemas.microsoft.com/office/drawing/2014/main" id="{EFA261A9-AEE3-4B58-B61A-A65BA42CC315}"/>
              </a:ext>
            </a:extLst>
          </p:cNvPr>
          <p:cNvSpPr>
            <a:spLocks xmlns:a="http://schemas.openxmlformats.org/drawingml/2006/main" noGrp="1"/>
          </p:cNvSpPr>
          <p:nvPr/>
        </p:nvSpPr>
        <p:spPr>
          <a:xfrm xmlns:a="http://schemas.openxmlformats.org/drawingml/2006/main">
            <a:off x="0" y="487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5" name="capability_v1_s3_o115">
            <a:extLst xmlns:a="http://schemas.openxmlformats.org/drawingml/2006/main">
              <a:ext uri="{FF2B5EF4-FFF2-40B4-BE49-F238E27FC236}">
                <a16:creationId xmlns:a16="http://schemas.microsoft.com/office/drawing/2014/main" id="{63E81A22-0E3F-49C8-B351-8F58C3A65884}"/>
              </a:ext>
            </a:extLst>
          </p:cNvPr>
          <p:cNvSpPr>
            <a:spLocks xmlns:a="http://schemas.openxmlformats.org/drawingml/2006/main" noGrp="1"/>
          </p:cNvSpPr>
          <p:nvPr/>
        </p:nvSpPr>
        <p:spPr>
          <a:xfrm xmlns:a="http://schemas.openxmlformats.org/drawingml/2006/main">
            <a:off x="0" y="502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6" name="capability_v1_s3_o116">
            <a:extLst xmlns:a="http://schemas.openxmlformats.org/drawingml/2006/main">
              <a:ext uri="{FF2B5EF4-FFF2-40B4-BE49-F238E27FC236}">
                <a16:creationId xmlns:a16="http://schemas.microsoft.com/office/drawing/2014/main" id="{1EA1F246-1349-4ECC-8197-5DCBC3F3B1EA}"/>
              </a:ext>
            </a:extLst>
          </p:cNvPr>
          <p:cNvSpPr>
            <a:spLocks xmlns:a="http://schemas.openxmlformats.org/drawingml/2006/main" noGrp="1"/>
          </p:cNvSpPr>
          <p:nvPr/>
        </p:nvSpPr>
        <p:spPr>
          <a:xfrm xmlns:a="http://schemas.openxmlformats.org/drawingml/2006/main">
            <a:off x="0" y="518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7" name="capability_v1_s3_o117">
            <a:extLst xmlns:a="http://schemas.openxmlformats.org/drawingml/2006/main">
              <a:ext uri="{FF2B5EF4-FFF2-40B4-BE49-F238E27FC236}">
                <a16:creationId xmlns:a16="http://schemas.microsoft.com/office/drawing/2014/main" id="{428D1B05-CD08-474B-9C9D-9246C8107327}"/>
              </a:ext>
            </a:extLst>
          </p:cNvPr>
          <p:cNvSpPr>
            <a:spLocks xmlns:a="http://schemas.openxmlformats.org/drawingml/2006/main" noGrp="1"/>
          </p:cNvSpPr>
          <p:nvPr/>
        </p:nvSpPr>
        <p:spPr>
          <a:xfrm xmlns:a="http://schemas.openxmlformats.org/drawingml/2006/main">
            <a:off x="0" y="533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8" name="capability_v1_s3_o118">
            <a:extLst xmlns:a="http://schemas.openxmlformats.org/drawingml/2006/main">
              <a:ext uri="{FF2B5EF4-FFF2-40B4-BE49-F238E27FC236}">
                <a16:creationId xmlns:a16="http://schemas.microsoft.com/office/drawing/2014/main" id="{A4F012E6-AA62-4C4E-88D3-0AD8B75767B8}"/>
              </a:ext>
            </a:extLst>
          </p:cNvPr>
          <p:cNvSpPr>
            <a:spLocks xmlns:a="http://schemas.openxmlformats.org/drawingml/2006/main" noGrp="1"/>
          </p:cNvSpPr>
          <p:nvPr/>
        </p:nvSpPr>
        <p:spPr>
          <a:xfrm xmlns:a="http://schemas.openxmlformats.org/drawingml/2006/main">
            <a:off x="0" y="548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9" name="capability_v1_s3_o119">
            <a:extLst xmlns:a="http://schemas.openxmlformats.org/drawingml/2006/main">
              <a:ext uri="{FF2B5EF4-FFF2-40B4-BE49-F238E27FC236}">
                <a16:creationId xmlns:a16="http://schemas.microsoft.com/office/drawing/2014/main" id="{B5BEB12C-B9AE-41E2-9EC5-66DBF0724929}"/>
              </a:ext>
            </a:extLst>
          </p:cNvPr>
          <p:cNvSpPr>
            <a:spLocks xmlns:a="http://schemas.openxmlformats.org/drawingml/2006/main" noGrp="1"/>
          </p:cNvSpPr>
          <p:nvPr/>
        </p:nvSpPr>
        <p:spPr>
          <a:xfrm xmlns:a="http://schemas.openxmlformats.org/drawingml/2006/main">
            <a:off x="0" y="563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0" name="capability_v1_s3_o120">
            <a:extLst xmlns:a="http://schemas.openxmlformats.org/drawingml/2006/main">
              <a:ext uri="{FF2B5EF4-FFF2-40B4-BE49-F238E27FC236}">
                <a16:creationId xmlns:a16="http://schemas.microsoft.com/office/drawing/2014/main" id="{B1530C22-089E-4F12-BE48-074436CE1B01}"/>
              </a:ext>
            </a:extLst>
          </p:cNvPr>
          <p:cNvSpPr>
            <a:spLocks xmlns:a="http://schemas.openxmlformats.org/drawingml/2006/main" noGrp="1"/>
          </p:cNvSpPr>
          <p:nvPr/>
        </p:nvSpPr>
        <p:spPr>
          <a:xfrm xmlns:a="http://schemas.openxmlformats.org/drawingml/2006/main">
            <a:off x="0" y="579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1" name="capability_v1_s3_o121">
            <a:extLst xmlns:a="http://schemas.openxmlformats.org/drawingml/2006/main">
              <a:ext uri="{FF2B5EF4-FFF2-40B4-BE49-F238E27FC236}">
                <a16:creationId xmlns:a16="http://schemas.microsoft.com/office/drawing/2014/main" id="{7C1936D4-D26E-423B-AE9E-5FEA62E81D89}"/>
              </a:ext>
            </a:extLst>
          </p:cNvPr>
          <p:cNvSpPr>
            <a:spLocks xmlns:a="http://schemas.openxmlformats.org/drawingml/2006/main" noGrp="1"/>
          </p:cNvSpPr>
          <p:nvPr/>
        </p:nvSpPr>
        <p:spPr>
          <a:xfrm xmlns:a="http://schemas.openxmlformats.org/drawingml/2006/main">
            <a:off x="0" y="594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2" name="capability_v1_s3_o122">
            <a:extLst xmlns:a="http://schemas.openxmlformats.org/drawingml/2006/main">
              <a:ext uri="{FF2B5EF4-FFF2-40B4-BE49-F238E27FC236}">
                <a16:creationId xmlns:a16="http://schemas.microsoft.com/office/drawing/2014/main" id="{016FD517-66BC-4114-9315-680A376D576B}"/>
              </a:ext>
            </a:extLst>
          </p:cNvPr>
          <p:cNvSpPr>
            <a:spLocks xmlns:a="http://schemas.openxmlformats.org/drawingml/2006/main" noGrp="1"/>
          </p:cNvSpPr>
          <p:nvPr/>
        </p:nvSpPr>
        <p:spPr>
          <a:xfrm xmlns:a="http://schemas.openxmlformats.org/drawingml/2006/main">
            <a:off x="0" y="609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3" name="capability_v1_s3_o123">
            <a:extLst xmlns:a="http://schemas.openxmlformats.org/drawingml/2006/main">
              <a:ext uri="{FF2B5EF4-FFF2-40B4-BE49-F238E27FC236}">
                <a16:creationId xmlns:a16="http://schemas.microsoft.com/office/drawing/2014/main" id="{64972AF2-FB9D-4FD3-AD07-F0096F8F8923}"/>
              </a:ext>
            </a:extLst>
          </p:cNvPr>
          <p:cNvSpPr>
            <a:spLocks xmlns:a="http://schemas.openxmlformats.org/drawingml/2006/main" noGrp="1"/>
          </p:cNvSpPr>
          <p:nvPr/>
        </p:nvSpPr>
        <p:spPr>
          <a:xfrm xmlns:a="http://schemas.openxmlformats.org/drawingml/2006/main">
            <a:off x="0" y="624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4" name="capability_v1_s3_o124">
            <a:extLst xmlns:a="http://schemas.openxmlformats.org/drawingml/2006/main">
              <a:ext uri="{FF2B5EF4-FFF2-40B4-BE49-F238E27FC236}">
                <a16:creationId xmlns:a16="http://schemas.microsoft.com/office/drawing/2014/main" id="{811128C0-FA65-4CED-8F9A-B158B8DD6227}"/>
              </a:ext>
            </a:extLst>
          </p:cNvPr>
          <p:cNvSpPr>
            <a:spLocks xmlns:a="http://schemas.openxmlformats.org/drawingml/2006/main" noGrp="1"/>
          </p:cNvSpPr>
          <p:nvPr/>
        </p:nvSpPr>
        <p:spPr>
          <a:xfrm xmlns:a="http://schemas.openxmlformats.org/drawingml/2006/main">
            <a:off x="0" y="640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5" name="capability_v1_s3_o125">
            <a:extLst xmlns:a="http://schemas.openxmlformats.org/drawingml/2006/main">
              <a:ext uri="{FF2B5EF4-FFF2-40B4-BE49-F238E27FC236}">
                <a16:creationId xmlns:a16="http://schemas.microsoft.com/office/drawing/2014/main" id="{C604CBEA-6CB9-440F-ABB1-060E9458B4C7}"/>
              </a:ext>
            </a:extLst>
          </p:cNvPr>
          <p:cNvSpPr>
            <a:spLocks xmlns:a="http://schemas.openxmlformats.org/drawingml/2006/main" noGrp="1"/>
          </p:cNvSpPr>
          <p:nvPr/>
        </p:nvSpPr>
        <p:spPr>
          <a:xfrm xmlns:a="http://schemas.openxmlformats.org/drawingml/2006/main">
            <a:off x="0" y="655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6" name="capability_v1_s3_o126">
            <a:extLst xmlns:a="http://schemas.openxmlformats.org/drawingml/2006/main">
              <a:ext uri="{FF2B5EF4-FFF2-40B4-BE49-F238E27FC236}">
                <a16:creationId xmlns:a16="http://schemas.microsoft.com/office/drawing/2014/main" id="{B9C2A73A-A731-44DA-B059-E3D64F2146A9}"/>
              </a:ext>
            </a:extLst>
          </p:cNvPr>
          <p:cNvSpPr>
            <a:spLocks xmlns:a="http://schemas.openxmlformats.org/drawingml/2006/main" noGrp="1"/>
          </p:cNvSpPr>
          <p:nvPr/>
        </p:nvSpPr>
        <p:spPr>
          <a:xfrm xmlns:a="http://schemas.openxmlformats.org/drawingml/2006/main">
            <a:off x="0" y="670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7" name="capability_v1_s3_o127">
            <a:extLst xmlns:a="http://schemas.openxmlformats.org/drawingml/2006/main">
              <a:ext uri="{FF2B5EF4-FFF2-40B4-BE49-F238E27FC236}">
                <a16:creationId xmlns:a16="http://schemas.microsoft.com/office/drawing/2014/main" id="{18B40301-3F4E-409A-B247-5C12EEC25AE3}"/>
              </a:ext>
            </a:extLst>
          </p:cNvPr>
          <p:cNvSpPr>
            <a:spLocks xmlns:a="http://schemas.openxmlformats.org/drawingml/2006/main" noGrp="1"/>
          </p:cNvSpPr>
          <p:nvPr/>
        </p:nvSpPr>
        <p:spPr>
          <a:xfrm xmlns:a="http://schemas.openxmlformats.org/drawingml/2006/main">
            <a:off x="0" y="685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8" name="capability_v1_s3_o128">
            <a:extLst xmlns:a="http://schemas.openxmlformats.org/drawingml/2006/main">
              <a:ext uri="{FF2B5EF4-FFF2-40B4-BE49-F238E27FC236}">
                <a16:creationId xmlns:a16="http://schemas.microsoft.com/office/drawing/2014/main" id="{81EF3DCD-FD37-4CB6-A78D-A529E097B38A}"/>
              </a:ext>
            </a:extLst>
          </p:cNvPr>
          <p:cNvSpPr>
            <a:spLocks xmlns:a="http://schemas.openxmlformats.org/drawingml/2006/main" noGrp="1"/>
          </p:cNvSpPr>
          <p:nvPr/>
        </p:nvSpPr>
        <p:spPr>
          <a:xfrm xmlns:a="http://schemas.openxmlformats.org/drawingml/2006/main">
            <a:off x="152400" y="25400"/>
            <a:ext cx="118364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2900" b="1">
                <a:solidFill>
                  <a:srgbClr val="F4F7FB"/>
                </a:solidFill>
                <a:latin typeface="Arial"/>
                <a:ea typeface="Arial"/>
                <a:cs typeface="Arial"/>
              </a:defRPr>
            </a:defPPr>
          </a:lstStyle>
          <a:p xmlns:a="http://schemas.openxmlformats.org/drawingml/2006/main">
            <a:pPr algn="l">
              <a:lnSpc>
                <a:spcPct val="108000"/>
              </a:lnSpc>
              <a:buNone/>
              <a:defRPr sz="2900" b="1">
                <a:solidFill>
                  <a:srgbClr val="F4F7FB"/>
                </a:solidFill>
                <a:latin typeface="Arial"/>
                <a:ea typeface="Arial"/>
                <a:cs typeface="Arial"/>
              </a:defRPr>
            </a:pPr>
            <a:r>
              <a:rPr sz="2900" b="1">
                <a:solidFill>
                  <a:srgbClr val="F4F7FB"/>
                </a:solidFill>
                <a:latin typeface="Arial"/>
                <a:ea typeface="Arial"/>
                <a:cs typeface="Arial"/>
              </a:rPr>
              <a:t>Capability circuit blueprint</a:t>
            </a:r>
          </a:p>
        </p:txBody>
      </p:sp>
      <p:sp>
        <p:nvSpPr>
          <p:cNvPr id="129" name="capability_v1_s3_o129">
            <a:extLst xmlns:a="http://schemas.openxmlformats.org/drawingml/2006/main">
              <a:ext uri="{FF2B5EF4-FFF2-40B4-BE49-F238E27FC236}">
                <a16:creationId xmlns:a16="http://schemas.microsoft.com/office/drawing/2014/main" id="{E5E0C441-F92C-4016-9B63-AF026602405F}"/>
              </a:ext>
            </a:extLst>
          </p:cNvPr>
          <p:cNvSpPr>
            <a:spLocks xmlns:a="http://schemas.openxmlformats.org/drawingml/2006/main" noGrp="1"/>
          </p:cNvSpPr>
          <p:nvPr/>
        </p:nvSpPr>
        <p:spPr>
          <a:xfrm xmlns:a="http://schemas.openxmlformats.org/drawingml/2006/main">
            <a:off x="177800" y="495300"/>
            <a:ext cx="11836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45A7FF"/>
                </a:solidFill>
                <a:latin typeface="Arial"/>
                <a:ea typeface="Arial"/>
                <a:cs typeface="Arial"/>
              </a:defRPr>
            </a:defPPr>
          </a:lstStyle>
          <a:p xmlns:a="http://schemas.openxmlformats.org/drawingml/2006/main">
            <a:pPr algn="l">
              <a:lnSpc>
                <a:spcPct val="108000"/>
              </a:lnSpc>
              <a:buNone/>
              <a:defRPr sz="1700" b="1">
                <a:solidFill>
                  <a:srgbClr val="45A7FF"/>
                </a:solidFill>
                <a:latin typeface="Arial"/>
                <a:ea typeface="Arial"/>
                <a:cs typeface="Arial"/>
              </a:defRPr>
            </a:pPr>
            <a:r>
              <a:rPr sz="1700" b="1">
                <a:solidFill>
                  <a:srgbClr val="45A7FF"/>
                </a:solidFill>
                <a:latin typeface="Arial"/>
                <a:ea typeface="Arial"/>
                <a:cs typeface="Arial"/>
              </a:rPr>
              <a:t>procedural-dungeon-governed-execution</a:t>
            </a:r>
          </a:p>
        </p:txBody>
      </p:sp>
      <p:sp>
        <p:nvSpPr>
          <p:cNvPr id="130" name="capability_v1_s3_o130">
            <a:extLst xmlns:a="http://schemas.openxmlformats.org/drawingml/2006/main">
              <a:ext uri="{FF2B5EF4-FFF2-40B4-BE49-F238E27FC236}">
                <a16:creationId xmlns:a16="http://schemas.microsoft.com/office/drawing/2014/main" id="{11D2A832-3342-48B5-8F75-86523D8C4BDD}"/>
              </a:ext>
            </a:extLst>
          </p:cNvPr>
          <p:cNvSpPr>
            <a:spLocks xmlns:a="http://schemas.openxmlformats.org/drawingml/2006/main" noGrp="1"/>
          </p:cNvSpPr>
          <p:nvPr/>
        </p:nvSpPr>
        <p:spPr>
          <a:xfrm xmlns:a="http://schemas.openxmlformats.org/drawingml/2006/main">
            <a:off x="177800" y="825500"/>
            <a:ext cx="118364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Scenario portfolio and drill-down map</a:t>
            </a:r>
          </a:p>
        </p:txBody>
      </p:sp>
      <p:sp>
        <p:nvSpPr>
          <p:cNvPr id="131" name="capability_v1_s3_o131">
            <a:extLst xmlns:a="http://schemas.openxmlformats.org/drawingml/2006/main">
              <a:ext uri="{FF2B5EF4-FFF2-40B4-BE49-F238E27FC236}">
                <a16:creationId xmlns:a16="http://schemas.microsoft.com/office/drawing/2014/main" id="{0E566243-F59F-4F3B-8A66-68DF14424063}"/>
              </a:ext>
            </a:extLst>
          </p:cNvPr>
          <p:cNvSpPr>
            <a:spLocks xmlns:a="http://schemas.openxmlformats.org/drawingml/2006/main" noGrp="1"/>
          </p:cNvSpPr>
          <p:nvPr/>
        </p:nvSpPr>
        <p:spPr>
          <a:xfrm xmlns:a="http://schemas.openxmlformats.org/drawingml/2006/main">
            <a:off x="101600" y="1181100"/>
            <a:ext cx="11988800" cy="4521200"/>
          </a:xfrm>
          <a:prstGeom xmlns:a="http://schemas.openxmlformats.org/drawingml/2006/main" prst="rect">
            <a:avLst/>
          </a:prstGeom>
          <a:noFill xmlns:a="http://schemas.openxmlformats.org/drawingml/2006/main"/>
          <a:ln xmlns:a="http://schemas.openxmlformats.org/drawingml/2006/main" w="13970">
            <a:solidFill>
              <a:srgbClr val="45A7FF"/>
            </a:solidFill>
          </a:ln>
        </p:spPr>
      </p:sp>
      <p:sp>
        <p:nvSpPr>
          <p:cNvPr id="132" name="capability_v1_s3_o132">
            <a:extLst xmlns:a="http://schemas.openxmlformats.org/drawingml/2006/main">
              <a:ext uri="{FF2B5EF4-FFF2-40B4-BE49-F238E27FC236}">
                <a16:creationId xmlns:a16="http://schemas.microsoft.com/office/drawing/2014/main" id="{6D93FEA3-4849-47AA-AE0A-6B0180451D63}"/>
              </a:ext>
            </a:extLst>
          </p:cNvPr>
          <p:cNvSpPr>
            <a:spLocks xmlns:a="http://schemas.openxmlformats.org/drawingml/2006/main" noGrp="1"/>
          </p:cNvSpPr>
          <p:nvPr/>
        </p:nvSpPr>
        <p:spPr>
          <a:xfrm xmlns:a="http://schemas.openxmlformats.org/drawingml/2006/main">
            <a:off x="114300" y="1193800"/>
            <a:ext cx="11963400" cy="317500"/>
          </a:xfrm>
          <a:prstGeom xmlns:a="http://schemas.openxmlformats.org/drawingml/2006/main" prst="rect">
            <a:avLst/>
          </a:prstGeom>
          <a:solidFill xmlns:a="http://schemas.openxmlformats.org/drawingml/2006/main">
            <a:srgbClr val="05243B"/>
          </a:solidFill>
          <a:ln xmlns:a="http://schemas.openxmlformats.org/drawingml/2006/main" w="0">
            <a:noFill/>
          </a:ln>
        </p:spPr>
      </p:sp>
      <p:sp>
        <p:nvSpPr>
          <p:cNvPr id="133" name="capability_v1_s3_o133">
            <a:extLst xmlns:a="http://schemas.openxmlformats.org/drawingml/2006/main">
              <a:ext uri="{FF2B5EF4-FFF2-40B4-BE49-F238E27FC236}">
                <a16:creationId xmlns:a16="http://schemas.microsoft.com/office/drawing/2014/main" id="{C9D4349A-6E52-4D5A-A822-255FB729EC8E}"/>
              </a:ext>
            </a:extLst>
          </p:cNvPr>
          <p:cNvSpPr>
            <a:spLocks xmlns:a="http://schemas.openxmlformats.org/drawingml/2006/main" noGrp="1"/>
          </p:cNvSpPr>
          <p:nvPr/>
        </p:nvSpPr>
        <p:spPr>
          <a:xfrm xmlns:a="http://schemas.openxmlformats.org/drawingml/2006/main">
            <a:off x="203200" y="1193800"/>
            <a:ext cx="4699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1">
                <a:solidFill>
                  <a:srgbClr val="45A7FF"/>
                </a:solidFill>
                <a:latin typeface="Arial"/>
                <a:ea typeface="Arial"/>
                <a:cs typeface="Arial"/>
              </a:defRPr>
            </a:defPPr>
          </a:lstStyle>
          <a:p xmlns:a="http://schemas.openxmlformats.org/drawingml/2006/main">
            <a:pPr algn="l">
              <a:lnSpc>
                <a:spcPct val="108000"/>
              </a:lnSpc>
              <a:buNone/>
              <a:defRPr sz="1300" b="1">
                <a:solidFill>
                  <a:srgbClr val="45A7FF"/>
                </a:solidFill>
                <a:latin typeface="Arial"/>
                <a:ea typeface="Arial"/>
                <a:cs typeface="Arial"/>
              </a:defRPr>
            </a:pPr>
            <a:r>
              <a:rPr sz="1300" b="1">
                <a:solidFill>
                  <a:srgbClr val="45A7FF"/>
                </a:solidFill>
                <a:latin typeface="Arial"/>
                <a:ea typeface="Arial"/>
                <a:cs typeface="Arial"/>
              </a:rPr>
              <a:t>Capability boundary</a:t>
            </a:r>
          </a:p>
        </p:txBody>
      </p:sp>
      <p:sp>
        <p:nvSpPr>
          <p:cNvPr id="134" name="capability_v1_s3_o134">
            <a:extLst xmlns:a="http://schemas.openxmlformats.org/drawingml/2006/main">
              <a:ext uri="{FF2B5EF4-FFF2-40B4-BE49-F238E27FC236}">
                <a16:creationId xmlns:a16="http://schemas.microsoft.com/office/drawing/2014/main" id="{A99A283A-5839-4E5A-8493-FDBA2D63B623}"/>
              </a:ext>
            </a:extLst>
          </p:cNvPr>
          <p:cNvSpPr>
            <a:spLocks xmlns:a="http://schemas.openxmlformats.org/drawingml/2006/main" noGrp="1"/>
          </p:cNvSpPr>
          <p:nvPr/>
        </p:nvSpPr>
        <p:spPr>
          <a:xfrm xmlns:a="http://schemas.openxmlformats.org/drawingml/2006/main">
            <a:off x="5588000" y="1295400"/>
            <a:ext cx="101600" cy="101600"/>
          </a:xfrm>
          <a:prstGeom xmlns:a="http://schemas.openxmlformats.org/drawingml/2006/main" prst="rect">
            <a:avLst/>
          </a:prstGeom>
          <a:noFill xmlns:a="http://schemas.openxmlformats.org/drawingml/2006/main"/>
          <a:ln xmlns:a="http://schemas.openxmlformats.org/drawingml/2006/main" w="10160">
            <a:solidFill>
              <a:srgbClr val="F6B94D"/>
            </a:solidFill>
          </a:ln>
        </p:spPr>
      </p:sp>
      <p:sp>
        <p:nvSpPr>
          <p:cNvPr id="135" name="capability_v1_s3_o135">
            <a:extLst xmlns:a="http://schemas.openxmlformats.org/drawingml/2006/main">
              <a:ext uri="{FF2B5EF4-FFF2-40B4-BE49-F238E27FC236}">
                <a16:creationId xmlns:a16="http://schemas.microsoft.com/office/drawing/2014/main" id="{83201007-DFCA-47D0-B927-5DA32FE8B32C}"/>
              </a:ext>
            </a:extLst>
          </p:cNvPr>
          <p:cNvSpPr>
            <a:spLocks xmlns:a="http://schemas.openxmlformats.org/drawingml/2006/main" noGrp="1"/>
          </p:cNvSpPr>
          <p:nvPr/>
        </p:nvSpPr>
        <p:spPr>
          <a:xfrm xmlns:a="http://schemas.openxmlformats.org/drawingml/2006/main">
            <a:off x="5702300" y="1219200"/>
            <a:ext cx="113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F6B94D"/>
                </a:solidFill>
                <a:latin typeface="Arial"/>
                <a:ea typeface="Arial"/>
                <a:cs typeface="Arial"/>
              </a:defRPr>
            </a:defPPr>
          </a:lstStyle>
          <a:p xmlns:a="http://schemas.openxmlformats.org/drawingml/2006/main">
            <a:pPr algn="l">
              <a:lnSpc>
                <a:spcPct val="108000"/>
              </a:lnSpc>
              <a:buNone/>
              <a:defRPr sz="850" b="0">
                <a:solidFill>
                  <a:srgbClr val="F6B94D"/>
                </a:solidFill>
                <a:latin typeface="Arial"/>
                <a:ea typeface="Arial"/>
                <a:cs typeface="Arial"/>
              </a:defRPr>
            </a:pPr>
            <a:r>
              <a:rPr sz="850" b="0">
                <a:solidFill>
                  <a:srgbClr val="F6B94D"/>
                </a:solidFill>
                <a:latin typeface="Arial"/>
                <a:ea typeface="Arial"/>
                <a:cs typeface="Arial"/>
              </a:rPr>
              <a:t>Input</a:t>
            </a:r>
          </a:p>
        </p:txBody>
      </p:sp>
      <p:sp>
        <p:nvSpPr>
          <p:cNvPr id="136" name="capability_v1_s3_o136">
            <a:extLst xmlns:a="http://schemas.openxmlformats.org/drawingml/2006/main">
              <a:ext uri="{FF2B5EF4-FFF2-40B4-BE49-F238E27FC236}">
                <a16:creationId xmlns:a16="http://schemas.microsoft.com/office/drawing/2014/main" id="{B9B79699-F67C-4094-911C-ECFC30CBD34B}"/>
              </a:ext>
            </a:extLst>
          </p:cNvPr>
          <p:cNvSpPr>
            <a:spLocks xmlns:a="http://schemas.openxmlformats.org/drawingml/2006/main" noGrp="1"/>
          </p:cNvSpPr>
          <p:nvPr/>
        </p:nvSpPr>
        <p:spPr>
          <a:xfrm xmlns:a="http://schemas.openxmlformats.org/drawingml/2006/main">
            <a:off x="6858000" y="1295400"/>
            <a:ext cx="101600" cy="101600"/>
          </a:xfrm>
          <a:prstGeom xmlns:a="http://schemas.openxmlformats.org/drawingml/2006/main" prst="rect">
            <a:avLst/>
          </a:prstGeom>
          <a:noFill xmlns:a="http://schemas.openxmlformats.org/drawingml/2006/main"/>
          <a:ln xmlns:a="http://schemas.openxmlformats.org/drawingml/2006/main" w="10160">
            <a:solidFill>
              <a:srgbClr val="45A7FF"/>
            </a:solidFill>
          </a:ln>
        </p:spPr>
      </p:sp>
      <p:sp>
        <p:nvSpPr>
          <p:cNvPr id="137" name="capability_v1_s3_o137">
            <a:extLst xmlns:a="http://schemas.openxmlformats.org/drawingml/2006/main">
              <a:ext uri="{FF2B5EF4-FFF2-40B4-BE49-F238E27FC236}">
                <a16:creationId xmlns:a16="http://schemas.microsoft.com/office/drawing/2014/main" id="{59B39676-ADCA-4179-9480-E446D099DC93}"/>
              </a:ext>
            </a:extLst>
          </p:cNvPr>
          <p:cNvSpPr>
            <a:spLocks xmlns:a="http://schemas.openxmlformats.org/drawingml/2006/main" noGrp="1"/>
          </p:cNvSpPr>
          <p:nvPr/>
        </p:nvSpPr>
        <p:spPr>
          <a:xfrm xmlns:a="http://schemas.openxmlformats.org/drawingml/2006/main">
            <a:off x="6972300" y="1219200"/>
            <a:ext cx="113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45A7FF"/>
                </a:solidFill>
                <a:latin typeface="Arial"/>
                <a:ea typeface="Arial"/>
                <a:cs typeface="Arial"/>
              </a:defRPr>
            </a:defPPr>
          </a:lstStyle>
          <a:p xmlns:a="http://schemas.openxmlformats.org/drawingml/2006/main">
            <a:pPr algn="l">
              <a:lnSpc>
                <a:spcPct val="108000"/>
              </a:lnSpc>
              <a:buNone/>
              <a:defRPr sz="850" b="0">
                <a:solidFill>
                  <a:srgbClr val="45A7FF"/>
                </a:solidFill>
                <a:latin typeface="Arial"/>
                <a:ea typeface="Arial"/>
                <a:cs typeface="Arial"/>
              </a:defRPr>
            </a:pPr>
            <a:r>
              <a:rPr sz="850" b="0">
                <a:solidFill>
                  <a:srgbClr val="45A7FF"/>
                </a:solidFill>
                <a:latin typeface="Arial"/>
                <a:ea typeface="Arial"/>
                <a:cs typeface="Arial"/>
              </a:rPr>
              <a:t>Scenario</a:t>
            </a:r>
          </a:p>
        </p:txBody>
      </p:sp>
      <p:sp>
        <p:nvSpPr>
          <p:cNvPr id="138" name="capability_v1_s3_o138">
            <a:extLst xmlns:a="http://schemas.openxmlformats.org/drawingml/2006/main">
              <a:ext uri="{FF2B5EF4-FFF2-40B4-BE49-F238E27FC236}">
                <a16:creationId xmlns:a16="http://schemas.microsoft.com/office/drawing/2014/main" id="{C2F70B0E-AD84-4413-848B-12E7262CF64A}"/>
              </a:ext>
            </a:extLst>
          </p:cNvPr>
          <p:cNvSpPr>
            <a:spLocks xmlns:a="http://schemas.openxmlformats.org/drawingml/2006/main" noGrp="1"/>
          </p:cNvSpPr>
          <p:nvPr/>
        </p:nvSpPr>
        <p:spPr>
          <a:xfrm xmlns:a="http://schemas.openxmlformats.org/drawingml/2006/main">
            <a:off x="8128000" y="1295400"/>
            <a:ext cx="101600" cy="101600"/>
          </a:xfrm>
          <a:prstGeom xmlns:a="http://schemas.openxmlformats.org/drawingml/2006/main" prst="rect">
            <a:avLst/>
          </a:prstGeom>
          <a:noFill xmlns:a="http://schemas.openxmlformats.org/drawingml/2006/main"/>
          <a:ln xmlns:a="http://schemas.openxmlformats.org/drawingml/2006/main" w="10160">
            <a:solidFill>
              <a:srgbClr val="A98AF2"/>
            </a:solidFill>
          </a:ln>
        </p:spPr>
      </p:sp>
      <p:sp>
        <p:nvSpPr>
          <p:cNvPr id="139" name="capability_v1_s3_o139">
            <a:extLst xmlns:a="http://schemas.openxmlformats.org/drawingml/2006/main">
              <a:ext uri="{FF2B5EF4-FFF2-40B4-BE49-F238E27FC236}">
                <a16:creationId xmlns:a16="http://schemas.microsoft.com/office/drawing/2014/main" id="{94F65058-EC96-45C6-A5A7-C84F5A3B7552}"/>
              </a:ext>
            </a:extLst>
          </p:cNvPr>
          <p:cNvSpPr>
            <a:spLocks xmlns:a="http://schemas.openxmlformats.org/drawingml/2006/main" noGrp="1"/>
          </p:cNvSpPr>
          <p:nvPr/>
        </p:nvSpPr>
        <p:spPr>
          <a:xfrm xmlns:a="http://schemas.openxmlformats.org/drawingml/2006/main">
            <a:off x="8242300" y="1219200"/>
            <a:ext cx="113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A98AF2"/>
                </a:solidFill>
                <a:latin typeface="Arial"/>
                <a:ea typeface="Arial"/>
                <a:cs typeface="Arial"/>
              </a:defRPr>
            </a:defPPr>
          </a:lstStyle>
          <a:p xmlns:a="http://schemas.openxmlformats.org/drawingml/2006/main">
            <a:pPr algn="l">
              <a:lnSpc>
                <a:spcPct val="108000"/>
              </a:lnSpc>
              <a:buNone/>
              <a:defRPr sz="850" b="0">
                <a:solidFill>
                  <a:srgbClr val="A98AF2"/>
                </a:solidFill>
                <a:latin typeface="Arial"/>
                <a:ea typeface="Arial"/>
                <a:cs typeface="Arial"/>
              </a:defRPr>
            </a:pPr>
            <a:r>
              <a:rPr sz="850" b="0">
                <a:solidFill>
                  <a:srgbClr val="A98AF2"/>
                </a:solidFill>
                <a:latin typeface="Arial"/>
                <a:ea typeface="Arial"/>
                <a:cs typeface="Arial"/>
              </a:rPr>
              <a:t>Provider</a:t>
            </a:r>
          </a:p>
        </p:txBody>
      </p:sp>
      <p:sp>
        <p:nvSpPr>
          <p:cNvPr id="140" name="capability_v1_s3_o140">
            <a:extLst xmlns:a="http://schemas.openxmlformats.org/drawingml/2006/main">
              <a:ext uri="{FF2B5EF4-FFF2-40B4-BE49-F238E27FC236}">
                <a16:creationId xmlns:a16="http://schemas.microsoft.com/office/drawing/2014/main" id="{422F3684-4F77-4DC3-8211-0E9433C420DD}"/>
              </a:ext>
            </a:extLst>
          </p:cNvPr>
          <p:cNvSpPr>
            <a:spLocks xmlns:a="http://schemas.openxmlformats.org/drawingml/2006/main" noGrp="1"/>
          </p:cNvSpPr>
          <p:nvPr/>
        </p:nvSpPr>
        <p:spPr>
          <a:xfrm xmlns:a="http://schemas.openxmlformats.org/drawingml/2006/main">
            <a:off x="9398000" y="1295400"/>
            <a:ext cx="101600" cy="101600"/>
          </a:xfrm>
          <a:prstGeom xmlns:a="http://schemas.openxmlformats.org/drawingml/2006/main" prst="rect">
            <a:avLst/>
          </a:prstGeom>
          <a:noFill xmlns:a="http://schemas.openxmlformats.org/drawingml/2006/main"/>
          <a:ln xmlns:a="http://schemas.openxmlformats.org/drawingml/2006/main" w="10160">
            <a:solidFill>
              <a:srgbClr val="4DE0B0"/>
            </a:solidFill>
          </a:ln>
        </p:spPr>
      </p:sp>
      <p:sp>
        <p:nvSpPr>
          <p:cNvPr id="141" name="capability_v1_s3_o141">
            <a:extLst xmlns:a="http://schemas.openxmlformats.org/drawingml/2006/main">
              <a:ext uri="{FF2B5EF4-FFF2-40B4-BE49-F238E27FC236}">
                <a16:creationId xmlns:a16="http://schemas.microsoft.com/office/drawing/2014/main" id="{212B482A-EE51-4C73-8B94-4E9EF9AF5443}"/>
              </a:ext>
            </a:extLst>
          </p:cNvPr>
          <p:cNvSpPr>
            <a:spLocks xmlns:a="http://schemas.openxmlformats.org/drawingml/2006/main" noGrp="1"/>
          </p:cNvSpPr>
          <p:nvPr/>
        </p:nvSpPr>
        <p:spPr>
          <a:xfrm xmlns:a="http://schemas.openxmlformats.org/drawingml/2006/main">
            <a:off x="9512300" y="1219200"/>
            <a:ext cx="113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4DE0B0"/>
                </a:solidFill>
                <a:latin typeface="Arial"/>
                <a:ea typeface="Arial"/>
                <a:cs typeface="Arial"/>
              </a:defRPr>
            </a:defPPr>
          </a:lstStyle>
          <a:p xmlns:a="http://schemas.openxmlformats.org/drawingml/2006/main">
            <a:pPr algn="l">
              <a:lnSpc>
                <a:spcPct val="108000"/>
              </a:lnSpc>
              <a:buNone/>
              <a:defRPr sz="850" b="0">
                <a:solidFill>
                  <a:srgbClr val="4DE0B0"/>
                </a:solidFill>
                <a:latin typeface="Arial"/>
                <a:ea typeface="Arial"/>
                <a:cs typeface="Arial"/>
              </a:defRPr>
            </a:pPr>
            <a:r>
              <a:rPr sz="850" b="0">
                <a:solidFill>
                  <a:srgbClr val="4DE0B0"/>
                </a:solidFill>
                <a:latin typeface="Arial"/>
                <a:ea typeface="Arial"/>
                <a:cs typeface="Arial"/>
              </a:rPr>
              <a:t>Outcome</a:t>
            </a:r>
          </a:p>
        </p:txBody>
      </p:sp>
      <p:sp>
        <p:nvSpPr>
          <p:cNvPr id="142" name="capability_v1_s3_o142">
            <a:extLst xmlns:a="http://schemas.openxmlformats.org/drawingml/2006/main">
              <a:ext uri="{FF2B5EF4-FFF2-40B4-BE49-F238E27FC236}">
                <a16:creationId xmlns:a16="http://schemas.microsoft.com/office/drawing/2014/main" id="{FA5BBB0A-BFA8-4083-86E4-BE3FAA302B17}"/>
              </a:ext>
            </a:extLst>
          </p:cNvPr>
          <p:cNvSpPr>
            <a:spLocks xmlns:a="http://schemas.openxmlformats.org/drawingml/2006/main" noGrp="1"/>
          </p:cNvSpPr>
          <p:nvPr/>
        </p:nvSpPr>
        <p:spPr>
          <a:xfrm xmlns:a="http://schemas.openxmlformats.org/drawingml/2006/main">
            <a:off x="10668000" y="1295400"/>
            <a:ext cx="101600" cy="101600"/>
          </a:xfrm>
          <a:prstGeom xmlns:a="http://schemas.openxmlformats.org/drawingml/2006/main" prst="rect">
            <a:avLst/>
          </a:prstGeom>
          <a:noFill xmlns:a="http://schemas.openxmlformats.org/drawingml/2006/main"/>
          <a:ln xmlns:a="http://schemas.openxmlformats.org/drawingml/2006/main" w="10160">
            <a:solidFill>
              <a:srgbClr val="72D7EE"/>
            </a:solidFill>
          </a:ln>
        </p:spPr>
      </p:sp>
      <p:sp>
        <p:nvSpPr>
          <p:cNvPr id="143" name="capability_v1_s3_o143">
            <a:extLst xmlns:a="http://schemas.openxmlformats.org/drawingml/2006/main">
              <a:ext uri="{FF2B5EF4-FFF2-40B4-BE49-F238E27FC236}">
                <a16:creationId xmlns:a16="http://schemas.microsoft.com/office/drawing/2014/main" id="{2AA90552-C6C5-4C63-BDBD-D2DE79C01EAC}"/>
              </a:ext>
            </a:extLst>
          </p:cNvPr>
          <p:cNvSpPr>
            <a:spLocks xmlns:a="http://schemas.openxmlformats.org/drawingml/2006/main" noGrp="1"/>
          </p:cNvSpPr>
          <p:nvPr/>
        </p:nvSpPr>
        <p:spPr>
          <a:xfrm xmlns:a="http://schemas.openxmlformats.org/drawingml/2006/main">
            <a:off x="10782300" y="1219200"/>
            <a:ext cx="113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72D7EE"/>
                </a:solidFill>
                <a:latin typeface="Arial"/>
                <a:ea typeface="Arial"/>
                <a:cs typeface="Arial"/>
              </a:defRPr>
            </a:defPPr>
          </a:lstStyle>
          <a:p xmlns:a="http://schemas.openxmlformats.org/drawingml/2006/main">
            <a:pPr algn="l">
              <a:lnSpc>
                <a:spcPct val="108000"/>
              </a:lnSpc>
              <a:buNone/>
              <a:defRPr sz="850" b="0">
                <a:solidFill>
                  <a:srgbClr val="72D7EE"/>
                </a:solidFill>
                <a:latin typeface="Arial"/>
                <a:ea typeface="Arial"/>
                <a:cs typeface="Arial"/>
              </a:defRPr>
            </a:pPr>
            <a:r>
              <a:rPr sz="850" b="0">
                <a:solidFill>
                  <a:srgbClr val="72D7EE"/>
                </a:solidFill>
                <a:latin typeface="Arial"/>
                <a:ea typeface="Arial"/>
                <a:cs typeface="Arial"/>
              </a:rPr>
              <a:t>Observation</a:t>
            </a:r>
          </a:p>
        </p:txBody>
      </p:sp>
      <p:sp>
        <p:nvSpPr>
          <p:cNvPr id="144" name="capability_v1_s3_o144">
            <a:extLst xmlns:a="http://schemas.openxmlformats.org/drawingml/2006/main">
              <a:ext uri="{FF2B5EF4-FFF2-40B4-BE49-F238E27FC236}">
                <a16:creationId xmlns:a16="http://schemas.microsoft.com/office/drawing/2014/main" id="{2D86D245-D511-4D43-AD5D-DB3A0F5CD363}"/>
              </a:ext>
            </a:extLst>
          </p:cNvPr>
          <p:cNvSpPr>
            <a:spLocks xmlns:a="http://schemas.openxmlformats.org/drawingml/2006/main" noGrp="1"/>
          </p:cNvSpPr>
          <p:nvPr/>
        </p:nvSpPr>
        <p:spPr>
          <a:xfrm xmlns:a="http://schemas.openxmlformats.org/drawingml/2006/main">
            <a:off x="177800" y="1600200"/>
            <a:ext cx="1854200" cy="3975100"/>
          </a:xfrm>
          <a:prstGeom xmlns:a="http://schemas.openxmlformats.org/drawingml/2006/main" prst="rect">
            <a:avLst/>
          </a:prstGeom>
          <a:solidFill xmlns:a="http://schemas.openxmlformats.org/drawingml/2006/main">
            <a:srgbClr val="031B2F"/>
          </a:solidFill>
          <a:ln xmlns:a="http://schemas.openxmlformats.org/drawingml/2006/main" w="12700">
            <a:solidFill>
              <a:srgbClr val="F6B94D"/>
            </a:solidFill>
          </a:ln>
        </p:spPr>
      </p:sp>
      <p:sp>
        <p:nvSpPr>
          <p:cNvPr id="145" name="capability_v1_s3_o145">
            <a:extLst xmlns:a="http://schemas.openxmlformats.org/drawingml/2006/main">
              <a:ext uri="{FF2B5EF4-FFF2-40B4-BE49-F238E27FC236}">
                <a16:creationId xmlns:a16="http://schemas.microsoft.com/office/drawing/2014/main" id="{FD4BCF86-E002-4206-A19E-BF7C39EC7A38}"/>
              </a:ext>
            </a:extLst>
          </p:cNvPr>
          <p:cNvSpPr>
            <a:spLocks xmlns:a="http://schemas.openxmlformats.org/drawingml/2006/main" noGrp="1"/>
          </p:cNvSpPr>
          <p:nvPr/>
        </p:nvSpPr>
        <p:spPr>
          <a:xfrm xmlns:a="http://schemas.openxmlformats.org/drawingml/2006/main">
            <a:off x="228600" y="1638300"/>
            <a:ext cx="1752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GIVEN / INPUT</a:t>
            </a:r>
          </a:p>
        </p:txBody>
      </p:sp>
      <p:sp>
        <p:nvSpPr>
          <p:cNvPr id="146" name="capability_v1_s3_o146">
            <a:extLst xmlns:a="http://schemas.openxmlformats.org/drawingml/2006/main">
              <a:ext uri="{FF2B5EF4-FFF2-40B4-BE49-F238E27FC236}">
                <a16:creationId xmlns:a16="http://schemas.microsoft.com/office/drawing/2014/main" id="{F15A2C6D-5D50-4E60-879C-7309B00B0BCC}"/>
              </a:ext>
            </a:extLst>
          </p:cNvPr>
          <p:cNvSpPr>
            <a:spLocks xmlns:a="http://schemas.openxmlformats.org/drawingml/2006/main" noGrp="1"/>
          </p:cNvSpPr>
          <p:nvPr/>
        </p:nvSpPr>
        <p:spPr>
          <a:xfrm xmlns:a="http://schemas.openxmlformats.org/drawingml/2006/main">
            <a:off x="2184400" y="1600200"/>
            <a:ext cx="7823200" cy="3975100"/>
          </a:xfrm>
          <a:prstGeom xmlns:a="http://schemas.openxmlformats.org/drawingml/2006/main" prst="rect">
            <a:avLst/>
          </a:prstGeom>
          <a:solidFill xmlns:a="http://schemas.openxmlformats.org/drawingml/2006/main">
            <a:srgbClr val="031B2F"/>
          </a:solidFill>
          <a:ln xmlns:a="http://schemas.openxmlformats.org/drawingml/2006/main" w="12700">
            <a:solidFill>
              <a:srgbClr val="45A7FF"/>
            </a:solidFill>
          </a:ln>
        </p:spPr>
      </p:sp>
      <p:sp>
        <p:nvSpPr>
          <p:cNvPr id="147" name="capability_v1_s3_o147">
            <a:extLst xmlns:a="http://schemas.openxmlformats.org/drawingml/2006/main">
              <a:ext uri="{FF2B5EF4-FFF2-40B4-BE49-F238E27FC236}">
                <a16:creationId xmlns:a16="http://schemas.microsoft.com/office/drawing/2014/main" id="{16EE1BC4-4B5A-4AD9-B02F-4EED00520AC1}"/>
              </a:ext>
            </a:extLst>
          </p:cNvPr>
          <p:cNvSpPr>
            <a:spLocks xmlns:a="http://schemas.openxmlformats.org/drawingml/2006/main" noGrp="1"/>
          </p:cNvSpPr>
          <p:nvPr/>
        </p:nvSpPr>
        <p:spPr>
          <a:xfrm xmlns:a="http://schemas.openxmlformats.org/drawingml/2006/main">
            <a:off x="2235200" y="1638300"/>
            <a:ext cx="7721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rPr>
              <a:t>Scenario portfolio</a:t>
            </a:r>
          </a:p>
        </p:txBody>
      </p:sp>
      <p:sp>
        <p:nvSpPr>
          <p:cNvPr id="148" name="capability_v1_s3_o148">
            <a:extLst xmlns:a="http://schemas.openxmlformats.org/drawingml/2006/main">
              <a:ext uri="{FF2B5EF4-FFF2-40B4-BE49-F238E27FC236}">
                <a16:creationId xmlns:a16="http://schemas.microsoft.com/office/drawing/2014/main" id="{F4CAAB83-E86E-430B-BD12-E7DBA8EF5516}"/>
              </a:ext>
            </a:extLst>
          </p:cNvPr>
          <p:cNvSpPr>
            <a:spLocks xmlns:a="http://schemas.openxmlformats.org/drawingml/2006/main" noGrp="1"/>
          </p:cNvSpPr>
          <p:nvPr/>
        </p:nvSpPr>
        <p:spPr>
          <a:xfrm xmlns:a="http://schemas.openxmlformats.org/drawingml/2006/main">
            <a:off x="10160000" y="1600200"/>
            <a:ext cx="1854200" cy="3975100"/>
          </a:xfrm>
          <a:prstGeom xmlns:a="http://schemas.openxmlformats.org/drawingml/2006/main" prst="rect">
            <a:avLst/>
          </a:prstGeom>
          <a:solidFill xmlns:a="http://schemas.openxmlformats.org/drawingml/2006/main">
            <a:srgbClr val="031B2F"/>
          </a:solidFill>
          <a:ln xmlns:a="http://schemas.openxmlformats.org/drawingml/2006/main" w="12700">
            <a:solidFill>
              <a:srgbClr val="4DE0B0"/>
            </a:solidFill>
          </a:ln>
        </p:spPr>
      </p:sp>
      <p:sp>
        <p:nvSpPr>
          <p:cNvPr id="149" name="capability_v1_s3_o149">
            <a:extLst xmlns:a="http://schemas.openxmlformats.org/drawingml/2006/main">
              <a:ext uri="{FF2B5EF4-FFF2-40B4-BE49-F238E27FC236}">
                <a16:creationId xmlns:a16="http://schemas.microsoft.com/office/drawing/2014/main" id="{57C559D6-2688-4EE3-9FFC-336BB457F7E2}"/>
              </a:ext>
            </a:extLst>
          </p:cNvPr>
          <p:cNvSpPr>
            <a:spLocks xmlns:a="http://schemas.openxmlformats.org/drawingml/2006/main" noGrp="1"/>
          </p:cNvSpPr>
          <p:nvPr/>
        </p:nvSpPr>
        <p:spPr>
          <a:xfrm xmlns:a="http://schemas.openxmlformats.org/drawingml/2006/main">
            <a:off x="10210800" y="1638300"/>
            <a:ext cx="1752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DE0B0"/>
                </a:solidFill>
                <a:latin typeface="Arial"/>
                <a:ea typeface="Arial"/>
                <a:cs typeface="Arial"/>
              </a:defRPr>
            </a:defPPr>
          </a:lstStyle>
          <a:p xmlns:a="http://schemas.openxmlformats.org/drawingml/2006/main">
            <a:pPr algn="l">
              <a:lnSpc>
                <a:spcPct val="108000"/>
              </a:lnSpc>
              <a:buNone/>
              <a:defRPr sz="1200" b="1">
                <a:solidFill>
                  <a:srgbClr val="4DE0B0"/>
                </a:solidFill>
                <a:latin typeface="Arial"/>
                <a:ea typeface="Arial"/>
                <a:cs typeface="Arial"/>
              </a:defRPr>
            </a:pPr>
            <a:r>
              <a:rPr sz="1200" b="1">
                <a:solidFill>
                  <a:srgbClr val="4DE0B0"/>
                </a:solidFill>
                <a:latin typeface="Arial"/>
                <a:ea typeface="Arial"/>
                <a:cs typeface="Arial"/>
              </a:rPr>
              <a:t>THEN / OUTCOME</a:t>
            </a:r>
          </a:p>
        </p:txBody>
      </p:sp>
      <p:sp>
        <p:nvSpPr>
          <p:cNvPr id="150" name="capability_v1_s3_o150">
            <a:extLst xmlns:a="http://schemas.openxmlformats.org/drawingml/2006/main">
              <a:ext uri="{FF2B5EF4-FFF2-40B4-BE49-F238E27FC236}">
                <a16:creationId xmlns:a16="http://schemas.microsoft.com/office/drawing/2014/main" id="{6684C424-8E67-49D8-9507-01AB327B7650}"/>
              </a:ext>
            </a:extLst>
          </p:cNvPr>
          <p:cNvSpPr>
            <a:spLocks xmlns:a="http://schemas.openxmlformats.org/drawingml/2006/main" noGrp="1"/>
          </p:cNvSpPr>
          <p:nvPr/>
        </p:nvSpPr>
        <p:spPr>
          <a:xfrm xmlns:a="http://schemas.openxmlformats.org/drawingml/2006/main">
            <a:off x="2273300" y="1943100"/>
            <a:ext cx="762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45A7FF"/>
                </a:solidFill>
                <a:latin typeface="Arial"/>
                <a:ea typeface="Arial"/>
                <a:cs typeface="Arial"/>
              </a:defRPr>
            </a:defPPr>
          </a:lstStyle>
          <a:p xmlns:a="http://schemas.openxmlformats.org/drawingml/2006/main">
            <a:pPr algn="l">
              <a:lnSpc>
                <a:spcPct val="108000"/>
              </a:lnSpc>
              <a:buNone/>
              <a:defRPr sz="1000" b="0">
                <a:solidFill>
                  <a:srgbClr val="45A7FF"/>
                </a:solidFill>
                <a:latin typeface="Arial"/>
                <a:ea typeface="Arial"/>
                <a:cs typeface="Arial"/>
              </a:defRPr>
            </a:pPr>
            <a:r>
              <a:rPr sz="1000" b="0">
                <a:solidFill>
                  <a:srgbClr val="45A7FF"/>
                </a:solidFill>
                <a:latin typeface="Arial"/>
                <a:ea typeface="Arial"/>
                <a:cs typeface="Arial"/>
              </a:rPr>
              <a:t>1 declared scenario · 0 calls · 0 transitions</a:t>
            </a:r>
          </a:p>
        </p:txBody>
      </p:sp>
      <p:sp>
        <p:nvSpPr>
          <p:cNvPr id="151" name="capability_v1_s3_o151">
            <a:extLst xmlns:a="http://schemas.openxmlformats.org/drawingml/2006/main">
              <a:ext uri="{FF2B5EF4-FFF2-40B4-BE49-F238E27FC236}">
                <a16:creationId xmlns:a16="http://schemas.microsoft.com/office/drawing/2014/main" id="{931577DB-F4CE-4C12-9B45-740F6B64D609}"/>
              </a:ext>
            </a:extLst>
          </p:cNvPr>
          <p:cNvSpPr>
            <a:spLocks xmlns:a="http://schemas.openxmlformats.org/drawingml/2006/main" noGrp="1"/>
          </p:cNvSpPr>
          <p:nvPr/>
        </p:nvSpPr>
        <p:spPr>
          <a:xfrm xmlns:a="http://schemas.openxmlformats.org/drawingml/2006/main">
            <a:off x="241300" y="2247900"/>
            <a:ext cx="1727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75" b="1">
                <a:solidFill>
                  <a:srgbClr val="F6B94D"/>
                </a:solidFill>
                <a:latin typeface="Arial"/>
                <a:ea typeface="Arial"/>
                <a:cs typeface="Arial"/>
              </a:defRPr>
            </a:defPPr>
          </a:lstStyle>
          <a:p xmlns:a="http://schemas.openxmlformats.org/drawingml/2006/main">
            <a:pPr algn="l">
              <a:lnSpc>
                <a:spcPct val="108000"/>
              </a:lnSpc>
              <a:buNone/>
              <a:defRPr sz="1275" b="1">
                <a:solidFill>
                  <a:srgbClr val="F6B94D"/>
                </a:solidFill>
                <a:latin typeface="Arial"/>
                <a:ea typeface="Arial"/>
                <a:cs typeface="Arial"/>
              </a:defRPr>
            </a:pPr>
            <a:r>
              <a:rPr sz="1275" b="1">
                <a:solidFill>
                  <a:srgbClr val="F6B94D"/>
                </a:solidFill>
                <a:latin typeface="Arial"/>
                <a:ea typeface="Arial"/>
                <a:cs typeface="Arial"/>
              </a:rPr>
              <a:t>procedural</a:t>
            </a:r>
          </a:p>
          <a:p xmlns:a="http://schemas.openxmlformats.org/drawingml/2006/main">
            <a:pPr algn="l">
              <a:lnSpc>
                <a:spcPct val="108000"/>
              </a:lnSpc>
              <a:buNone/>
              <a:defRPr sz="1275" b="1">
                <a:solidFill>
                  <a:srgbClr val="F6B94D"/>
                </a:solidFill>
                <a:latin typeface="Arial"/>
                <a:ea typeface="Arial"/>
                <a:cs typeface="Arial"/>
              </a:defRPr>
            </a:pPr>
            <a:r>
              <a:rPr sz="1275" b="1">
                <a:solidFill>
                  <a:srgbClr val="F6B94D"/>
                </a:solidFill>
                <a:latin typeface="Arial"/>
                <a:ea typeface="Arial"/>
                <a:cs typeface="Arial"/>
              </a:rPr>
              <a:t>dungeon governed</a:t>
            </a:r>
          </a:p>
          <a:p xmlns:a="http://schemas.openxmlformats.org/drawingml/2006/main">
            <a:pPr algn="l">
              <a:lnSpc>
                <a:spcPct val="108000"/>
              </a:lnSpc>
              <a:buNone/>
              <a:defRPr sz="1275" b="1">
                <a:solidFill>
                  <a:srgbClr val="F6B94D"/>
                </a:solidFill>
                <a:latin typeface="Arial"/>
                <a:ea typeface="Arial"/>
                <a:cs typeface="Arial"/>
              </a:defRPr>
            </a:pPr>
            <a:r>
              <a:rPr sz="1275" b="1">
                <a:solidFill>
                  <a:srgbClr val="F6B94D"/>
                </a:solidFill>
                <a:latin typeface="Arial"/>
                <a:ea typeface="Arial"/>
                <a:cs typeface="Arial"/>
              </a:rPr>
              <a:t>execution request</a:t>
            </a:r>
          </a:p>
        </p:txBody>
      </p:sp>
      <p:sp>
        <p:nvSpPr>
          <p:cNvPr id="152" name="capability_v1_s3_o152">
            <a:extLst xmlns:a="http://schemas.openxmlformats.org/drawingml/2006/main">
              <a:ext uri="{FF2B5EF4-FFF2-40B4-BE49-F238E27FC236}">
                <a16:creationId xmlns:a16="http://schemas.microsoft.com/office/drawing/2014/main" id="{0990D985-D1E2-405F-BC2D-52C41A7DA62C}"/>
              </a:ext>
            </a:extLst>
          </p:cNvPr>
          <p:cNvSpPr>
            <a:spLocks xmlns:a="http://schemas.openxmlformats.org/drawingml/2006/main" noGrp="1"/>
          </p:cNvSpPr>
          <p:nvPr/>
        </p:nvSpPr>
        <p:spPr>
          <a:xfrm xmlns:a="http://schemas.openxmlformats.org/drawingml/2006/main">
            <a:off x="292100" y="3124200"/>
            <a:ext cx="1625600" cy="584200"/>
          </a:xfrm>
          <a:prstGeom xmlns:a="http://schemas.openxmlformats.org/drawingml/2006/main" prst="roundRect">
            <a:avLst>
              <a:gd name="adj" fmla="val 17391"/>
            </a:avLst>
          </a:prstGeom>
          <a:solidFill xmlns:a="http://schemas.openxmlformats.org/drawingml/2006/main">
            <a:srgbClr val="18291E"/>
          </a:solidFill>
          <a:ln xmlns:a="http://schemas.openxmlformats.org/drawingml/2006/main" w="13970">
            <a:solidFill>
              <a:srgbClr val="F6B94D"/>
            </a:solidFill>
          </a:ln>
        </p:spPr>
      </p:sp>
      <p:sp>
        <p:nvSpPr>
          <p:cNvPr id="153" name="capability_v1_s3_o153">
            <a:extLst xmlns:a="http://schemas.openxmlformats.org/drawingml/2006/main">
              <a:ext uri="{FF2B5EF4-FFF2-40B4-BE49-F238E27FC236}">
                <a16:creationId xmlns:a16="http://schemas.microsoft.com/office/drawing/2014/main" id="{B7C666D9-4990-4603-8712-0E87C440F133}"/>
              </a:ext>
            </a:extLst>
          </p:cNvPr>
          <p:cNvSpPr>
            <a:spLocks xmlns:a="http://schemas.openxmlformats.org/drawingml/2006/main" noGrp="1"/>
          </p:cNvSpPr>
          <p:nvPr/>
        </p:nvSpPr>
        <p:spPr>
          <a:xfrm xmlns:a="http://schemas.openxmlformats.org/drawingml/2006/main">
            <a:off x="393700" y="3289300"/>
            <a:ext cx="127000" cy="177800"/>
          </a:xfrm>
          <a:prstGeom xmlns:a="http://schemas.openxmlformats.org/drawingml/2006/main" prst="rect">
            <a:avLst/>
          </a:prstGeom>
          <a:noFill xmlns:a="http://schemas.openxmlformats.org/drawingml/2006/main"/>
          <a:ln xmlns:a="http://schemas.openxmlformats.org/drawingml/2006/main" w="10160">
            <a:solidFill>
              <a:srgbClr val="F6B94D"/>
            </a:solidFill>
          </a:ln>
        </p:spPr>
      </p:sp>
      <p:sp>
        <p:nvSpPr>
          <p:cNvPr id="154" name="capability_v1_s3_o154">
            <a:extLst xmlns:a="http://schemas.openxmlformats.org/drawingml/2006/main">
              <a:ext uri="{FF2B5EF4-FFF2-40B4-BE49-F238E27FC236}">
                <a16:creationId xmlns:a16="http://schemas.microsoft.com/office/drawing/2014/main" id="{AB347A80-3B2A-4BF4-8189-04B0B3E04FD3}"/>
              </a:ext>
            </a:extLst>
          </p:cNvPr>
          <p:cNvSpPr>
            <a:spLocks xmlns:a="http://schemas.openxmlformats.org/drawingml/2006/main" noGrp="1"/>
          </p:cNvSpPr>
          <p:nvPr/>
        </p:nvSpPr>
        <p:spPr>
          <a:xfrm xmlns:a="http://schemas.openxmlformats.org/drawingml/2006/main">
            <a:off x="419100" y="3352800"/>
            <a:ext cx="76200" cy="95"/>
          </a:xfrm>
          <a:custGeom xmlns:a="http://schemas.openxmlformats.org/drawingml/2006/main">
            <a:pathLst>
              <a:path w="76200" h="95">
                <a:moveTo>
                  <a:pt x="0" y="0"/>
                </a:moveTo>
                <a:lnTo>
                  <a:pt x="76200" y="0"/>
                </a:lnTo>
              </a:path>
            </a:pathLst>
          </a:custGeom>
          <a:noFill xmlns:a="http://schemas.openxmlformats.org/drawingml/2006/main"/>
          <a:ln xmlns:a="http://schemas.openxmlformats.org/drawingml/2006/main" w="10160">
            <a:solidFill>
              <a:srgbClr val="F6B94D"/>
            </a:solidFill>
            <a:prstDash val="solid"/>
          </a:ln>
        </p:spPr>
      </p:sp>
      <p:sp>
        <p:nvSpPr>
          <p:cNvPr id="155" name="capability_v1_s3_o155">
            <a:extLst xmlns:a="http://schemas.openxmlformats.org/drawingml/2006/main">
              <a:ext uri="{FF2B5EF4-FFF2-40B4-BE49-F238E27FC236}">
                <a16:creationId xmlns:a16="http://schemas.microsoft.com/office/drawing/2014/main" id="{B850A286-7ADE-4A88-B6B9-79340D64F667}"/>
              </a:ext>
            </a:extLst>
          </p:cNvPr>
          <p:cNvSpPr>
            <a:spLocks xmlns:a="http://schemas.openxmlformats.org/drawingml/2006/main" noGrp="1"/>
          </p:cNvSpPr>
          <p:nvPr/>
        </p:nvSpPr>
        <p:spPr>
          <a:xfrm xmlns:a="http://schemas.openxmlformats.org/drawingml/2006/main">
            <a:off x="558800" y="3162300"/>
            <a:ext cx="1308100" cy="52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F6B94D"/>
                </a:solidFill>
                <a:latin typeface="Arial"/>
                <a:ea typeface="Arial"/>
                <a:cs typeface="Arial"/>
              </a:defRPr>
            </a:defPPr>
          </a:lstStyle>
          <a:p xmlns:a="http://schemas.openxmlformats.org/drawingml/2006/main">
            <a:pPr algn="l">
              <a:lnSpc>
                <a:spcPct val="108000"/>
              </a:lnSpc>
              <a:buNone/>
              <a:defRPr sz="900" b="0">
                <a:solidFill>
                  <a:srgbClr val="F6B94D"/>
                </a:solidFill>
                <a:latin typeface="Arial"/>
                <a:ea typeface="Arial"/>
                <a:cs typeface="Arial"/>
              </a:defRPr>
            </a:pPr>
            <a:r>
              <a:rPr sz="900" b="0">
                <a:solidFill>
                  <a:srgbClr val="F6B94D"/>
                </a:solidFill>
                <a:latin typeface="Arial"/>
                <a:ea typeface="Arial"/>
                <a:cs typeface="Arial"/>
              </a:rPr>
              <a:t>dungeon-</a:t>
            </a:r>
          </a:p>
          <a:p xmlns:a="http://schemas.openxmlformats.org/drawingml/2006/main">
            <a:pPr algn="l">
              <a:lnSpc>
                <a:spcPct val="108000"/>
              </a:lnSpc>
              <a:buNone/>
              <a:defRPr sz="900" b="0">
                <a:solidFill>
                  <a:srgbClr val="F6B94D"/>
                </a:solidFill>
                <a:latin typeface="Arial"/>
                <a:ea typeface="Arial"/>
                <a:cs typeface="Arial"/>
              </a:defRPr>
            </a:pPr>
            <a:r>
              <a:rPr sz="900" b="0">
                <a:solidFill>
                  <a:srgbClr val="F6B94D"/>
                </a:solidFill>
                <a:latin typeface="Arial"/>
                <a:ea typeface="Arial"/>
                <a:cs typeface="Arial"/>
              </a:rPr>
              <a:t>generation-seed-</a:t>
            </a:r>
          </a:p>
          <a:p xmlns:a="http://schemas.openxmlformats.org/drawingml/2006/main">
            <a:pPr algn="l">
              <a:lnSpc>
                <a:spcPct val="108000"/>
              </a:lnSpc>
              <a:buNone/>
              <a:defRPr sz="900" b="0">
                <a:solidFill>
                  <a:srgbClr val="F6B94D"/>
                </a:solidFill>
                <a:latin typeface="Arial"/>
                <a:ea typeface="Arial"/>
                <a:cs typeface="Arial"/>
              </a:defRPr>
            </a:pPr>
            <a:r>
              <a:rPr sz="900" b="0">
                <a:solidFill>
                  <a:srgbClr val="F6B94D"/>
                </a:solidFill>
                <a:latin typeface="Arial"/>
                <a:ea typeface="Arial"/>
                <a:cs typeface="Arial"/>
              </a:rPr>
              <a:t>contract.v1</a:t>
            </a:r>
          </a:p>
        </p:txBody>
      </p:sp>
      <p:sp>
        <p:nvSpPr>
          <p:cNvPr id="156" name="capability_v1_s3_o156">
            <a:extLst xmlns:a="http://schemas.openxmlformats.org/drawingml/2006/main">
              <a:ext uri="{FF2B5EF4-FFF2-40B4-BE49-F238E27FC236}">
                <a16:creationId xmlns:a16="http://schemas.microsoft.com/office/drawing/2014/main" id="{22C02ED1-A714-4940-B323-61FC6F544E34}"/>
              </a:ext>
            </a:extLst>
          </p:cNvPr>
          <p:cNvSpPr>
            <a:spLocks xmlns:a="http://schemas.openxmlformats.org/drawingml/2006/main" noGrp="1"/>
          </p:cNvSpPr>
          <p:nvPr/>
        </p:nvSpPr>
        <p:spPr>
          <a:xfrm xmlns:a="http://schemas.openxmlformats.org/drawingml/2006/main">
            <a:off x="10223500" y="19812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4DE0B0"/>
                </a:solidFill>
                <a:latin typeface="Arial"/>
                <a:ea typeface="Arial"/>
                <a:cs typeface="Arial"/>
              </a:defRPr>
            </a:defPPr>
          </a:lstStyle>
          <a:p xmlns:a="http://schemas.openxmlformats.org/drawingml/2006/main">
            <a:pPr algn="l">
              <a:lnSpc>
                <a:spcPct val="108000"/>
              </a:lnSpc>
              <a:buNone/>
              <a:defRPr sz="900" b="0">
                <a:solidFill>
                  <a:srgbClr val="4DE0B0"/>
                </a:solidFill>
                <a:latin typeface="Arial"/>
                <a:ea typeface="Arial"/>
                <a:cs typeface="Arial"/>
              </a:defRPr>
            </a:pPr>
            <a:r>
              <a:rPr sz="900" b="0">
                <a:solidFill>
                  <a:srgbClr val="4DE0B0"/>
                </a:solidFill>
                <a:latin typeface="Arial"/>
                <a:ea typeface="Arial"/>
                <a:cs typeface="Arial"/>
              </a:rPr>
              <a:t>Root scenario variants</a:t>
            </a:r>
          </a:p>
        </p:txBody>
      </p:sp>
      <p:sp>
        <p:nvSpPr>
          <p:cNvPr id="157" name="capability_v1_s3_o157">
            <a:extLst xmlns:a="http://schemas.openxmlformats.org/drawingml/2006/main">
              <a:ext uri="{FF2B5EF4-FFF2-40B4-BE49-F238E27FC236}">
                <a16:creationId xmlns:a16="http://schemas.microsoft.com/office/drawing/2014/main" id="{E1F65E29-A068-4DFE-9F93-562AC98740AB}"/>
              </a:ext>
            </a:extLst>
          </p:cNvPr>
          <p:cNvSpPr>
            <a:spLocks xmlns:a="http://schemas.openxmlformats.org/drawingml/2006/main" noGrp="1"/>
          </p:cNvSpPr>
          <p:nvPr/>
        </p:nvSpPr>
        <p:spPr>
          <a:xfrm xmlns:a="http://schemas.openxmlformats.org/drawingml/2006/main">
            <a:off x="10261600" y="2413000"/>
            <a:ext cx="1651000" cy="876300"/>
          </a:xfrm>
          <a:prstGeom xmlns:a="http://schemas.openxmlformats.org/drawingml/2006/main" prst="roundRect">
            <a:avLst>
              <a:gd name="adj" fmla="val 11594"/>
            </a:avLst>
          </a:prstGeom>
          <a:solidFill xmlns:a="http://schemas.openxmlformats.org/drawingml/2006/main">
            <a:srgbClr val="04252B"/>
          </a:solidFill>
          <a:ln xmlns:a="http://schemas.openxmlformats.org/drawingml/2006/main" w="12700">
            <a:solidFill>
              <a:srgbClr val="4DE0B0"/>
            </a:solidFill>
          </a:ln>
        </p:spPr>
      </p:sp>
      <p:sp>
        <p:nvSpPr>
          <p:cNvPr id="158" name="capability_v1_s3_o158">
            <a:extLst xmlns:a="http://schemas.openxmlformats.org/drawingml/2006/main">
              <a:ext uri="{FF2B5EF4-FFF2-40B4-BE49-F238E27FC236}">
                <a16:creationId xmlns:a16="http://schemas.microsoft.com/office/drawing/2014/main" id="{F100FCF3-8D9A-4918-9935-DD1203CB7675}"/>
              </a:ext>
            </a:extLst>
          </p:cNvPr>
          <p:cNvSpPr>
            <a:spLocks xmlns:a="http://schemas.openxmlformats.org/drawingml/2006/main" noGrp="1"/>
          </p:cNvSpPr>
          <p:nvPr/>
        </p:nvSpPr>
        <p:spPr>
          <a:xfrm xmlns:a="http://schemas.openxmlformats.org/drawingml/2006/main">
            <a:off x="10363200" y="2628900"/>
            <a:ext cx="190500" cy="190500"/>
          </a:xfrm>
          <a:prstGeom xmlns:a="http://schemas.openxmlformats.org/drawingml/2006/main" prst="ellipse">
            <a:avLst/>
          </a:prstGeom>
          <a:noFill xmlns:a="http://schemas.openxmlformats.org/drawingml/2006/main"/>
          <a:ln xmlns:a="http://schemas.openxmlformats.org/drawingml/2006/main" w="12700">
            <a:solidFill>
              <a:srgbClr val="4DE0B0"/>
            </a:solidFill>
          </a:ln>
        </p:spPr>
      </p:sp>
      <p:sp>
        <p:nvSpPr>
          <p:cNvPr id="159" name="capability_v1_s3_o159">
            <a:extLst xmlns:a="http://schemas.openxmlformats.org/drawingml/2006/main">
              <a:ext uri="{FF2B5EF4-FFF2-40B4-BE49-F238E27FC236}">
                <a16:creationId xmlns:a16="http://schemas.microsoft.com/office/drawing/2014/main" id="{A0D0CB2D-5D7E-4F42-A8C2-045F33DBA3C0}"/>
              </a:ext>
            </a:extLst>
          </p:cNvPr>
          <p:cNvSpPr>
            <a:spLocks xmlns:a="http://schemas.openxmlformats.org/drawingml/2006/main" noGrp="1"/>
          </p:cNvSpPr>
          <p:nvPr/>
        </p:nvSpPr>
        <p:spPr>
          <a:xfrm xmlns:a="http://schemas.openxmlformats.org/drawingml/2006/main">
            <a:off x="10591800" y="2501900"/>
            <a:ext cx="12700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4DE0B0"/>
                </a:solidFill>
                <a:latin typeface="Arial"/>
                <a:ea typeface="Arial"/>
                <a:cs typeface="Arial"/>
              </a:defRPr>
            </a:defPPr>
          </a:lstStyle>
          <a:p xmlns:a="http://schemas.openxmlformats.org/drawingml/2006/main">
            <a:pPr algn="l">
              <a:lnSpc>
                <a:spcPct val="108000"/>
              </a:lnSpc>
              <a:buNone/>
              <a:defRPr sz="1000" b="0">
                <a:solidFill>
                  <a:srgbClr val="4DE0B0"/>
                </a:solidFill>
                <a:latin typeface="Arial"/>
                <a:ea typeface="Arial"/>
                <a:cs typeface="Arial"/>
              </a:defRPr>
            </a:pPr>
            <a:r>
              <a:rPr sz="1000" b="0">
                <a:solidFill>
                  <a:srgbClr val="4DE0B0"/>
                </a:solidFill>
                <a:latin typeface="Arial"/>
                <a:ea typeface="Arial"/>
                <a:cs typeface="Arial"/>
              </a:rPr>
              <a:t>procedural</a:t>
            </a:r>
          </a:p>
          <a:p xmlns:a="http://schemas.openxmlformats.org/drawingml/2006/main">
            <a:pPr algn="l">
              <a:lnSpc>
                <a:spcPct val="108000"/>
              </a:lnSpc>
              <a:buNone/>
              <a:defRPr sz="1000" b="0">
                <a:solidFill>
                  <a:srgbClr val="4DE0B0"/>
                </a:solidFill>
                <a:latin typeface="Arial"/>
                <a:ea typeface="Arial"/>
                <a:cs typeface="Arial"/>
              </a:defRPr>
            </a:pPr>
            <a:r>
              <a:rPr sz="1000" b="0">
                <a:solidFill>
                  <a:srgbClr val="4DE0B0"/>
                </a:solidFill>
                <a:latin typeface="Arial"/>
                <a:ea typeface="Arial"/>
                <a:cs typeface="Arial"/>
              </a:rPr>
              <a:t>dungeon</a:t>
            </a:r>
          </a:p>
          <a:p xmlns:a="http://schemas.openxmlformats.org/drawingml/2006/main">
            <a:pPr algn="l">
              <a:lnSpc>
                <a:spcPct val="108000"/>
              </a:lnSpc>
              <a:buNone/>
              <a:defRPr sz="1000" b="0">
                <a:solidFill>
                  <a:srgbClr val="4DE0B0"/>
                </a:solidFill>
                <a:latin typeface="Arial"/>
                <a:ea typeface="Arial"/>
                <a:cs typeface="Arial"/>
              </a:defRPr>
            </a:pPr>
            <a:r>
              <a:rPr sz="1000" b="0">
                <a:solidFill>
                  <a:srgbClr val="4DE0B0"/>
                </a:solidFill>
                <a:latin typeface="Arial"/>
                <a:ea typeface="Arial"/>
                <a:cs typeface="Arial"/>
              </a:rPr>
              <a:t>governed</a:t>
            </a:r>
          </a:p>
          <a:p xmlns:a="http://schemas.openxmlformats.org/drawingml/2006/main">
            <a:pPr algn="l">
              <a:lnSpc>
                <a:spcPct val="108000"/>
              </a:lnSpc>
              <a:buNone/>
              <a:defRPr sz="1000" b="0">
                <a:solidFill>
                  <a:srgbClr val="4DE0B0"/>
                </a:solidFill>
                <a:latin typeface="Arial"/>
                <a:ea typeface="Arial"/>
                <a:cs typeface="Arial"/>
              </a:defRPr>
            </a:pPr>
            <a:r>
              <a:rPr sz="1000" b="0">
                <a:solidFill>
                  <a:srgbClr val="4DE0B0"/>
                </a:solidFill>
                <a:latin typeface="Arial"/>
                <a:ea typeface="Arial"/>
                <a:cs typeface="Arial"/>
              </a:rPr>
              <a:t>execution</a:t>
            </a:r>
          </a:p>
        </p:txBody>
      </p:sp>
      <p:sp>
        <p:nvSpPr>
          <p:cNvPr id="160" name="capability_v1_s3_o160">
            <a:extLst xmlns:a="http://schemas.openxmlformats.org/drawingml/2006/main">
              <a:ext uri="{FF2B5EF4-FFF2-40B4-BE49-F238E27FC236}">
                <a16:creationId xmlns:a16="http://schemas.microsoft.com/office/drawing/2014/main" id="{A18E054C-7CBF-45B4-A5BA-FD8AEF1556AD}"/>
              </a:ext>
            </a:extLst>
          </p:cNvPr>
          <p:cNvSpPr>
            <a:spLocks xmlns:a="http://schemas.openxmlformats.org/drawingml/2006/main" noGrp="1"/>
          </p:cNvSpPr>
          <p:nvPr/>
        </p:nvSpPr>
        <p:spPr>
          <a:xfrm xmlns:a="http://schemas.openxmlformats.org/drawingml/2006/main">
            <a:off x="3241964" y="2694709"/>
            <a:ext cx="5708073" cy="1788391"/>
          </a:xfrm>
          <a:prstGeom xmlns:a="http://schemas.openxmlformats.org/drawingml/2006/main" prst="roundRect">
            <a:avLst>
              <a:gd name="adj" fmla="val 5681"/>
            </a:avLst>
          </a:prstGeom>
          <a:noFill xmlns:a="http://schemas.openxmlformats.org/drawingml/2006/main"/>
          <a:ln xmlns:a="http://schemas.openxmlformats.org/drawingml/2006/main" w="25400">
            <a:solidFill>
              <a:srgbClr val="49DDF7">
                <a:alpha val="25000"/>
              </a:srgbClr>
            </a:solidFill>
          </a:ln>
        </p:spPr>
      </p:sp>
      <p:sp>
        <p:nvSpPr>
          <p:cNvPr id="161" name="capability_v1_s3_o161">
            <a:extLst xmlns:a="http://schemas.openxmlformats.org/drawingml/2006/main">
              <a:ext uri="{FF2B5EF4-FFF2-40B4-BE49-F238E27FC236}">
                <a16:creationId xmlns:a16="http://schemas.microsoft.com/office/drawing/2014/main" id="{96354829-22AD-4250-9E5A-7296BD3D11D1}"/>
              </a:ext>
            </a:extLst>
          </p:cNvPr>
          <p:cNvSpPr>
            <a:spLocks xmlns:a="http://schemas.openxmlformats.org/drawingml/2006/main" noGrp="1"/>
          </p:cNvSpPr>
          <p:nvPr/>
        </p:nvSpPr>
        <p:spPr>
          <a:xfrm xmlns:a="http://schemas.openxmlformats.org/drawingml/2006/main">
            <a:off x="3267364" y="2720109"/>
            <a:ext cx="5657273" cy="1737591"/>
          </a:xfrm>
          <a:prstGeom xmlns:a="http://schemas.openxmlformats.org/drawingml/2006/main" prst="roundRect">
            <a:avLst>
              <a:gd name="adj" fmla="val 5847"/>
            </a:avLst>
          </a:prstGeom>
          <a:solidFill xmlns:a="http://schemas.openxmlformats.org/drawingml/2006/main">
            <a:srgbClr val="08283F"/>
          </a:solidFill>
          <a:ln xmlns:a="http://schemas.openxmlformats.org/drawingml/2006/main" w="14143">
            <a:solidFill>
              <a:srgbClr val="49DDF7"/>
            </a:solidFill>
          </a:ln>
        </p:spPr>
      </p:sp>
      <p:sp>
        <p:nvSpPr>
          <p:cNvPr id="162" name="capability_v1_s3_o162">
            <a:extLst xmlns:a="http://schemas.openxmlformats.org/drawingml/2006/main">
              <a:ext uri="{FF2B5EF4-FFF2-40B4-BE49-F238E27FC236}">
                <a16:creationId xmlns:a16="http://schemas.microsoft.com/office/drawing/2014/main" id="{1F72696B-9BD0-4FC3-A136-97B29ADDB092}"/>
              </a:ext>
            </a:extLst>
          </p:cNvPr>
          <p:cNvSpPr>
            <a:spLocks xmlns:a="http://schemas.openxmlformats.org/drawingml/2006/main" noGrp="1"/>
          </p:cNvSpPr>
          <p:nvPr/>
        </p:nvSpPr>
        <p:spPr>
          <a:xfrm xmlns:a="http://schemas.openxmlformats.org/drawingml/2006/main">
            <a:off x="3465368" y="2780925"/>
            <a:ext cx="5261264" cy="43440"/>
          </a:xfrm>
          <a:prstGeom xmlns:a="http://schemas.openxmlformats.org/drawingml/2006/main" prst="rect">
            <a:avLst/>
          </a:prstGeom>
          <a:solidFill xmlns:a="http://schemas.openxmlformats.org/drawingml/2006/main">
            <a:srgbClr val="49DDF7">
              <a:alpha val="45000"/>
            </a:srgbClr>
          </a:solidFill>
          <a:ln xmlns:a="http://schemas.openxmlformats.org/drawingml/2006/main" w="0">
            <a:noFill/>
          </a:ln>
        </p:spPr>
      </p:sp>
      <p:sp>
        <p:nvSpPr>
          <p:cNvPr id="163" name="capability_v1_s3_o163">
            <a:extLst xmlns:a="http://schemas.openxmlformats.org/drawingml/2006/main">
              <a:ext uri="{FF2B5EF4-FFF2-40B4-BE49-F238E27FC236}">
                <a16:creationId xmlns:a16="http://schemas.microsoft.com/office/drawing/2014/main" id="{79810FCE-B5AA-421F-A722-066264B84DCB}"/>
              </a:ext>
            </a:extLst>
          </p:cNvPr>
          <p:cNvSpPr>
            <a:spLocks xmlns:a="http://schemas.openxmlformats.org/drawingml/2006/main" noGrp="1"/>
          </p:cNvSpPr>
          <p:nvPr/>
        </p:nvSpPr>
        <p:spPr>
          <a:xfrm xmlns:a="http://schemas.openxmlformats.org/drawingml/2006/main">
            <a:off x="3358284" y="2800927"/>
            <a:ext cx="5475432" cy="2525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9" b="1">
                <a:solidFill>
                  <a:srgbClr val="49DDF7"/>
                </a:solidFill>
                <a:latin typeface="Arial"/>
                <a:ea typeface="Arial"/>
                <a:cs typeface="Arial"/>
              </a:defRPr>
            </a:defPPr>
          </a:lstStyle>
          <a:p xmlns:a="http://schemas.openxmlformats.org/drawingml/2006/main">
            <a:pPr algn="l">
              <a:lnSpc>
                <a:spcPct val="108000"/>
              </a:lnSpc>
              <a:buNone/>
              <a:defRPr sz="1009" b="1">
                <a:solidFill>
                  <a:srgbClr val="49DDF7"/>
                </a:solidFill>
                <a:latin typeface="Arial"/>
                <a:ea typeface="Arial"/>
                <a:cs typeface="Arial"/>
              </a:defRPr>
            </a:pPr>
            <a:r>
              <a:rPr sz="1009" b="1">
                <a:solidFill>
                  <a:srgbClr val="49DDF7"/>
                </a:solidFill>
                <a:latin typeface="Arial"/>
                <a:ea typeface="Arial"/>
                <a:cs typeface="Arial"/>
              </a:rPr>
              <a:t>S01 · SELECTED</a:t>
            </a:r>
          </a:p>
        </p:txBody>
      </p:sp>
      <p:sp>
        <p:nvSpPr>
          <p:cNvPr id="164" name="capability_v1_s3_o164">
            <a:extLst xmlns:a="http://schemas.openxmlformats.org/drawingml/2006/main">
              <a:ext uri="{FF2B5EF4-FFF2-40B4-BE49-F238E27FC236}">
                <a16:creationId xmlns:a16="http://schemas.microsoft.com/office/drawing/2014/main" id="{6A9D281C-4C95-41F9-A9E5-5F12F743D333}"/>
              </a:ext>
            </a:extLst>
          </p:cNvPr>
          <p:cNvSpPr>
            <a:spLocks xmlns:a="http://schemas.openxmlformats.org/drawingml/2006/main" noGrp="1"/>
          </p:cNvSpPr>
          <p:nvPr/>
        </p:nvSpPr>
        <p:spPr>
          <a:xfrm xmlns:a="http://schemas.openxmlformats.org/drawingml/2006/main">
            <a:off x="3358284" y="3063586"/>
            <a:ext cx="5475432" cy="525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11" b="1">
                <a:solidFill>
                  <a:srgbClr val="F4F7FB"/>
                </a:solidFill>
                <a:latin typeface="Arial"/>
                <a:ea typeface="Arial"/>
                <a:cs typeface="Arial"/>
              </a:defRPr>
            </a:defPPr>
          </a:lstStyle>
          <a:p xmlns:a="http://schemas.openxmlformats.org/drawingml/2006/main">
            <a:pPr algn="l">
              <a:lnSpc>
                <a:spcPct val="108000"/>
              </a:lnSpc>
              <a:buNone/>
              <a:defRPr sz="1511" b="1">
                <a:solidFill>
                  <a:srgbClr val="F4F7FB"/>
                </a:solidFill>
                <a:latin typeface="Arial"/>
                <a:ea typeface="Arial"/>
                <a:cs typeface="Arial"/>
              </a:defRPr>
            </a:pPr>
            <a:r>
              <a:rPr sz="1511" b="1">
                <a:solidFill>
                  <a:srgbClr val="F4F7FB"/>
                </a:solidFill>
                <a:latin typeface="Arial"/>
                <a:ea typeface="Arial"/>
                <a:cs typeface="Arial"/>
              </a:rPr>
              <a:t>Procedural dungeon governed execution</a:t>
            </a:r>
          </a:p>
        </p:txBody>
      </p:sp>
      <p:sp>
        <p:nvSpPr>
          <p:cNvPr id="165" name="capability_v1_s3_o165">
            <a:extLst xmlns:a="http://schemas.openxmlformats.org/drawingml/2006/main">
              <a:ext uri="{FF2B5EF4-FFF2-40B4-BE49-F238E27FC236}">
                <a16:creationId xmlns:a16="http://schemas.microsoft.com/office/drawing/2014/main" id="{7D17B081-2B3F-4B3E-BCD4-BC8670888949}"/>
              </a:ext>
            </a:extLst>
          </p:cNvPr>
          <p:cNvSpPr>
            <a:spLocks xmlns:a="http://schemas.openxmlformats.org/drawingml/2006/main" noGrp="1"/>
          </p:cNvSpPr>
          <p:nvPr/>
        </p:nvSpPr>
        <p:spPr>
          <a:xfrm xmlns:a="http://schemas.openxmlformats.org/drawingml/2006/main">
            <a:off x="3358284" y="3588905"/>
            <a:ext cx="5475432" cy="242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75" b="0">
                <a:solidFill>
                  <a:srgbClr val="A8B8CA"/>
                </a:solidFill>
                <a:latin typeface="Arial"/>
                <a:ea typeface="Arial"/>
                <a:cs typeface="Arial"/>
              </a:defRPr>
            </a:defPPr>
          </a:lstStyle>
          <a:p xmlns:a="http://schemas.openxmlformats.org/drawingml/2006/main">
            <a:pPr algn="l">
              <a:lnSpc>
                <a:spcPct val="108000"/>
              </a:lnSpc>
              <a:buNone/>
              <a:defRPr sz="875" b="0">
                <a:solidFill>
                  <a:srgbClr val="A8B8CA"/>
                </a:solidFill>
                <a:latin typeface="Arial"/>
                <a:ea typeface="Arial"/>
                <a:cs typeface="Arial"/>
              </a:defRPr>
            </a:pPr>
            <a:r>
              <a:rPr sz="875" b="0">
                <a:solidFill>
                  <a:srgbClr val="A8B8CA"/>
                </a:solidFill>
                <a:latin typeface="Arial"/>
                <a:ea typeface="Arial"/>
                <a:cs typeface="Arial"/>
              </a:rPr>
              <a:t>1 operations · terminal scenario</a:t>
            </a:r>
          </a:p>
        </p:txBody>
      </p:sp>
      <p:sp>
        <p:nvSpPr>
          <p:cNvPr id="166" name="capability_v1_s3_o166">
            <a:extLst xmlns:a="http://schemas.openxmlformats.org/drawingml/2006/main">
              <a:ext uri="{FF2B5EF4-FFF2-40B4-BE49-F238E27FC236}">
                <a16:creationId xmlns:a16="http://schemas.microsoft.com/office/drawing/2014/main" id="{B587B28D-338C-48BB-B3D2-23A440F16E5C}"/>
              </a:ext>
            </a:extLst>
          </p:cNvPr>
          <p:cNvSpPr>
            <a:spLocks xmlns:a="http://schemas.openxmlformats.org/drawingml/2006/main" noGrp="1"/>
          </p:cNvSpPr>
          <p:nvPr/>
        </p:nvSpPr>
        <p:spPr>
          <a:xfrm xmlns:a="http://schemas.openxmlformats.org/drawingml/2006/main">
            <a:off x="3388591" y="3922280"/>
            <a:ext cx="2646795" cy="363682"/>
          </a:xfrm>
          <a:prstGeom xmlns:a="http://schemas.openxmlformats.org/drawingml/2006/main" prst="roundRect">
            <a:avLst>
              <a:gd name="adj" fmla="val 27937"/>
            </a:avLst>
          </a:prstGeom>
          <a:solidFill xmlns:a="http://schemas.openxmlformats.org/drawingml/2006/main">
            <a:srgbClr val="141E37"/>
          </a:solidFill>
          <a:ln xmlns:a="http://schemas.openxmlformats.org/drawingml/2006/main" w="10102">
            <a:solidFill>
              <a:srgbClr val="A98AF2"/>
            </a:solidFill>
          </a:ln>
        </p:spPr>
      </p:sp>
      <p:sp>
        <p:nvSpPr>
          <p:cNvPr id="167" name="capability_v1_s3_o167">
            <a:extLst xmlns:a="http://schemas.openxmlformats.org/drawingml/2006/main">
              <a:ext uri="{FF2B5EF4-FFF2-40B4-BE49-F238E27FC236}">
                <a16:creationId xmlns:a16="http://schemas.microsoft.com/office/drawing/2014/main" id="{5DD20B3B-B427-495A-9F90-EBD5CD9C1762}"/>
              </a:ext>
            </a:extLst>
          </p:cNvPr>
          <p:cNvSpPr>
            <a:spLocks xmlns:a="http://schemas.openxmlformats.org/drawingml/2006/main" noGrp="1"/>
          </p:cNvSpPr>
          <p:nvPr/>
        </p:nvSpPr>
        <p:spPr>
          <a:xfrm xmlns:a="http://schemas.openxmlformats.org/drawingml/2006/main">
            <a:off x="3388591" y="3922280"/>
            <a:ext cx="2646795" cy="3636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80" b="1">
                <a:solidFill>
                  <a:srgbClr val="A98AF2"/>
                </a:solidFill>
                <a:latin typeface="Arial"/>
                <a:ea typeface="Arial"/>
                <a:cs typeface="Arial"/>
              </a:defRPr>
            </a:defPPr>
          </a:lstStyle>
          <a:p xmlns:a="http://schemas.openxmlformats.org/drawingml/2006/main">
            <a:pPr algn="ctr">
              <a:lnSpc>
                <a:spcPct val="108000"/>
              </a:lnSpc>
              <a:buNone/>
              <a:defRPr sz="880" b="1">
                <a:solidFill>
                  <a:srgbClr val="A98AF2"/>
                </a:solidFill>
                <a:latin typeface="Arial"/>
                <a:ea typeface="Arial"/>
                <a:cs typeface="Arial"/>
              </a:defRPr>
            </a:pPr>
            <a:r>
              <a:rPr sz="880" b="1">
                <a:solidFill>
                  <a:srgbClr val="A98AF2"/>
                </a:solidFill>
                <a:latin typeface="Arial"/>
                <a:ea typeface="Arial"/>
                <a:cs typeface="Arial"/>
                <a:hlinkClick xmlns:r="http://schemas.openxmlformats.org/officeDocument/2006/relationships" r:id="Rf21c2c98b3ab4876" action="ppaction://hlinksldjump"/>
              </a:rPr>
              <a:t>Declared Read Graph Provider (query runner)</a:t>
            </a:r>
          </a:p>
        </p:txBody>
      </p:sp>
      <p:sp>
        <p:nvSpPr>
          <p:cNvPr id="168" name="capability_v1_s3_o168">
            <a:extLst xmlns:a="http://schemas.openxmlformats.org/drawingml/2006/main">
              <a:ext uri="{FF2B5EF4-FFF2-40B4-BE49-F238E27FC236}">
                <a16:creationId xmlns:a16="http://schemas.microsoft.com/office/drawing/2014/main" id="{9DB5F86E-6777-4185-ADE8-ABD29D70BD06}"/>
              </a:ext>
            </a:extLst>
          </p:cNvPr>
          <p:cNvSpPr>
            <a:spLocks xmlns:a="http://schemas.openxmlformats.org/drawingml/2006/main" noGrp="1"/>
          </p:cNvSpPr>
          <p:nvPr/>
        </p:nvSpPr>
        <p:spPr>
          <a:xfrm xmlns:a="http://schemas.openxmlformats.org/drawingml/2006/main">
            <a:off x="2032000" y="3588905"/>
            <a:ext cx="1235364" cy="95"/>
          </a:xfrm>
          <a:custGeom xmlns:a="http://schemas.openxmlformats.org/drawingml/2006/main">
            <a:pathLst>
              <a:path w="1235364" h="95">
                <a:moveTo>
                  <a:pt x="0" y="0"/>
                </a:moveTo>
                <a:lnTo>
                  <a:pt x="1235364" y="0"/>
                </a:lnTo>
              </a:path>
            </a:pathLst>
          </a:custGeom>
          <a:noFill xmlns:a="http://schemas.openxmlformats.org/drawingml/2006/main"/>
          <a:ln xmlns:a="http://schemas.openxmlformats.org/drawingml/2006/main" w="15240">
            <a:solidFill>
              <a:srgbClr val="F6B94D"/>
            </a:solidFill>
            <a:prstDash val="solid"/>
          </a:ln>
        </p:spPr>
      </p:sp>
      <p:sp>
        <p:nvSpPr>
          <p:cNvPr id="169" name="capability_v1_s3_o168_arrow">
            <a:extLst xmlns:a="http://schemas.openxmlformats.org/drawingml/2006/main">
              <a:ext uri="{FF2B5EF4-FFF2-40B4-BE49-F238E27FC236}">
                <a16:creationId xmlns:a16="http://schemas.microsoft.com/office/drawing/2014/main" id="{3A92319F-DFCD-492C-A43D-A591834FE76A}"/>
              </a:ext>
            </a:extLst>
          </p:cNvPr>
          <p:cNvSpPr>
            <a:spLocks xmlns:a="http://schemas.openxmlformats.org/drawingml/2006/main" noGrp="1"/>
          </p:cNvSpPr>
          <p:nvPr/>
        </p:nvSpPr>
        <p:spPr>
          <a:xfrm xmlns:a="http://schemas.openxmlformats.org/drawingml/2006/main">
            <a:off x="3191164" y="3549535"/>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70" name="capability_v1_s3_o169">
            <a:extLst xmlns:a="http://schemas.openxmlformats.org/drawingml/2006/main">
              <a:ext uri="{FF2B5EF4-FFF2-40B4-BE49-F238E27FC236}">
                <a16:creationId xmlns:a16="http://schemas.microsoft.com/office/drawing/2014/main" id="{626FDB91-033E-4E11-A9A3-68816E19DE61}"/>
              </a:ext>
            </a:extLst>
          </p:cNvPr>
          <p:cNvSpPr>
            <a:spLocks xmlns:a="http://schemas.openxmlformats.org/drawingml/2006/main" noGrp="1"/>
          </p:cNvSpPr>
          <p:nvPr/>
        </p:nvSpPr>
        <p:spPr>
          <a:xfrm xmlns:a="http://schemas.openxmlformats.org/drawingml/2006/main">
            <a:off x="8924636" y="3588905"/>
            <a:ext cx="1235364" cy="95"/>
          </a:xfrm>
          <a:custGeom xmlns:a="http://schemas.openxmlformats.org/drawingml/2006/main">
            <a:pathLst>
              <a:path w="1235364" h="95">
                <a:moveTo>
                  <a:pt x="0" y="0"/>
                </a:moveTo>
                <a:lnTo>
                  <a:pt x="1235364" y="0"/>
                </a:lnTo>
              </a:path>
            </a:pathLst>
          </a:custGeom>
          <a:noFill xmlns:a="http://schemas.openxmlformats.org/drawingml/2006/main"/>
          <a:ln xmlns:a="http://schemas.openxmlformats.org/drawingml/2006/main" w="15240">
            <a:solidFill>
              <a:srgbClr val="4DE0B0"/>
            </a:solidFill>
            <a:prstDash val="solid"/>
          </a:ln>
        </p:spPr>
      </p:sp>
      <p:sp>
        <p:nvSpPr>
          <p:cNvPr id="171" name="capability_v1_s3_o169_arrow">
            <a:extLst xmlns:a="http://schemas.openxmlformats.org/drawingml/2006/main">
              <a:ext uri="{FF2B5EF4-FFF2-40B4-BE49-F238E27FC236}">
                <a16:creationId xmlns:a16="http://schemas.microsoft.com/office/drawing/2014/main" id="{9FCFBAB4-AB44-47EF-BAD3-68EB5784F6C0}"/>
              </a:ext>
            </a:extLst>
          </p:cNvPr>
          <p:cNvSpPr>
            <a:spLocks xmlns:a="http://schemas.openxmlformats.org/drawingml/2006/main" noGrp="1"/>
          </p:cNvSpPr>
          <p:nvPr/>
        </p:nvSpPr>
        <p:spPr>
          <a:xfrm xmlns:a="http://schemas.openxmlformats.org/drawingml/2006/main">
            <a:off x="10083800" y="3549535"/>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72" name="capability_v1_s3_o170">
            <a:extLst xmlns:a="http://schemas.openxmlformats.org/drawingml/2006/main">
              <a:ext uri="{FF2B5EF4-FFF2-40B4-BE49-F238E27FC236}">
                <a16:creationId xmlns:a16="http://schemas.microsoft.com/office/drawing/2014/main" id="{8E28CBE3-661C-4E10-B1FD-BD92AEC68FC0}"/>
              </a:ext>
            </a:extLst>
          </p:cNvPr>
          <p:cNvSpPr>
            <a:spLocks xmlns:a="http://schemas.openxmlformats.org/drawingml/2006/main" noGrp="1"/>
          </p:cNvSpPr>
          <p:nvPr/>
        </p:nvSpPr>
        <p:spPr>
          <a:xfrm xmlns:a="http://schemas.openxmlformats.org/drawingml/2006/main">
            <a:off x="2336800" y="4965700"/>
            <a:ext cx="7518400" cy="482600"/>
          </a:xfrm>
          <a:prstGeom xmlns:a="http://schemas.openxmlformats.org/drawingml/2006/main" prst="roundRect">
            <a:avLst>
              <a:gd name="adj" fmla="val 21053"/>
            </a:avLst>
          </a:prstGeom>
          <a:solidFill xmlns:a="http://schemas.openxmlformats.org/drawingml/2006/main">
            <a:srgbClr val="05243B"/>
          </a:solidFill>
          <a:ln xmlns:a="http://schemas.openxmlformats.org/drawingml/2006/main" w="12700">
            <a:solidFill>
              <a:srgbClr val="45A7FF"/>
            </a:solidFill>
          </a:ln>
        </p:spPr>
      </p:sp>
      <p:sp>
        <p:nvSpPr>
          <p:cNvPr id="173" name="capability_v1_s3_o171">
            <a:extLst xmlns:a="http://schemas.openxmlformats.org/drawingml/2006/main">
              <a:ext uri="{FF2B5EF4-FFF2-40B4-BE49-F238E27FC236}">
                <a16:creationId xmlns:a16="http://schemas.microsoft.com/office/drawing/2014/main" id="{F3C05AC5-317D-4703-AD78-A54038188B50}"/>
              </a:ext>
            </a:extLst>
          </p:cNvPr>
          <p:cNvSpPr>
            <a:spLocks xmlns:a="http://schemas.openxmlformats.org/drawingml/2006/main" noGrp="1"/>
          </p:cNvSpPr>
          <p:nvPr/>
        </p:nvSpPr>
        <p:spPr>
          <a:xfrm xmlns:a="http://schemas.openxmlformats.org/drawingml/2006/main">
            <a:off x="2463800" y="4991100"/>
            <a:ext cx="72390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4F7FB"/>
                </a:solidFill>
                <a:latin typeface="Arial"/>
                <a:ea typeface="Arial"/>
                <a:cs typeface="Arial"/>
              </a:defRPr>
            </a:defPPr>
          </a:lstStyle>
          <a:p xmlns:a="http://schemas.openxmlformats.org/drawingml/2006/main">
            <a:pPr algn="l">
              <a:lnSpc>
                <a:spcPct val="108000"/>
              </a:lnSpc>
              <a:buNone/>
              <a:defRPr sz="1500" b="1">
                <a:solidFill>
                  <a:srgbClr val="F4F7FB"/>
                </a:solidFill>
                <a:latin typeface="Arial"/>
                <a:ea typeface="Arial"/>
                <a:cs typeface="Arial"/>
              </a:defRPr>
            </a:pPr>
            <a:r>
              <a:rPr sz="1500" b="1">
                <a:solidFill>
                  <a:srgbClr val="F4F7FB"/>
                </a:solidFill>
                <a:latin typeface="Arial"/>
                <a:ea typeface="Arial"/>
                <a:cs typeface="Arial"/>
                <a:hlinkClick xmlns:r="http://schemas.openxmlformats.org/officeDocument/2006/relationships" r:id="Rd5a5241bd7224ff6" action="ppaction://hlinksldjump"/>
              </a:rPr>
              <a:t>Open scenario circuit blueprint</a:t>
            </a:r>
          </a:p>
        </p:txBody>
      </p:sp>
      <p:sp>
        <p:nvSpPr>
          <p:cNvPr id="174" name="capability_v1_s3_o172">
            <a:extLst xmlns:a="http://schemas.openxmlformats.org/drawingml/2006/main">
              <a:ext uri="{FF2B5EF4-FFF2-40B4-BE49-F238E27FC236}">
                <a16:creationId xmlns:a16="http://schemas.microsoft.com/office/drawing/2014/main" id="{1999310E-9602-431A-9102-0DA177E0D24A}"/>
              </a:ext>
            </a:extLst>
          </p:cNvPr>
          <p:cNvSpPr>
            <a:spLocks xmlns:a="http://schemas.openxmlformats.org/drawingml/2006/main" noGrp="1"/>
          </p:cNvSpPr>
          <p:nvPr/>
        </p:nvSpPr>
        <p:spPr>
          <a:xfrm xmlns:a="http://schemas.openxmlformats.org/drawingml/2006/main">
            <a:off x="101600" y="5791200"/>
            <a:ext cx="11988800" cy="495300"/>
          </a:xfrm>
          <a:prstGeom xmlns:a="http://schemas.openxmlformats.org/drawingml/2006/main" prst="rect">
            <a:avLst/>
          </a:prstGeom>
          <a:solidFill xmlns:a="http://schemas.openxmlformats.org/drawingml/2006/main">
            <a:srgbClr val="05243B"/>
          </a:solidFill>
          <a:ln xmlns:a="http://schemas.openxmlformats.org/drawingml/2006/main" w="11430">
            <a:solidFill>
              <a:srgbClr val="72D7EE"/>
            </a:solidFill>
          </a:ln>
        </p:spPr>
      </p:sp>
      <p:sp>
        <p:nvSpPr>
          <p:cNvPr id="175" name="capability_v1_s3_o173">
            <a:extLst xmlns:a="http://schemas.openxmlformats.org/drawingml/2006/main">
              <a:ext uri="{FF2B5EF4-FFF2-40B4-BE49-F238E27FC236}">
                <a16:creationId xmlns:a16="http://schemas.microsoft.com/office/drawing/2014/main" id="{AAC20826-49A6-44B5-9680-307E8B14CBED}"/>
              </a:ext>
            </a:extLst>
          </p:cNvPr>
          <p:cNvSpPr>
            <a:spLocks xmlns:a="http://schemas.openxmlformats.org/drawingml/2006/main" noGrp="1"/>
          </p:cNvSpPr>
          <p:nvPr/>
        </p:nvSpPr>
        <p:spPr>
          <a:xfrm xmlns:a="http://schemas.openxmlformats.org/drawingml/2006/main">
            <a:off x="177800" y="5829300"/>
            <a:ext cx="2921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72D7EE"/>
                </a:solidFill>
                <a:latin typeface="Arial"/>
                <a:ea typeface="Arial"/>
                <a:cs typeface="Arial"/>
              </a:defRPr>
            </a:defPPr>
          </a:lstStyle>
          <a:p xmlns:a="http://schemas.openxmlformats.org/drawingml/2006/main">
            <a:pPr algn="l">
              <a:lnSpc>
                <a:spcPct val="108000"/>
              </a:lnSpc>
              <a:buNone/>
              <a:defRPr sz="1200" b="1">
                <a:solidFill>
                  <a:srgbClr val="72D7EE"/>
                </a:solidFill>
                <a:latin typeface="Arial"/>
                <a:ea typeface="Arial"/>
                <a:cs typeface="Arial"/>
              </a:defRPr>
            </a:pPr>
            <a:r>
              <a:rPr sz="1200" b="1">
                <a:solidFill>
                  <a:srgbClr val="72D7EE"/>
                </a:solidFill>
                <a:latin typeface="Arial"/>
                <a:ea typeface="Arial"/>
                <a:cs typeface="Arial"/>
              </a:rPr>
              <a:t>Observation / Telemetry</a:t>
            </a:r>
          </a:p>
        </p:txBody>
      </p:sp>
      <p:sp>
        <p:nvSpPr>
          <p:cNvPr id="176" name="capability_v1_s3_o174">
            <a:extLst xmlns:a="http://schemas.openxmlformats.org/drawingml/2006/main">
              <a:ext uri="{FF2B5EF4-FFF2-40B4-BE49-F238E27FC236}">
                <a16:creationId xmlns:a16="http://schemas.microsoft.com/office/drawing/2014/main" id="{57680B32-E00E-4B19-ADE6-537D0F2CB2BB}"/>
              </a:ext>
            </a:extLst>
          </p:cNvPr>
          <p:cNvSpPr>
            <a:spLocks xmlns:a="http://schemas.openxmlformats.org/drawingml/2006/main" noGrp="1"/>
          </p:cNvSpPr>
          <p:nvPr/>
        </p:nvSpPr>
        <p:spPr>
          <a:xfrm xmlns:a="http://schemas.openxmlformats.org/drawingml/2006/main">
            <a:off x="177800" y="6070600"/>
            <a:ext cx="2921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State overlays preserve the circuit</a:t>
            </a:r>
          </a:p>
        </p:txBody>
      </p:sp>
      <p:sp>
        <p:nvSpPr>
          <p:cNvPr id="177" name="capability_v1_s3_o175">
            <a:extLst xmlns:a="http://schemas.openxmlformats.org/drawingml/2006/main">
              <a:ext uri="{FF2B5EF4-FFF2-40B4-BE49-F238E27FC236}">
                <a16:creationId xmlns:a16="http://schemas.microsoft.com/office/drawing/2014/main" id="{84D29C93-1C24-41FF-AF1A-320C920056CC}"/>
              </a:ext>
            </a:extLst>
          </p:cNvPr>
          <p:cNvSpPr>
            <a:spLocks xmlns:a="http://schemas.openxmlformats.org/drawingml/2006/main" noGrp="1"/>
          </p:cNvSpPr>
          <p:nvPr/>
        </p:nvSpPr>
        <p:spPr>
          <a:xfrm xmlns:a="http://schemas.openxmlformats.org/drawingml/2006/main">
            <a:off x="3441700" y="5892800"/>
            <a:ext cx="33401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A8B8CA"/>
                </a:solidFill>
                <a:latin typeface="Arial"/>
                <a:ea typeface="Arial"/>
                <a:cs typeface="Arial"/>
              </a:defRPr>
            </a:defPPr>
          </a:lstStyle>
          <a:p xmlns:a="http://schemas.openxmlformats.org/drawingml/2006/main">
            <a:pPr algn="l">
              <a:lnSpc>
                <a:spcPct val="108000"/>
              </a:lnSpc>
              <a:buNone/>
              <a:defRPr sz="1100" b="0">
                <a:solidFill>
                  <a:srgbClr val="A8B8CA"/>
                </a:solidFill>
                <a:latin typeface="Arial"/>
                <a:ea typeface="Arial"/>
                <a:cs typeface="Arial"/>
              </a:defRPr>
            </a:pPr>
            <a:r>
              <a:rPr sz="1100" b="0">
                <a:solidFill>
                  <a:srgbClr val="A8B8CA"/>
                </a:solidFill>
                <a:latin typeface="Arial"/>
                <a:ea typeface="Arial"/>
                <a:cs typeface="Arial"/>
              </a:rPr>
              <a:t>Invocation: none selected</a:t>
            </a:r>
          </a:p>
        </p:txBody>
      </p:sp>
      <p:sp>
        <p:nvSpPr>
          <p:cNvPr id="178" name="capability_v1_s3_o176">
            <a:extLst xmlns:a="http://schemas.openxmlformats.org/drawingml/2006/main">
              <a:ext uri="{FF2B5EF4-FFF2-40B4-BE49-F238E27FC236}">
                <a16:creationId xmlns:a16="http://schemas.microsoft.com/office/drawing/2014/main" id="{57A6F20B-5C57-4602-941E-F0D8A29C53E7}"/>
              </a:ext>
            </a:extLst>
          </p:cNvPr>
          <p:cNvSpPr>
            <a:spLocks xmlns:a="http://schemas.openxmlformats.org/drawingml/2006/main" noGrp="1"/>
          </p:cNvSpPr>
          <p:nvPr/>
        </p:nvSpPr>
        <p:spPr>
          <a:xfrm xmlns:a="http://schemas.openxmlformats.org/drawingml/2006/main">
            <a:off x="7099300" y="5892800"/>
            <a:ext cx="419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A8B8CA"/>
                </a:solidFill>
                <a:latin typeface="Arial"/>
                <a:ea typeface="Arial"/>
                <a:cs typeface="Arial"/>
              </a:defRPr>
            </a:defPPr>
          </a:lstStyle>
          <a:p xmlns:a="http://schemas.openxmlformats.org/drawingml/2006/main">
            <a:pPr algn="l">
              <a:lnSpc>
                <a:spcPct val="108000"/>
              </a:lnSpc>
              <a:buNone/>
              <a:defRPr sz="1100" b="0">
                <a:solidFill>
                  <a:srgbClr val="A8B8CA"/>
                </a:solidFill>
                <a:latin typeface="Arial"/>
                <a:ea typeface="Arial"/>
                <a:cs typeface="Arial"/>
              </a:defRPr>
            </a:pPr>
            <a:r>
              <a:rPr sz="1100" b="0">
                <a:solidFill>
                  <a:srgbClr val="A8B8CA"/>
                </a:solidFill>
                <a:latin typeface="Arial"/>
                <a:ea typeface="Arial"/>
                <a:cs typeface="Arial"/>
              </a:rPr>
              <a:t>Circuit state: unobserved</a:t>
            </a:r>
          </a:p>
        </p:txBody>
      </p:sp>
      <p:sp>
        <p:nvSpPr>
          <p:cNvPr id="179" name="capability_v1_s3_o177">
            <a:extLst xmlns:a="http://schemas.openxmlformats.org/drawingml/2006/main">
              <a:ext uri="{FF2B5EF4-FFF2-40B4-BE49-F238E27FC236}">
                <a16:creationId xmlns:a16="http://schemas.microsoft.com/office/drawing/2014/main" id="{0A9A320A-7123-4F3C-8D67-2A3719429302}"/>
              </a:ext>
            </a:extLst>
          </p:cNvPr>
          <p:cNvSpPr>
            <a:spLocks xmlns:a="http://schemas.openxmlformats.org/drawingml/2006/main" noGrp="1"/>
          </p:cNvSpPr>
          <p:nvPr/>
        </p:nvSpPr>
        <p:spPr>
          <a:xfrm xmlns:a="http://schemas.openxmlformats.org/drawingml/2006/main">
            <a:off x="177800" y="6324600"/>
            <a:ext cx="345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f805adc628e44f6e" action="ppaction://hlinksldjump"/>
              </a:rPr>
              <a:t>Declaration inventory</a:t>
            </a:r>
          </a:p>
        </p:txBody>
      </p:sp>
      <p:sp>
        <p:nvSpPr>
          <p:cNvPr id="180" name="capability_v1_s3_o178">
            <a:extLst xmlns:a="http://schemas.openxmlformats.org/drawingml/2006/main">
              <a:ext uri="{FF2B5EF4-FFF2-40B4-BE49-F238E27FC236}">
                <a16:creationId xmlns:a16="http://schemas.microsoft.com/office/drawing/2014/main" id="{72F16A29-CFA2-4952-9AED-9DFF493FF317}"/>
              </a:ext>
            </a:extLst>
          </p:cNvPr>
          <p:cNvSpPr>
            <a:spLocks xmlns:a="http://schemas.openxmlformats.org/drawingml/2006/main" noGrp="1"/>
          </p:cNvSpPr>
          <p:nvPr/>
        </p:nvSpPr>
        <p:spPr>
          <a:xfrm xmlns:a="http://schemas.openxmlformats.org/drawingml/2006/main">
            <a:off x="3848100" y="6350000"/>
            <a:ext cx="4051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Input / outcome: semantic contract</a:t>
            </a:r>
          </a:p>
        </p:txBody>
      </p:sp>
      <p:sp>
        <p:nvSpPr>
          <p:cNvPr id="181" name="capability_v1_s3_o179">
            <a:extLst xmlns:a="http://schemas.openxmlformats.org/drawingml/2006/main">
              <a:ext uri="{FF2B5EF4-FFF2-40B4-BE49-F238E27FC236}">
                <a16:creationId xmlns:a16="http://schemas.microsoft.com/office/drawing/2014/main" id="{B572E49A-6602-4206-9AA9-849D7C8FF9D2}"/>
              </a:ext>
            </a:extLst>
          </p:cNvPr>
          <p:cNvSpPr>
            <a:spLocks xmlns:a="http://schemas.openxmlformats.org/drawingml/2006/main" noGrp="1"/>
          </p:cNvSpPr>
          <p:nvPr/>
        </p:nvSpPr>
        <p:spPr>
          <a:xfrm xmlns:a="http://schemas.openxmlformats.org/drawingml/2006/main">
            <a:off x="8013700" y="6324600"/>
            <a:ext cx="393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hlinkClick xmlns:r="http://schemas.openxmlformats.org/officeDocument/2006/relationships" r:id="Rf6b91eae09fb4d2d" action="ppaction://hlinksldjump"/>
              </a:rPr>
              <a:t>Review · 0 errors / 4 warnings</a:t>
            </a:r>
          </a:p>
        </p:txBody>
      </p:sp>
      <p:sp>
        <p:nvSpPr>
          <p:cNvPr id="182" name="capability_v1_s3_o180">
            <a:extLst xmlns:a="http://schemas.openxmlformats.org/drawingml/2006/main">
              <a:ext uri="{FF2B5EF4-FFF2-40B4-BE49-F238E27FC236}">
                <a16:creationId xmlns:a16="http://schemas.microsoft.com/office/drawing/2014/main" id="{14135051-BDDA-442B-AA1E-5538D477ECB3}"/>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
        <p:nvSpPr>
          <p:cNvPr id="183" name="capability_v1_s3_o181">
            <a:extLst xmlns:a="http://schemas.openxmlformats.org/drawingml/2006/main">
              <a:ext uri="{FF2B5EF4-FFF2-40B4-BE49-F238E27FC236}">
                <a16:creationId xmlns:a16="http://schemas.microsoft.com/office/drawing/2014/main" id="{11FEED5E-0AFF-44AC-B7F0-417A21B10358}"/>
              </a:ext>
            </a:extLst>
          </p:cNvPr>
          <p:cNvSpPr>
            <a:spLocks xmlns:a="http://schemas.openxmlformats.org/drawingml/2006/main" noGrp="1"/>
          </p:cNvSpPr>
          <p:nvPr/>
        </p:nvSpPr>
        <p:spPr>
          <a:xfrm xmlns:a="http://schemas.openxmlformats.org/drawingml/2006/main">
            <a:off x="11430000" y="6629400"/>
            <a:ext cx="5334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800" b="0">
                <a:solidFill>
                  <a:srgbClr val="A8B8CA"/>
                </a:solidFill>
                <a:latin typeface="Arial"/>
                <a:ea typeface="Arial"/>
                <a:cs typeface="Arial"/>
              </a:defRPr>
            </a:defPPr>
          </a:lstStyle>
          <a:p xmlns:a="http://schemas.openxmlformats.org/drawingml/2006/main">
            <a:pPr algn="r">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03</a:t>
            </a:r>
          </a:p>
        </p:txBody>
      </p:sp>
    </p:spTree>
    <p:extLst>
      <p:ext uri="{BB962C8B-B14F-4D97-AF65-F5344CB8AC3E}">
        <p14:creationId xmlns:p14="http://schemas.microsoft.com/office/powerpoint/2010/main" val="1535442836"/>
      </p:ext>
    </p:extLst>
  </p:cSld>
</p:sld>
</file>

<file path=ppt/slides/slide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28" name="capability_v1_s4_o1">
            <a:extLst xmlns:a="http://schemas.openxmlformats.org/drawingml/2006/main">
              <a:ext uri="{FF2B5EF4-FFF2-40B4-BE49-F238E27FC236}">
                <a16:creationId xmlns:a16="http://schemas.microsoft.com/office/drawing/2014/main" id="{E7310556-5D93-440C-858E-F44C5BA537E3}"/>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Scenario meaning</a:t>
            </a:r>
          </a:p>
        </p:txBody>
      </p:sp>
      <p:sp>
        <p:nvSpPr>
          <p:cNvPr id="2" name="capability_v1_s4_o2">
            <a:extLst xmlns:a="http://schemas.openxmlformats.org/drawingml/2006/main">
              <a:ext uri="{FF2B5EF4-FFF2-40B4-BE49-F238E27FC236}">
                <a16:creationId xmlns:a16="http://schemas.microsoft.com/office/drawing/2014/main" id="{72CFA593-89E1-4884-8599-16DA95847C62}"/>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SCENARIO ALTITUDE · procedural-dungeon-governed-execution</a:t>
            </a:r>
          </a:p>
        </p:txBody>
      </p:sp>
      <p:sp>
        <p:nvSpPr>
          <p:cNvPr id="3" name="capability_v1_s4_o3">
            <a:extLst xmlns:a="http://schemas.openxmlformats.org/drawingml/2006/main">
              <a:ext uri="{FF2B5EF4-FFF2-40B4-BE49-F238E27FC236}">
                <a16:creationId xmlns:a16="http://schemas.microsoft.com/office/drawing/2014/main" id="{1614D689-0951-4B94-899A-F5CE4F14671F}"/>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04</a:t>
            </a:r>
          </a:p>
        </p:txBody>
      </p:sp>
      <p:sp>
        <p:nvSpPr>
          <p:cNvPr id="4" name="capability_v1_s4_o4">
            <a:extLst xmlns:a="http://schemas.openxmlformats.org/drawingml/2006/main">
              <a:ext uri="{FF2B5EF4-FFF2-40B4-BE49-F238E27FC236}">
                <a16:creationId xmlns:a16="http://schemas.microsoft.com/office/drawing/2014/main" id="{8B586C12-73A3-4712-9D0F-4C05E1A92696}"/>
              </a:ext>
            </a:extLst>
          </p:cNvPr>
          <p:cNvSpPr>
            <a:spLocks xmlns:a="http://schemas.openxmlformats.org/drawingml/2006/main" noGrp="1"/>
          </p:cNvSpPr>
          <p:nvPr/>
        </p:nvSpPr>
        <p:spPr>
          <a:xfrm xmlns:a="http://schemas.openxmlformats.org/drawingml/2006/main">
            <a:off x="20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 name="capability_v1_s4_o5">
            <a:extLst xmlns:a="http://schemas.openxmlformats.org/drawingml/2006/main">
              <a:ext uri="{FF2B5EF4-FFF2-40B4-BE49-F238E27FC236}">
                <a16:creationId xmlns:a16="http://schemas.microsoft.com/office/drawing/2014/main" id="{9A85DFFB-8BFA-49F9-B13F-B9705CFEEB6D}"/>
              </a:ext>
            </a:extLst>
          </p:cNvPr>
          <p:cNvSpPr>
            <a:spLocks xmlns:a="http://schemas.openxmlformats.org/drawingml/2006/main" noGrp="1"/>
          </p:cNvSpPr>
          <p:nvPr/>
        </p:nvSpPr>
        <p:spPr>
          <a:xfrm xmlns:a="http://schemas.openxmlformats.org/drawingml/2006/main">
            <a:off x="40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 name="capability_v1_s4_o6">
            <a:extLst xmlns:a="http://schemas.openxmlformats.org/drawingml/2006/main">
              <a:ext uri="{FF2B5EF4-FFF2-40B4-BE49-F238E27FC236}">
                <a16:creationId xmlns:a16="http://schemas.microsoft.com/office/drawing/2014/main" id="{6D2ABD08-880A-41E2-A678-2050791C90C6}"/>
              </a:ext>
            </a:extLst>
          </p:cNvPr>
          <p:cNvSpPr>
            <a:spLocks xmlns:a="http://schemas.openxmlformats.org/drawingml/2006/main" noGrp="1"/>
          </p:cNvSpPr>
          <p:nvPr/>
        </p:nvSpPr>
        <p:spPr>
          <a:xfrm xmlns:a="http://schemas.openxmlformats.org/drawingml/2006/main">
            <a:off x="60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7" name="capability_v1_s4_o7">
            <a:extLst xmlns:a="http://schemas.openxmlformats.org/drawingml/2006/main">
              <a:ext uri="{FF2B5EF4-FFF2-40B4-BE49-F238E27FC236}">
                <a16:creationId xmlns:a16="http://schemas.microsoft.com/office/drawing/2014/main" id="{CADDF46A-F746-4DF8-AC36-F2CF7C8CB9D9}"/>
              </a:ext>
            </a:extLst>
          </p:cNvPr>
          <p:cNvSpPr>
            <a:spLocks xmlns:a="http://schemas.openxmlformats.org/drawingml/2006/main" noGrp="1"/>
          </p:cNvSpPr>
          <p:nvPr/>
        </p:nvSpPr>
        <p:spPr>
          <a:xfrm xmlns:a="http://schemas.openxmlformats.org/drawingml/2006/main">
            <a:off x="81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8" name="capability_v1_s4_o8">
            <a:extLst xmlns:a="http://schemas.openxmlformats.org/drawingml/2006/main">
              <a:ext uri="{FF2B5EF4-FFF2-40B4-BE49-F238E27FC236}">
                <a16:creationId xmlns:a16="http://schemas.microsoft.com/office/drawing/2014/main" id="{57046E01-0161-4036-ADD9-F08048ED53AC}"/>
              </a:ext>
            </a:extLst>
          </p:cNvPr>
          <p:cNvSpPr>
            <a:spLocks xmlns:a="http://schemas.openxmlformats.org/drawingml/2006/main" noGrp="1"/>
          </p:cNvSpPr>
          <p:nvPr/>
        </p:nvSpPr>
        <p:spPr>
          <a:xfrm xmlns:a="http://schemas.openxmlformats.org/drawingml/2006/main">
            <a:off x="101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9" name="capability_v1_s4_o9">
            <a:extLst xmlns:a="http://schemas.openxmlformats.org/drawingml/2006/main">
              <a:ext uri="{FF2B5EF4-FFF2-40B4-BE49-F238E27FC236}">
                <a16:creationId xmlns:a16="http://schemas.microsoft.com/office/drawing/2014/main" id="{9B97DE89-4042-4502-ACCF-5785BFA88ADD}"/>
              </a:ext>
            </a:extLst>
          </p:cNvPr>
          <p:cNvSpPr>
            <a:spLocks xmlns:a="http://schemas.openxmlformats.org/drawingml/2006/main" noGrp="1"/>
          </p:cNvSpPr>
          <p:nvPr/>
        </p:nvSpPr>
        <p:spPr>
          <a:xfrm xmlns:a="http://schemas.openxmlformats.org/drawingml/2006/main">
            <a:off x="121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0" name="capability_v1_s4_o10">
            <a:extLst xmlns:a="http://schemas.openxmlformats.org/drawingml/2006/main">
              <a:ext uri="{FF2B5EF4-FFF2-40B4-BE49-F238E27FC236}">
                <a16:creationId xmlns:a16="http://schemas.microsoft.com/office/drawing/2014/main" id="{9F4509B0-5E4B-477B-ACC9-43FF9B2ABCBA}"/>
              </a:ext>
            </a:extLst>
          </p:cNvPr>
          <p:cNvSpPr>
            <a:spLocks xmlns:a="http://schemas.openxmlformats.org/drawingml/2006/main" noGrp="1"/>
          </p:cNvSpPr>
          <p:nvPr/>
        </p:nvSpPr>
        <p:spPr>
          <a:xfrm xmlns:a="http://schemas.openxmlformats.org/drawingml/2006/main">
            <a:off x="142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1" name="capability_v1_s4_o11">
            <a:extLst xmlns:a="http://schemas.openxmlformats.org/drawingml/2006/main">
              <a:ext uri="{FF2B5EF4-FFF2-40B4-BE49-F238E27FC236}">
                <a16:creationId xmlns:a16="http://schemas.microsoft.com/office/drawing/2014/main" id="{F833C3AE-0AEC-4FAB-9FBC-2333AA57FBAB}"/>
              </a:ext>
            </a:extLst>
          </p:cNvPr>
          <p:cNvSpPr>
            <a:spLocks xmlns:a="http://schemas.openxmlformats.org/drawingml/2006/main" noGrp="1"/>
          </p:cNvSpPr>
          <p:nvPr/>
        </p:nvSpPr>
        <p:spPr>
          <a:xfrm xmlns:a="http://schemas.openxmlformats.org/drawingml/2006/main">
            <a:off x="162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2" name="capability_v1_s4_o12">
            <a:extLst xmlns:a="http://schemas.openxmlformats.org/drawingml/2006/main">
              <a:ext uri="{FF2B5EF4-FFF2-40B4-BE49-F238E27FC236}">
                <a16:creationId xmlns:a16="http://schemas.microsoft.com/office/drawing/2014/main" id="{2A4E51FD-96E5-4D96-B09C-1B2628C84EEB}"/>
              </a:ext>
            </a:extLst>
          </p:cNvPr>
          <p:cNvSpPr>
            <a:spLocks xmlns:a="http://schemas.openxmlformats.org/drawingml/2006/main" noGrp="1"/>
          </p:cNvSpPr>
          <p:nvPr/>
        </p:nvSpPr>
        <p:spPr>
          <a:xfrm xmlns:a="http://schemas.openxmlformats.org/drawingml/2006/main">
            <a:off x="182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13" name="capability_v1_s4_o13">
            <a:extLst xmlns:a="http://schemas.openxmlformats.org/drawingml/2006/main">
              <a:ext uri="{FF2B5EF4-FFF2-40B4-BE49-F238E27FC236}">
                <a16:creationId xmlns:a16="http://schemas.microsoft.com/office/drawing/2014/main" id="{41A350F5-771D-4911-AF62-3888C821AA06}"/>
              </a:ext>
            </a:extLst>
          </p:cNvPr>
          <p:cNvSpPr>
            <a:spLocks xmlns:a="http://schemas.openxmlformats.org/drawingml/2006/main" noGrp="1"/>
          </p:cNvSpPr>
          <p:nvPr/>
        </p:nvSpPr>
        <p:spPr>
          <a:xfrm xmlns:a="http://schemas.openxmlformats.org/drawingml/2006/main">
            <a:off x="2032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4" name="capability_v1_s4_o14">
            <a:extLst xmlns:a="http://schemas.openxmlformats.org/drawingml/2006/main">
              <a:ext uri="{FF2B5EF4-FFF2-40B4-BE49-F238E27FC236}">
                <a16:creationId xmlns:a16="http://schemas.microsoft.com/office/drawing/2014/main" id="{49AAA8D6-ABDA-4EC8-A994-F2F3CA6896EC}"/>
              </a:ext>
            </a:extLst>
          </p:cNvPr>
          <p:cNvSpPr>
            <a:spLocks xmlns:a="http://schemas.openxmlformats.org/drawingml/2006/main" noGrp="1"/>
          </p:cNvSpPr>
          <p:nvPr/>
        </p:nvSpPr>
        <p:spPr>
          <a:xfrm xmlns:a="http://schemas.openxmlformats.org/drawingml/2006/main">
            <a:off x="2235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5" name="capability_v1_s4_o15">
            <a:extLst xmlns:a="http://schemas.openxmlformats.org/drawingml/2006/main">
              <a:ext uri="{FF2B5EF4-FFF2-40B4-BE49-F238E27FC236}">
                <a16:creationId xmlns:a16="http://schemas.microsoft.com/office/drawing/2014/main" id="{43A9729B-0569-446E-B3A0-5705E257944F}"/>
              </a:ext>
            </a:extLst>
          </p:cNvPr>
          <p:cNvSpPr>
            <a:spLocks xmlns:a="http://schemas.openxmlformats.org/drawingml/2006/main" noGrp="1"/>
          </p:cNvSpPr>
          <p:nvPr/>
        </p:nvSpPr>
        <p:spPr>
          <a:xfrm xmlns:a="http://schemas.openxmlformats.org/drawingml/2006/main">
            <a:off x="2438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6" name="capability_v1_s4_o16">
            <a:extLst xmlns:a="http://schemas.openxmlformats.org/drawingml/2006/main">
              <a:ext uri="{FF2B5EF4-FFF2-40B4-BE49-F238E27FC236}">
                <a16:creationId xmlns:a16="http://schemas.microsoft.com/office/drawing/2014/main" id="{5C7DB838-1B1D-4543-8EFF-44412FEDF2EE}"/>
              </a:ext>
            </a:extLst>
          </p:cNvPr>
          <p:cNvSpPr>
            <a:spLocks xmlns:a="http://schemas.openxmlformats.org/drawingml/2006/main" noGrp="1"/>
          </p:cNvSpPr>
          <p:nvPr/>
        </p:nvSpPr>
        <p:spPr>
          <a:xfrm xmlns:a="http://schemas.openxmlformats.org/drawingml/2006/main">
            <a:off x="2641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17" name="capability_v1_s4_o17">
            <a:extLst xmlns:a="http://schemas.openxmlformats.org/drawingml/2006/main">
              <a:ext uri="{FF2B5EF4-FFF2-40B4-BE49-F238E27FC236}">
                <a16:creationId xmlns:a16="http://schemas.microsoft.com/office/drawing/2014/main" id="{7B0C7B68-05E0-4E4C-BC0B-CC2427B95ACF}"/>
              </a:ext>
            </a:extLst>
          </p:cNvPr>
          <p:cNvSpPr>
            <a:spLocks xmlns:a="http://schemas.openxmlformats.org/drawingml/2006/main" noGrp="1"/>
          </p:cNvSpPr>
          <p:nvPr/>
        </p:nvSpPr>
        <p:spPr>
          <a:xfrm xmlns:a="http://schemas.openxmlformats.org/drawingml/2006/main">
            <a:off x="2844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8" name="capability_v1_s4_o18">
            <a:extLst xmlns:a="http://schemas.openxmlformats.org/drawingml/2006/main">
              <a:ext uri="{FF2B5EF4-FFF2-40B4-BE49-F238E27FC236}">
                <a16:creationId xmlns:a16="http://schemas.microsoft.com/office/drawing/2014/main" id="{0FB252F5-462E-4E69-A1A8-9271D1428C16}"/>
              </a:ext>
            </a:extLst>
          </p:cNvPr>
          <p:cNvSpPr>
            <a:spLocks xmlns:a="http://schemas.openxmlformats.org/drawingml/2006/main" noGrp="1"/>
          </p:cNvSpPr>
          <p:nvPr/>
        </p:nvSpPr>
        <p:spPr>
          <a:xfrm xmlns:a="http://schemas.openxmlformats.org/drawingml/2006/main">
            <a:off x="3048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9" name="capability_v1_s4_o19">
            <a:extLst xmlns:a="http://schemas.openxmlformats.org/drawingml/2006/main">
              <a:ext uri="{FF2B5EF4-FFF2-40B4-BE49-F238E27FC236}">
                <a16:creationId xmlns:a16="http://schemas.microsoft.com/office/drawing/2014/main" id="{510DA835-2430-495D-92F9-D22F83EC6E5D}"/>
              </a:ext>
            </a:extLst>
          </p:cNvPr>
          <p:cNvSpPr>
            <a:spLocks xmlns:a="http://schemas.openxmlformats.org/drawingml/2006/main" noGrp="1"/>
          </p:cNvSpPr>
          <p:nvPr/>
        </p:nvSpPr>
        <p:spPr>
          <a:xfrm xmlns:a="http://schemas.openxmlformats.org/drawingml/2006/main">
            <a:off x="3251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0" name="capability_v1_s4_o20">
            <a:extLst xmlns:a="http://schemas.openxmlformats.org/drawingml/2006/main">
              <a:ext uri="{FF2B5EF4-FFF2-40B4-BE49-F238E27FC236}">
                <a16:creationId xmlns:a16="http://schemas.microsoft.com/office/drawing/2014/main" id="{31E9BF76-28F7-4885-87B7-D309610C2509}"/>
              </a:ext>
            </a:extLst>
          </p:cNvPr>
          <p:cNvSpPr>
            <a:spLocks xmlns:a="http://schemas.openxmlformats.org/drawingml/2006/main" noGrp="1"/>
          </p:cNvSpPr>
          <p:nvPr/>
        </p:nvSpPr>
        <p:spPr>
          <a:xfrm xmlns:a="http://schemas.openxmlformats.org/drawingml/2006/main">
            <a:off x="3454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1" name="capability_v1_s4_o21">
            <a:extLst xmlns:a="http://schemas.openxmlformats.org/drawingml/2006/main">
              <a:ext uri="{FF2B5EF4-FFF2-40B4-BE49-F238E27FC236}">
                <a16:creationId xmlns:a16="http://schemas.microsoft.com/office/drawing/2014/main" id="{61CC6B38-A3C9-4553-8EE0-F22783BC651C}"/>
              </a:ext>
            </a:extLst>
          </p:cNvPr>
          <p:cNvSpPr>
            <a:spLocks xmlns:a="http://schemas.openxmlformats.org/drawingml/2006/main" noGrp="1"/>
          </p:cNvSpPr>
          <p:nvPr/>
        </p:nvSpPr>
        <p:spPr>
          <a:xfrm xmlns:a="http://schemas.openxmlformats.org/drawingml/2006/main">
            <a:off x="3657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2" name="capability_v1_s4_o22">
            <a:extLst xmlns:a="http://schemas.openxmlformats.org/drawingml/2006/main">
              <a:ext uri="{FF2B5EF4-FFF2-40B4-BE49-F238E27FC236}">
                <a16:creationId xmlns:a16="http://schemas.microsoft.com/office/drawing/2014/main" id="{2A1D5474-65D6-47A2-97C5-BAEA98C3732F}"/>
              </a:ext>
            </a:extLst>
          </p:cNvPr>
          <p:cNvSpPr>
            <a:spLocks xmlns:a="http://schemas.openxmlformats.org/drawingml/2006/main" noGrp="1"/>
          </p:cNvSpPr>
          <p:nvPr/>
        </p:nvSpPr>
        <p:spPr>
          <a:xfrm xmlns:a="http://schemas.openxmlformats.org/drawingml/2006/main">
            <a:off x="3860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3" name="capability_v1_s4_o23">
            <a:extLst xmlns:a="http://schemas.openxmlformats.org/drawingml/2006/main">
              <a:ext uri="{FF2B5EF4-FFF2-40B4-BE49-F238E27FC236}">
                <a16:creationId xmlns:a16="http://schemas.microsoft.com/office/drawing/2014/main" id="{06CEBFD4-B892-4A77-A34C-562863AB2E81}"/>
              </a:ext>
            </a:extLst>
          </p:cNvPr>
          <p:cNvSpPr>
            <a:spLocks xmlns:a="http://schemas.openxmlformats.org/drawingml/2006/main" noGrp="1"/>
          </p:cNvSpPr>
          <p:nvPr/>
        </p:nvSpPr>
        <p:spPr>
          <a:xfrm xmlns:a="http://schemas.openxmlformats.org/drawingml/2006/main">
            <a:off x="4064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4" name="capability_v1_s4_o24">
            <a:extLst xmlns:a="http://schemas.openxmlformats.org/drawingml/2006/main">
              <a:ext uri="{FF2B5EF4-FFF2-40B4-BE49-F238E27FC236}">
                <a16:creationId xmlns:a16="http://schemas.microsoft.com/office/drawing/2014/main" id="{3CBFC7AA-0533-4479-A362-925E6D8F07AC}"/>
              </a:ext>
            </a:extLst>
          </p:cNvPr>
          <p:cNvSpPr>
            <a:spLocks xmlns:a="http://schemas.openxmlformats.org/drawingml/2006/main" noGrp="1"/>
          </p:cNvSpPr>
          <p:nvPr/>
        </p:nvSpPr>
        <p:spPr>
          <a:xfrm xmlns:a="http://schemas.openxmlformats.org/drawingml/2006/main">
            <a:off x="4267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5" name="capability_v1_s4_o25">
            <a:extLst xmlns:a="http://schemas.openxmlformats.org/drawingml/2006/main">
              <a:ext uri="{FF2B5EF4-FFF2-40B4-BE49-F238E27FC236}">
                <a16:creationId xmlns:a16="http://schemas.microsoft.com/office/drawing/2014/main" id="{C843C188-89CC-4E28-A1FF-B8B0C9468718}"/>
              </a:ext>
            </a:extLst>
          </p:cNvPr>
          <p:cNvSpPr>
            <a:spLocks xmlns:a="http://schemas.openxmlformats.org/drawingml/2006/main" noGrp="1"/>
          </p:cNvSpPr>
          <p:nvPr/>
        </p:nvSpPr>
        <p:spPr>
          <a:xfrm xmlns:a="http://schemas.openxmlformats.org/drawingml/2006/main">
            <a:off x="4470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6" name="capability_v1_s4_o26">
            <a:extLst xmlns:a="http://schemas.openxmlformats.org/drawingml/2006/main">
              <a:ext uri="{FF2B5EF4-FFF2-40B4-BE49-F238E27FC236}">
                <a16:creationId xmlns:a16="http://schemas.microsoft.com/office/drawing/2014/main" id="{124BD17F-CD22-4230-8819-C2BEEBF8B89D}"/>
              </a:ext>
            </a:extLst>
          </p:cNvPr>
          <p:cNvSpPr>
            <a:spLocks xmlns:a="http://schemas.openxmlformats.org/drawingml/2006/main" noGrp="1"/>
          </p:cNvSpPr>
          <p:nvPr/>
        </p:nvSpPr>
        <p:spPr>
          <a:xfrm xmlns:a="http://schemas.openxmlformats.org/drawingml/2006/main">
            <a:off x="4673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7" name="capability_v1_s4_o27">
            <a:extLst xmlns:a="http://schemas.openxmlformats.org/drawingml/2006/main">
              <a:ext uri="{FF2B5EF4-FFF2-40B4-BE49-F238E27FC236}">
                <a16:creationId xmlns:a16="http://schemas.microsoft.com/office/drawing/2014/main" id="{9AF65F60-6C54-4982-BFD0-CD9354E4E600}"/>
              </a:ext>
            </a:extLst>
          </p:cNvPr>
          <p:cNvSpPr>
            <a:spLocks xmlns:a="http://schemas.openxmlformats.org/drawingml/2006/main" noGrp="1"/>
          </p:cNvSpPr>
          <p:nvPr/>
        </p:nvSpPr>
        <p:spPr>
          <a:xfrm xmlns:a="http://schemas.openxmlformats.org/drawingml/2006/main">
            <a:off x="4876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8" name="capability_v1_s4_o28">
            <a:extLst xmlns:a="http://schemas.openxmlformats.org/drawingml/2006/main">
              <a:ext uri="{FF2B5EF4-FFF2-40B4-BE49-F238E27FC236}">
                <a16:creationId xmlns:a16="http://schemas.microsoft.com/office/drawing/2014/main" id="{1AA62D1F-98AC-41BF-B79B-2066F52A16B3}"/>
              </a:ext>
            </a:extLst>
          </p:cNvPr>
          <p:cNvSpPr>
            <a:spLocks xmlns:a="http://schemas.openxmlformats.org/drawingml/2006/main" noGrp="1"/>
          </p:cNvSpPr>
          <p:nvPr/>
        </p:nvSpPr>
        <p:spPr>
          <a:xfrm xmlns:a="http://schemas.openxmlformats.org/drawingml/2006/main">
            <a:off x="5080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9" name="capability_v1_s4_o29">
            <a:extLst xmlns:a="http://schemas.openxmlformats.org/drawingml/2006/main">
              <a:ext uri="{FF2B5EF4-FFF2-40B4-BE49-F238E27FC236}">
                <a16:creationId xmlns:a16="http://schemas.microsoft.com/office/drawing/2014/main" id="{A5C79A3E-C2EA-474A-BD36-6EDE8E15E845}"/>
              </a:ext>
            </a:extLst>
          </p:cNvPr>
          <p:cNvSpPr>
            <a:spLocks xmlns:a="http://schemas.openxmlformats.org/drawingml/2006/main" noGrp="1"/>
          </p:cNvSpPr>
          <p:nvPr/>
        </p:nvSpPr>
        <p:spPr>
          <a:xfrm xmlns:a="http://schemas.openxmlformats.org/drawingml/2006/main">
            <a:off x="528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0" name="capability_v1_s4_o30">
            <a:extLst xmlns:a="http://schemas.openxmlformats.org/drawingml/2006/main">
              <a:ext uri="{FF2B5EF4-FFF2-40B4-BE49-F238E27FC236}">
                <a16:creationId xmlns:a16="http://schemas.microsoft.com/office/drawing/2014/main" id="{2AF76363-28D8-4E05-B450-856DA3023893}"/>
              </a:ext>
            </a:extLst>
          </p:cNvPr>
          <p:cNvSpPr>
            <a:spLocks xmlns:a="http://schemas.openxmlformats.org/drawingml/2006/main" noGrp="1"/>
          </p:cNvSpPr>
          <p:nvPr/>
        </p:nvSpPr>
        <p:spPr>
          <a:xfrm xmlns:a="http://schemas.openxmlformats.org/drawingml/2006/main">
            <a:off x="548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1" name="capability_v1_s4_o31">
            <a:extLst xmlns:a="http://schemas.openxmlformats.org/drawingml/2006/main">
              <a:ext uri="{FF2B5EF4-FFF2-40B4-BE49-F238E27FC236}">
                <a16:creationId xmlns:a16="http://schemas.microsoft.com/office/drawing/2014/main" id="{4DFAB596-AD42-40BF-AF14-FEC2253EC921}"/>
              </a:ext>
            </a:extLst>
          </p:cNvPr>
          <p:cNvSpPr>
            <a:spLocks xmlns:a="http://schemas.openxmlformats.org/drawingml/2006/main" noGrp="1"/>
          </p:cNvSpPr>
          <p:nvPr/>
        </p:nvSpPr>
        <p:spPr>
          <a:xfrm xmlns:a="http://schemas.openxmlformats.org/drawingml/2006/main">
            <a:off x="568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2" name="capability_v1_s4_o32">
            <a:extLst xmlns:a="http://schemas.openxmlformats.org/drawingml/2006/main">
              <a:ext uri="{FF2B5EF4-FFF2-40B4-BE49-F238E27FC236}">
                <a16:creationId xmlns:a16="http://schemas.microsoft.com/office/drawing/2014/main" id="{97701E57-7881-4D0F-AF50-553B64986EE7}"/>
              </a:ext>
            </a:extLst>
          </p:cNvPr>
          <p:cNvSpPr>
            <a:spLocks xmlns:a="http://schemas.openxmlformats.org/drawingml/2006/main" noGrp="1"/>
          </p:cNvSpPr>
          <p:nvPr/>
        </p:nvSpPr>
        <p:spPr>
          <a:xfrm xmlns:a="http://schemas.openxmlformats.org/drawingml/2006/main">
            <a:off x="589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33" name="capability_v1_s4_o33">
            <a:extLst xmlns:a="http://schemas.openxmlformats.org/drawingml/2006/main">
              <a:ext uri="{FF2B5EF4-FFF2-40B4-BE49-F238E27FC236}">
                <a16:creationId xmlns:a16="http://schemas.microsoft.com/office/drawing/2014/main" id="{B0728CEE-4928-403B-8AAB-76A1C99A0100}"/>
              </a:ext>
            </a:extLst>
          </p:cNvPr>
          <p:cNvSpPr>
            <a:spLocks xmlns:a="http://schemas.openxmlformats.org/drawingml/2006/main" noGrp="1"/>
          </p:cNvSpPr>
          <p:nvPr/>
        </p:nvSpPr>
        <p:spPr>
          <a:xfrm xmlns:a="http://schemas.openxmlformats.org/drawingml/2006/main">
            <a:off x="609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4" name="capability_v1_s4_o34">
            <a:extLst xmlns:a="http://schemas.openxmlformats.org/drawingml/2006/main">
              <a:ext uri="{FF2B5EF4-FFF2-40B4-BE49-F238E27FC236}">
                <a16:creationId xmlns:a16="http://schemas.microsoft.com/office/drawing/2014/main" id="{E08FDFE5-1289-427D-AA83-4D00979F995D}"/>
              </a:ext>
            </a:extLst>
          </p:cNvPr>
          <p:cNvSpPr>
            <a:spLocks xmlns:a="http://schemas.openxmlformats.org/drawingml/2006/main" noGrp="1"/>
          </p:cNvSpPr>
          <p:nvPr/>
        </p:nvSpPr>
        <p:spPr>
          <a:xfrm xmlns:a="http://schemas.openxmlformats.org/drawingml/2006/main">
            <a:off x="629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5" name="capability_v1_s4_o35">
            <a:extLst xmlns:a="http://schemas.openxmlformats.org/drawingml/2006/main">
              <a:ext uri="{FF2B5EF4-FFF2-40B4-BE49-F238E27FC236}">
                <a16:creationId xmlns:a16="http://schemas.microsoft.com/office/drawing/2014/main" id="{62A97971-455A-41EA-9DF4-20DE01934E7F}"/>
              </a:ext>
            </a:extLst>
          </p:cNvPr>
          <p:cNvSpPr>
            <a:spLocks xmlns:a="http://schemas.openxmlformats.org/drawingml/2006/main" noGrp="1"/>
          </p:cNvSpPr>
          <p:nvPr/>
        </p:nvSpPr>
        <p:spPr>
          <a:xfrm xmlns:a="http://schemas.openxmlformats.org/drawingml/2006/main">
            <a:off x="650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6" name="capability_v1_s4_o36">
            <a:extLst xmlns:a="http://schemas.openxmlformats.org/drawingml/2006/main">
              <a:ext uri="{FF2B5EF4-FFF2-40B4-BE49-F238E27FC236}">
                <a16:creationId xmlns:a16="http://schemas.microsoft.com/office/drawing/2014/main" id="{964D89EE-F32B-4512-AF72-5BB275CBD3DF}"/>
              </a:ext>
            </a:extLst>
          </p:cNvPr>
          <p:cNvSpPr>
            <a:spLocks xmlns:a="http://schemas.openxmlformats.org/drawingml/2006/main" noGrp="1"/>
          </p:cNvSpPr>
          <p:nvPr/>
        </p:nvSpPr>
        <p:spPr>
          <a:xfrm xmlns:a="http://schemas.openxmlformats.org/drawingml/2006/main">
            <a:off x="670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37" name="capability_v1_s4_o37">
            <a:extLst xmlns:a="http://schemas.openxmlformats.org/drawingml/2006/main">
              <a:ext uri="{FF2B5EF4-FFF2-40B4-BE49-F238E27FC236}">
                <a16:creationId xmlns:a16="http://schemas.microsoft.com/office/drawing/2014/main" id="{A99D0745-050B-4024-A227-4DC0B9ACFF65}"/>
              </a:ext>
            </a:extLst>
          </p:cNvPr>
          <p:cNvSpPr>
            <a:spLocks xmlns:a="http://schemas.openxmlformats.org/drawingml/2006/main" noGrp="1"/>
          </p:cNvSpPr>
          <p:nvPr/>
        </p:nvSpPr>
        <p:spPr>
          <a:xfrm xmlns:a="http://schemas.openxmlformats.org/drawingml/2006/main">
            <a:off x="690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8" name="capability_v1_s4_o38">
            <a:extLst xmlns:a="http://schemas.openxmlformats.org/drawingml/2006/main">
              <a:ext uri="{FF2B5EF4-FFF2-40B4-BE49-F238E27FC236}">
                <a16:creationId xmlns:a16="http://schemas.microsoft.com/office/drawing/2014/main" id="{66882A7F-E0AB-4D4E-B571-05469AC76495}"/>
              </a:ext>
            </a:extLst>
          </p:cNvPr>
          <p:cNvSpPr>
            <a:spLocks xmlns:a="http://schemas.openxmlformats.org/drawingml/2006/main" noGrp="1"/>
          </p:cNvSpPr>
          <p:nvPr/>
        </p:nvSpPr>
        <p:spPr>
          <a:xfrm xmlns:a="http://schemas.openxmlformats.org/drawingml/2006/main">
            <a:off x="7112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9" name="capability_v1_s4_o39">
            <a:extLst xmlns:a="http://schemas.openxmlformats.org/drawingml/2006/main">
              <a:ext uri="{FF2B5EF4-FFF2-40B4-BE49-F238E27FC236}">
                <a16:creationId xmlns:a16="http://schemas.microsoft.com/office/drawing/2014/main" id="{0F2B7D13-A95C-4CEA-9745-17E81860B8EA}"/>
              </a:ext>
            </a:extLst>
          </p:cNvPr>
          <p:cNvSpPr>
            <a:spLocks xmlns:a="http://schemas.openxmlformats.org/drawingml/2006/main" noGrp="1"/>
          </p:cNvSpPr>
          <p:nvPr/>
        </p:nvSpPr>
        <p:spPr>
          <a:xfrm xmlns:a="http://schemas.openxmlformats.org/drawingml/2006/main">
            <a:off x="7315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0" name="capability_v1_s4_o40">
            <a:extLst xmlns:a="http://schemas.openxmlformats.org/drawingml/2006/main">
              <a:ext uri="{FF2B5EF4-FFF2-40B4-BE49-F238E27FC236}">
                <a16:creationId xmlns:a16="http://schemas.microsoft.com/office/drawing/2014/main" id="{B5B917AC-C619-44B2-880F-0EC37C83D7A5}"/>
              </a:ext>
            </a:extLst>
          </p:cNvPr>
          <p:cNvSpPr>
            <a:spLocks xmlns:a="http://schemas.openxmlformats.org/drawingml/2006/main" noGrp="1"/>
          </p:cNvSpPr>
          <p:nvPr/>
        </p:nvSpPr>
        <p:spPr>
          <a:xfrm xmlns:a="http://schemas.openxmlformats.org/drawingml/2006/main">
            <a:off x="7518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1" name="capability_v1_s4_o41">
            <a:extLst xmlns:a="http://schemas.openxmlformats.org/drawingml/2006/main">
              <a:ext uri="{FF2B5EF4-FFF2-40B4-BE49-F238E27FC236}">
                <a16:creationId xmlns:a16="http://schemas.microsoft.com/office/drawing/2014/main" id="{6F48DA35-5E2E-4BC5-AA3F-EF0EADC8C72D}"/>
              </a:ext>
            </a:extLst>
          </p:cNvPr>
          <p:cNvSpPr>
            <a:spLocks xmlns:a="http://schemas.openxmlformats.org/drawingml/2006/main" noGrp="1"/>
          </p:cNvSpPr>
          <p:nvPr/>
        </p:nvSpPr>
        <p:spPr>
          <a:xfrm xmlns:a="http://schemas.openxmlformats.org/drawingml/2006/main">
            <a:off x="7721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2" name="capability_v1_s4_o42">
            <a:extLst xmlns:a="http://schemas.openxmlformats.org/drawingml/2006/main">
              <a:ext uri="{FF2B5EF4-FFF2-40B4-BE49-F238E27FC236}">
                <a16:creationId xmlns:a16="http://schemas.microsoft.com/office/drawing/2014/main" id="{9BE83483-0338-445C-B395-FF067F1B7893}"/>
              </a:ext>
            </a:extLst>
          </p:cNvPr>
          <p:cNvSpPr>
            <a:spLocks xmlns:a="http://schemas.openxmlformats.org/drawingml/2006/main" noGrp="1"/>
          </p:cNvSpPr>
          <p:nvPr/>
        </p:nvSpPr>
        <p:spPr>
          <a:xfrm xmlns:a="http://schemas.openxmlformats.org/drawingml/2006/main">
            <a:off x="7924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3" name="capability_v1_s4_o43">
            <a:extLst xmlns:a="http://schemas.openxmlformats.org/drawingml/2006/main">
              <a:ext uri="{FF2B5EF4-FFF2-40B4-BE49-F238E27FC236}">
                <a16:creationId xmlns:a16="http://schemas.microsoft.com/office/drawing/2014/main" id="{A753318B-FF1C-4DCE-B808-045D14DCEAFB}"/>
              </a:ext>
            </a:extLst>
          </p:cNvPr>
          <p:cNvSpPr>
            <a:spLocks xmlns:a="http://schemas.openxmlformats.org/drawingml/2006/main" noGrp="1"/>
          </p:cNvSpPr>
          <p:nvPr/>
        </p:nvSpPr>
        <p:spPr>
          <a:xfrm xmlns:a="http://schemas.openxmlformats.org/drawingml/2006/main">
            <a:off x="8128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4" name="capability_v1_s4_o44">
            <a:extLst xmlns:a="http://schemas.openxmlformats.org/drawingml/2006/main">
              <a:ext uri="{FF2B5EF4-FFF2-40B4-BE49-F238E27FC236}">
                <a16:creationId xmlns:a16="http://schemas.microsoft.com/office/drawing/2014/main" id="{402C1099-976A-4630-A78F-D025670799AE}"/>
              </a:ext>
            </a:extLst>
          </p:cNvPr>
          <p:cNvSpPr>
            <a:spLocks xmlns:a="http://schemas.openxmlformats.org/drawingml/2006/main" noGrp="1"/>
          </p:cNvSpPr>
          <p:nvPr/>
        </p:nvSpPr>
        <p:spPr>
          <a:xfrm xmlns:a="http://schemas.openxmlformats.org/drawingml/2006/main">
            <a:off x="8331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5" name="capability_v1_s4_o45">
            <a:extLst xmlns:a="http://schemas.openxmlformats.org/drawingml/2006/main">
              <a:ext uri="{FF2B5EF4-FFF2-40B4-BE49-F238E27FC236}">
                <a16:creationId xmlns:a16="http://schemas.microsoft.com/office/drawing/2014/main" id="{49D59756-D207-4CA9-8087-B44D25D97372}"/>
              </a:ext>
            </a:extLst>
          </p:cNvPr>
          <p:cNvSpPr>
            <a:spLocks xmlns:a="http://schemas.openxmlformats.org/drawingml/2006/main" noGrp="1"/>
          </p:cNvSpPr>
          <p:nvPr/>
        </p:nvSpPr>
        <p:spPr>
          <a:xfrm xmlns:a="http://schemas.openxmlformats.org/drawingml/2006/main">
            <a:off x="8534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6" name="capability_v1_s4_o46">
            <a:extLst xmlns:a="http://schemas.openxmlformats.org/drawingml/2006/main">
              <a:ext uri="{FF2B5EF4-FFF2-40B4-BE49-F238E27FC236}">
                <a16:creationId xmlns:a16="http://schemas.microsoft.com/office/drawing/2014/main" id="{267DF031-09B6-41CA-9DFE-915D99123143}"/>
              </a:ext>
            </a:extLst>
          </p:cNvPr>
          <p:cNvSpPr>
            <a:spLocks xmlns:a="http://schemas.openxmlformats.org/drawingml/2006/main" noGrp="1"/>
          </p:cNvSpPr>
          <p:nvPr/>
        </p:nvSpPr>
        <p:spPr>
          <a:xfrm xmlns:a="http://schemas.openxmlformats.org/drawingml/2006/main">
            <a:off x="8737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7" name="capability_v1_s4_o47">
            <a:extLst xmlns:a="http://schemas.openxmlformats.org/drawingml/2006/main">
              <a:ext uri="{FF2B5EF4-FFF2-40B4-BE49-F238E27FC236}">
                <a16:creationId xmlns:a16="http://schemas.microsoft.com/office/drawing/2014/main" id="{050DCB04-62E9-43F1-9BA1-53AFBBC7315F}"/>
              </a:ext>
            </a:extLst>
          </p:cNvPr>
          <p:cNvSpPr>
            <a:spLocks xmlns:a="http://schemas.openxmlformats.org/drawingml/2006/main" noGrp="1"/>
          </p:cNvSpPr>
          <p:nvPr/>
        </p:nvSpPr>
        <p:spPr>
          <a:xfrm xmlns:a="http://schemas.openxmlformats.org/drawingml/2006/main">
            <a:off x="8940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8" name="capability_v1_s4_o48">
            <a:extLst xmlns:a="http://schemas.openxmlformats.org/drawingml/2006/main">
              <a:ext uri="{FF2B5EF4-FFF2-40B4-BE49-F238E27FC236}">
                <a16:creationId xmlns:a16="http://schemas.microsoft.com/office/drawing/2014/main" id="{0C465DB6-9B4C-4D89-BCCC-60E235F4C4A2}"/>
              </a:ext>
            </a:extLst>
          </p:cNvPr>
          <p:cNvSpPr>
            <a:spLocks xmlns:a="http://schemas.openxmlformats.org/drawingml/2006/main" noGrp="1"/>
          </p:cNvSpPr>
          <p:nvPr/>
        </p:nvSpPr>
        <p:spPr>
          <a:xfrm xmlns:a="http://schemas.openxmlformats.org/drawingml/2006/main">
            <a:off x="9144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9" name="capability_v1_s4_o49">
            <a:extLst xmlns:a="http://schemas.openxmlformats.org/drawingml/2006/main">
              <a:ext uri="{FF2B5EF4-FFF2-40B4-BE49-F238E27FC236}">
                <a16:creationId xmlns:a16="http://schemas.microsoft.com/office/drawing/2014/main" id="{B6624899-3CC3-460C-8175-49F198A46E48}"/>
              </a:ext>
            </a:extLst>
          </p:cNvPr>
          <p:cNvSpPr>
            <a:spLocks xmlns:a="http://schemas.openxmlformats.org/drawingml/2006/main" noGrp="1"/>
          </p:cNvSpPr>
          <p:nvPr/>
        </p:nvSpPr>
        <p:spPr>
          <a:xfrm xmlns:a="http://schemas.openxmlformats.org/drawingml/2006/main">
            <a:off x="9347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0" name="capability_v1_s4_o50">
            <a:extLst xmlns:a="http://schemas.openxmlformats.org/drawingml/2006/main">
              <a:ext uri="{FF2B5EF4-FFF2-40B4-BE49-F238E27FC236}">
                <a16:creationId xmlns:a16="http://schemas.microsoft.com/office/drawing/2014/main" id="{6A51C811-C080-4EF0-98E0-AAF643A48BE1}"/>
              </a:ext>
            </a:extLst>
          </p:cNvPr>
          <p:cNvSpPr>
            <a:spLocks xmlns:a="http://schemas.openxmlformats.org/drawingml/2006/main" noGrp="1"/>
          </p:cNvSpPr>
          <p:nvPr/>
        </p:nvSpPr>
        <p:spPr>
          <a:xfrm xmlns:a="http://schemas.openxmlformats.org/drawingml/2006/main">
            <a:off x="9550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1" name="capability_v1_s4_o51">
            <a:extLst xmlns:a="http://schemas.openxmlformats.org/drawingml/2006/main">
              <a:ext uri="{FF2B5EF4-FFF2-40B4-BE49-F238E27FC236}">
                <a16:creationId xmlns:a16="http://schemas.microsoft.com/office/drawing/2014/main" id="{DEE7519C-8FDC-43E1-AFE6-67624F52579F}"/>
              </a:ext>
            </a:extLst>
          </p:cNvPr>
          <p:cNvSpPr>
            <a:spLocks xmlns:a="http://schemas.openxmlformats.org/drawingml/2006/main" noGrp="1"/>
          </p:cNvSpPr>
          <p:nvPr/>
        </p:nvSpPr>
        <p:spPr>
          <a:xfrm xmlns:a="http://schemas.openxmlformats.org/drawingml/2006/main">
            <a:off x="9753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2" name="capability_v1_s4_o52">
            <a:extLst xmlns:a="http://schemas.openxmlformats.org/drawingml/2006/main">
              <a:ext uri="{FF2B5EF4-FFF2-40B4-BE49-F238E27FC236}">
                <a16:creationId xmlns:a16="http://schemas.microsoft.com/office/drawing/2014/main" id="{AA4F5AF5-55BB-43AC-BF4A-E8110EF6D1AD}"/>
              </a:ext>
            </a:extLst>
          </p:cNvPr>
          <p:cNvSpPr>
            <a:spLocks xmlns:a="http://schemas.openxmlformats.org/drawingml/2006/main" noGrp="1"/>
          </p:cNvSpPr>
          <p:nvPr/>
        </p:nvSpPr>
        <p:spPr>
          <a:xfrm xmlns:a="http://schemas.openxmlformats.org/drawingml/2006/main">
            <a:off x="9956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3" name="capability_v1_s4_o53">
            <a:extLst xmlns:a="http://schemas.openxmlformats.org/drawingml/2006/main">
              <a:ext uri="{FF2B5EF4-FFF2-40B4-BE49-F238E27FC236}">
                <a16:creationId xmlns:a16="http://schemas.microsoft.com/office/drawing/2014/main" id="{0938F527-C629-44F1-A54C-3EA6A7D536A9}"/>
              </a:ext>
            </a:extLst>
          </p:cNvPr>
          <p:cNvSpPr>
            <a:spLocks xmlns:a="http://schemas.openxmlformats.org/drawingml/2006/main" noGrp="1"/>
          </p:cNvSpPr>
          <p:nvPr/>
        </p:nvSpPr>
        <p:spPr>
          <a:xfrm xmlns:a="http://schemas.openxmlformats.org/drawingml/2006/main">
            <a:off x="10160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4" name="capability_v1_s4_o54">
            <a:extLst xmlns:a="http://schemas.openxmlformats.org/drawingml/2006/main">
              <a:ext uri="{FF2B5EF4-FFF2-40B4-BE49-F238E27FC236}">
                <a16:creationId xmlns:a16="http://schemas.microsoft.com/office/drawing/2014/main" id="{71BFA89B-6330-46D7-BA8D-56E04994CCFD}"/>
              </a:ext>
            </a:extLst>
          </p:cNvPr>
          <p:cNvSpPr>
            <a:spLocks xmlns:a="http://schemas.openxmlformats.org/drawingml/2006/main" noGrp="1"/>
          </p:cNvSpPr>
          <p:nvPr/>
        </p:nvSpPr>
        <p:spPr>
          <a:xfrm xmlns:a="http://schemas.openxmlformats.org/drawingml/2006/main">
            <a:off x="1036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5" name="capability_v1_s4_o55">
            <a:extLst xmlns:a="http://schemas.openxmlformats.org/drawingml/2006/main">
              <a:ext uri="{FF2B5EF4-FFF2-40B4-BE49-F238E27FC236}">
                <a16:creationId xmlns:a16="http://schemas.microsoft.com/office/drawing/2014/main" id="{FCE8852E-6AF3-4EB6-A990-001FFAE21EB5}"/>
              </a:ext>
            </a:extLst>
          </p:cNvPr>
          <p:cNvSpPr>
            <a:spLocks xmlns:a="http://schemas.openxmlformats.org/drawingml/2006/main" noGrp="1"/>
          </p:cNvSpPr>
          <p:nvPr/>
        </p:nvSpPr>
        <p:spPr>
          <a:xfrm xmlns:a="http://schemas.openxmlformats.org/drawingml/2006/main">
            <a:off x="1056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6" name="capability_v1_s4_o56">
            <a:extLst xmlns:a="http://schemas.openxmlformats.org/drawingml/2006/main">
              <a:ext uri="{FF2B5EF4-FFF2-40B4-BE49-F238E27FC236}">
                <a16:creationId xmlns:a16="http://schemas.microsoft.com/office/drawing/2014/main" id="{A7F1A437-6597-4D76-A1A9-9BDF7BF272D7}"/>
              </a:ext>
            </a:extLst>
          </p:cNvPr>
          <p:cNvSpPr>
            <a:spLocks xmlns:a="http://schemas.openxmlformats.org/drawingml/2006/main" noGrp="1"/>
          </p:cNvSpPr>
          <p:nvPr/>
        </p:nvSpPr>
        <p:spPr>
          <a:xfrm xmlns:a="http://schemas.openxmlformats.org/drawingml/2006/main">
            <a:off x="1076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7" name="capability_v1_s4_o57">
            <a:extLst xmlns:a="http://schemas.openxmlformats.org/drawingml/2006/main">
              <a:ext uri="{FF2B5EF4-FFF2-40B4-BE49-F238E27FC236}">
                <a16:creationId xmlns:a16="http://schemas.microsoft.com/office/drawing/2014/main" id="{4AD71164-B1DF-44A1-A4E9-85580E3048D6}"/>
              </a:ext>
            </a:extLst>
          </p:cNvPr>
          <p:cNvSpPr>
            <a:spLocks xmlns:a="http://schemas.openxmlformats.org/drawingml/2006/main" noGrp="1"/>
          </p:cNvSpPr>
          <p:nvPr/>
        </p:nvSpPr>
        <p:spPr>
          <a:xfrm xmlns:a="http://schemas.openxmlformats.org/drawingml/2006/main">
            <a:off x="1097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8" name="capability_v1_s4_o58">
            <a:extLst xmlns:a="http://schemas.openxmlformats.org/drawingml/2006/main">
              <a:ext uri="{FF2B5EF4-FFF2-40B4-BE49-F238E27FC236}">
                <a16:creationId xmlns:a16="http://schemas.microsoft.com/office/drawing/2014/main" id="{C5C8D862-3EDE-489A-92A5-BAEE63965191}"/>
              </a:ext>
            </a:extLst>
          </p:cNvPr>
          <p:cNvSpPr>
            <a:spLocks xmlns:a="http://schemas.openxmlformats.org/drawingml/2006/main" noGrp="1"/>
          </p:cNvSpPr>
          <p:nvPr/>
        </p:nvSpPr>
        <p:spPr>
          <a:xfrm xmlns:a="http://schemas.openxmlformats.org/drawingml/2006/main">
            <a:off x="1117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9" name="capability_v1_s4_o59">
            <a:extLst xmlns:a="http://schemas.openxmlformats.org/drawingml/2006/main">
              <a:ext uri="{FF2B5EF4-FFF2-40B4-BE49-F238E27FC236}">
                <a16:creationId xmlns:a16="http://schemas.microsoft.com/office/drawing/2014/main" id="{7F09E3FF-9046-444A-89B5-B97342D9BF3D}"/>
              </a:ext>
            </a:extLst>
          </p:cNvPr>
          <p:cNvSpPr>
            <a:spLocks xmlns:a="http://schemas.openxmlformats.org/drawingml/2006/main" noGrp="1"/>
          </p:cNvSpPr>
          <p:nvPr/>
        </p:nvSpPr>
        <p:spPr>
          <a:xfrm xmlns:a="http://schemas.openxmlformats.org/drawingml/2006/main">
            <a:off x="1137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0" name="capability_v1_s4_o60">
            <a:extLst xmlns:a="http://schemas.openxmlformats.org/drawingml/2006/main">
              <a:ext uri="{FF2B5EF4-FFF2-40B4-BE49-F238E27FC236}">
                <a16:creationId xmlns:a16="http://schemas.microsoft.com/office/drawing/2014/main" id="{997A3FA0-D261-4419-99C0-1AE7FC1744BD}"/>
              </a:ext>
            </a:extLst>
          </p:cNvPr>
          <p:cNvSpPr>
            <a:spLocks xmlns:a="http://schemas.openxmlformats.org/drawingml/2006/main" noGrp="1"/>
          </p:cNvSpPr>
          <p:nvPr/>
        </p:nvSpPr>
        <p:spPr>
          <a:xfrm xmlns:a="http://schemas.openxmlformats.org/drawingml/2006/main">
            <a:off x="1158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61" name="capability_v1_s4_o61">
            <a:extLst xmlns:a="http://schemas.openxmlformats.org/drawingml/2006/main">
              <a:ext uri="{FF2B5EF4-FFF2-40B4-BE49-F238E27FC236}">
                <a16:creationId xmlns:a16="http://schemas.microsoft.com/office/drawing/2014/main" id="{500DF11F-D480-4F26-B488-79A365A46419}"/>
              </a:ext>
            </a:extLst>
          </p:cNvPr>
          <p:cNvSpPr>
            <a:spLocks xmlns:a="http://schemas.openxmlformats.org/drawingml/2006/main" noGrp="1"/>
          </p:cNvSpPr>
          <p:nvPr/>
        </p:nvSpPr>
        <p:spPr>
          <a:xfrm xmlns:a="http://schemas.openxmlformats.org/drawingml/2006/main">
            <a:off x="1178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2" name="capability_v1_s4_o62">
            <a:extLst xmlns:a="http://schemas.openxmlformats.org/drawingml/2006/main">
              <a:ext uri="{FF2B5EF4-FFF2-40B4-BE49-F238E27FC236}">
                <a16:creationId xmlns:a16="http://schemas.microsoft.com/office/drawing/2014/main" id="{C6932157-F92C-47C1-8E29-13F2CF531BB6}"/>
              </a:ext>
            </a:extLst>
          </p:cNvPr>
          <p:cNvSpPr>
            <a:spLocks xmlns:a="http://schemas.openxmlformats.org/drawingml/2006/main" noGrp="1"/>
          </p:cNvSpPr>
          <p:nvPr/>
        </p:nvSpPr>
        <p:spPr>
          <a:xfrm xmlns:a="http://schemas.openxmlformats.org/drawingml/2006/main">
            <a:off x="1198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3" name="capability_v1_s4_o63">
            <a:extLst xmlns:a="http://schemas.openxmlformats.org/drawingml/2006/main">
              <a:ext uri="{FF2B5EF4-FFF2-40B4-BE49-F238E27FC236}">
                <a16:creationId xmlns:a16="http://schemas.microsoft.com/office/drawing/2014/main" id="{A1EBA7EE-239F-483E-935A-D59A61E916F5}"/>
              </a:ext>
            </a:extLst>
          </p:cNvPr>
          <p:cNvSpPr>
            <a:spLocks xmlns:a="http://schemas.openxmlformats.org/drawingml/2006/main" noGrp="1"/>
          </p:cNvSpPr>
          <p:nvPr/>
        </p:nvSpPr>
        <p:spPr>
          <a:xfrm xmlns:a="http://schemas.openxmlformats.org/drawingml/2006/main">
            <a:off x="203200" y="1498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64" name="capability_v1_s4_o64">
            <a:extLst xmlns:a="http://schemas.openxmlformats.org/drawingml/2006/main">
              <a:ext uri="{FF2B5EF4-FFF2-40B4-BE49-F238E27FC236}">
                <a16:creationId xmlns:a16="http://schemas.microsoft.com/office/drawing/2014/main" id="{21A1673D-D2CF-4975-BC2A-A21F4176B49C}"/>
              </a:ext>
            </a:extLst>
          </p:cNvPr>
          <p:cNvSpPr>
            <a:spLocks xmlns:a="http://schemas.openxmlformats.org/drawingml/2006/main" noGrp="1"/>
          </p:cNvSpPr>
          <p:nvPr/>
        </p:nvSpPr>
        <p:spPr>
          <a:xfrm xmlns:a="http://schemas.openxmlformats.org/drawingml/2006/main">
            <a:off x="203200" y="1701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5" name="capability_v1_s4_o65">
            <a:extLst xmlns:a="http://schemas.openxmlformats.org/drawingml/2006/main">
              <a:ext uri="{FF2B5EF4-FFF2-40B4-BE49-F238E27FC236}">
                <a16:creationId xmlns:a16="http://schemas.microsoft.com/office/drawing/2014/main" id="{FA95F587-F266-4F60-A475-7399AF8604A2}"/>
              </a:ext>
            </a:extLst>
          </p:cNvPr>
          <p:cNvSpPr>
            <a:spLocks xmlns:a="http://schemas.openxmlformats.org/drawingml/2006/main" noGrp="1"/>
          </p:cNvSpPr>
          <p:nvPr/>
        </p:nvSpPr>
        <p:spPr>
          <a:xfrm xmlns:a="http://schemas.openxmlformats.org/drawingml/2006/main">
            <a:off x="203200" y="1905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6" name="capability_v1_s4_o66">
            <a:extLst xmlns:a="http://schemas.openxmlformats.org/drawingml/2006/main">
              <a:ext uri="{FF2B5EF4-FFF2-40B4-BE49-F238E27FC236}">
                <a16:creationId xmlns:a16="http://schemas.microsoft.com/office/drawing/2014/main" id="{680FCF5F-09A6-4044-BFE7-6E2599F3B1AE}"/>
              </a:ext>
            </a:extLst>
          </p:cNvPr>
          <p:cNvSpPr>
            <a:spLocks xmlns:a="http://schemas.openxmlformats.org/drawingml/2006/main" noGrp="1"/>
          </p:cNvSpPr>
          <p:nvPr/>
        </p:nvSpPr>
        <p:spPr>
          <a:xfrm xmlns:a="http://schemas.openxmlformats.org/drawingml/2006/main">
            <a:off x="203200" y="2108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7" name="capability_v1_s4_o67">
            <a:extLst xmlns:a="http://schemas.openxmlformats.org/drawingml/2006/main">
              <a:ext uri="{FF2B5EF4-FFF2-40B4-BE49-F238E27FC236}">
                <a16:creationId xmlns:a16="http://schemas.microsoft.com/office/drawing/2014/main" id="{F181437D-121D-4CF0-8F0B-FE9071CDD430}"/>
              </a:ext>
            </a:extLst>
          </p:cNvPr>
          <p:cNvSpPr>
            <a:spLocks xmlns:a="http://schemas.openxmlformats.org/drawingml/2006/main" noGrp="1"/>
          </p:cNvSpPr>
          <p:nvPr/>
        </p:nvSpPr>
        <p:spPr>
          <a:xfrm xmlns:a="http://schemas.openxmlformats.org/drawingml/2006/main">
            <a:off x="203200" y="2311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68" name="capability_v1_s4_o68">
            <a:extLst xmlns:a="http://schemas.openxmlformats.org/drawingml/2006/main">
              <a:ext uri="{FF2B5EF4-FFF2-40B4-BE49-F238E27FC236}">
                <a16:creationId xmlns:a16="http://schemas.microsoft.com/office/drawing/2014/main" id="{9A43D5B3-DCFD-4641-9469-66BA5014367B}"/>
              </a:ext>
            </a:extLst>
          </p:cNvPr>
          <p:cNvSpPr>
            <a:spLocks xmlns:a="http://schemas.openxmlformats.org/drawingml/2006/main" noGrp="1"/>
          </p:cNvSpPr>
          <p:nvPr/>
        </p:nvSpPr>
        <p:spPr>
          <a:xfrm xmlns:a="http://schemas.openxmlformats.org/drawingml/2006/main">
            <a:off x="203200" y="2514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9" name="capability_v1_s4_o69">
            <a:extLst xmlns:a="http://schemas.openxmlformats.org/drawingml/2006/main">
              <a:ext uri="{FF2B5EF4-FFF2-40B4-BE49-F238E27FC236}">
                <a16:creationId xmlns:a16="http://schemas.microsoft.com/office/drawing/2014/main" id="{3AC078DB-4A65-436F-84A7-E548DDAF3B0A}"/>
              </a:ext>
            </a:extLst>
          </p:cNvPr>
          <p:cNvSpPr>
            <a:spLocks xmlns:a="http://schemas.openxmlformats.org/drawingml/2006/main" noGrp="1"/>
          </p:cNvSpPr>
          <p:nvPr/>
        </p:nvSpPr>
        <p:spPr>
          <a:xfrm xmlns:a="http://schemas.openxmlformats.org/drawingml/2006/main">
            <a:off x="203200" y="2717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0" name="capability_v1_s4_o70">
            <a:extLst xmlns:a="http://schemas.openxmlformats.org/drawingml/2006/main">
              <a:ext uri="{FF2B5EF4-FFF2-40B4-BE49-F238E27FC236}">
                <a16:creationId xmlns:a16="http://schemas.microsoft.com/office/drawing/2014/main" id="{A8C68FB9-E228-4828-8467-5E33CF4CEAF4}"/>
              </a:ext>
            </a:extLst>
          </p:cNvPr>
          <p:cNvSpPr>
            <a:spLocks xmlns:a="http://schemas.openxmlformats.org/drawingml/2006/main" noGrp="1"/>
          </p:cNvSpPr>
          <p:nvPr/>
        </p:nvSpPr>
        <p:spPr>
          <a:xfrm xmlns:a="http://schemas.openxmlformats.org/drawingml/2006/main">
            <a:off x="203200" y="2921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1" name="capability_v1_s4_o71">
            <a:extLst xmlns:a="http://schemas.openxmlformats.org/drawingml/2006/main">
              <a:ext uri="{FF2B5EF4-FFF2-40B4-BE49-F238E27FC236}">
                <a16:creationId xmlns:a16="http://schemas.microsoft.com/office/drawing/2014/main" id="{772141B4-09F0-4728-A484-B03A14E01972}"/>
              </a:ext>
            </a:extLst>
          </p:cNvPr>
          <p:cNvSpPr>
            <a:spLocks xmlns:a="http://schemas.openxmlformats.org/drawingml/2006/main" noGrp="1"/>
          </p:cNvSpPr>
          <p:nvPr/>
        </p:nvSpPr>
        <p:spPr>
          <a:xfrm xmlns:a="http://schemas.openxmlformats.org/drawingml/2006/main">
            <a:off x="203200" y="3124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72" name="capability_v1_s4_o72">
            <a:extLst xmlns:a="http://schemas.openxmlformats.org/drawingml/2006/main">
              <a:ext uri="{FF2B5EF4-FFF2-40B4-BE49-F238E27FC236}">
                <a16:creationId xmlns:a16="http://schemas.microsoft.com/office/drawing/2014/main" id="{4D2D3A26-4FD2-40DF-92D5-9782B4F1890A}"/>
              </a:ext>
            </a:extLst>
          </p:cNvPr>
          <p:cNvSpPr>
            <a:spLocks xmlns:a="http://schemas.openxmlformats.org/drawingml/2006/main" noGrp="1"/>
          </p:cNvSpPr>
          <p:nvPr/>
        </p:nvSpPr>
        <p:spPr>
          <a:xfrm xmlns:a="http://schemas.openxmlformats.org/drawingml/2006/main">
            <a:off x="203200" y="3327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3" name="capability_v1_s4_o73">
            <a:extLst xmlns:a="http://schemas.openxmlformats.org/drawingml/2006/main">
              <a:ext uri="{FF2B5EF4-FFF2-40B4-BE49-F238E27FC236}">
                <a16:creationId xmlns:a16="http://schemas.microsoft.com/office/drawing/2014/main" id="{14C8A865-7F8F-4A52-AA0C-1BD7E5D5866C}"/>
              </a:ext>
            </a:extLst>
          </p:cNvPr>
          <p:cNvSpPr>
            <a:spLocks xmlns:a="http://schemas.openxmlformats.org/drawingml/2006/main" noGrp="1"/>
          </p:cNvSpPr>
          <p:nvPr/>
        </p:nvSpPr>
        <p:spPr>
          <a:xfrm xmlns:a="http://schemas.openxmlformats.org/drawingml/2006/main">
            <a:off x="203200" y="3530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4" name="capability_v1_s4_o74">
            <a:extLst xmlns:a="http://schemas.openxmlformats.org/drawingml/2006/main">
              <a:ext uri="{FF2B5EF4-FFF2-40B4-BE49-F238E27FC236}">
                <a16:creationId xmlns:a16="http://schemas.microsoft.com/office/drawing/2014/main" id="{BBB780E1-EE13-4A9E-9500-FEF4E1709CD7}"/>
              </a:ext>
            </a:extLst>
          </p:cNvPr>
          <p:cNvSpPr>
            <a:spLocks xmlns:a="http://schemas.openxmlformats.org/drawingml/2006/main" noGrp="1"/>
          </p:cNvSpPr>
          <p:nvPr/>
        </p:nvSpPr>
        <p:spPr>
          <a:xfrm xmlns:a="http://schemas.openxmlformats.org/drawingml/2006/main">
            <a:off x="203200" y="3733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5" name="capability_v1_s4_o75">
            <a:extLst xmlns:a="http://schemas.openxmlformats.org/drawingml/2006/main">
              <a:ext uri="{FF2B5EF4-FFF2-40B4-BE49-F238E27FC236}">
                <a16:creationId xmlns:a16="http://schemas.microsoft.com/office/drawing/2014/main" id="{58328963-6002-4D59-A939-1B478F242342}"/>
              </a:ext>
            </a:extLst>
          </p:cNvPr>
          <p:cNvSpPr>
            <a:spLocks xmlns:a="http://schemas.openxmlformats.org/drawingml/2006/main" noGrp="1"/>
          </p:cNvSpPr>
          <p:nvPr/>
        </p:nvSpPr>
        <p:spPr>
          <a:xfrm xmlns:a="http://schemas.openxmlformats.org/drawingml/2006/main">
            <a:off x="203200" y="3937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76" name="capability_v1_s4_o76">
            <a:extLst xmlns:a="http://schemas.openxmlformats.org/drawingml/2006/main">
              <a:ext uri="{FF2B5EF4-FFF2-40B4-BE49-F238E27FC236}">
                <a16:creationId xmlns:a16="http://schemas.microsoft.com/office/drawing/2014/main" id="{3827DC9B-6E16-4BCA-9429-E66B9C8BBE9E}"/>
              </a:ext>
            </a:extLst>
          </p:cNvPr>
          <p:cNvSpPr>
            <a:spLocks xmlns:a="http://schemas.openxmlformats.org/drawingml/2006/main" noGrp="1"/>
          </p:cNvSpPr>
          <p:nvPr/>
        </p:nvSpPr>
        <p:spPr>
          <a:xfrm xmlns:a="http://schemas.openxmlformats.org/drawingml/2006/main">
            <a:off x="203200" y="4140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7" name="capability_v1_s4_o77">
            <a:extLst xmlns:a="http://schemas.openxmlformats.org/drawingml/2006/main">
              <a:ext uri="{FF2B5EF4-FFF2-40B4-BE49-F238E27FC236}">
                <a16:creationId xmlns:a16="http://schemas.microsoft.com/office/drawing/2014/main" id="{6A9C608D-0943-4FAA-AE15-1658250E48DA}"/>
              </a:ext>
            </a:extLst>
          </p:cNvPr>
          <p:cNvSpPr>
            <a:spLocks xmlns:a="http://schemas.openxmlformats.org/drawingml/2006/main" noGrp="1"/>
          </p:cNvSpPr>
          <p:nvPr/>
        </p:nvSpPr>
        <p:spPr>
          <a:xfrm xmlns:a="http://schemas.openxmlformats.org/drawingml/2006/main">
            <a:off x="203200" y="4343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8" name="capability_v1_s4_o78">
            <a:extLst xmlns:a="http://schemas.openxmlformats.org/drawingml/2006/main">
              <a:ext uri="{FF2B5EF4-FFF2-40B4-BE49-F238E27FC236}">
                <a16:creationId xmlns:a16="http://schemas.microsoft.com/office/drawing/2014/main" id="{96EDDC0F-CE76-47B8-A83B-10FA4137B101}"/>
              </a:ext>
            </a:extLst>
          </p:cNvPr>
          <p:cNvSpPr>
            <a:spLocks xmlns:a="http://schemas.openxmlformats.org/drawingml/2006/main" noGrp="1"/>
          </p:cNvSpPr>
          <p:nvPr/>
        </p:nvSpPr>
        <p:spPr>
          <a:xfrm xmlns:a="http://schemas.openxmlformats.org/drawingml/2006/main">
            <a:off x="203200" y="4546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9" name="capability_v1_s4_o79">
            <a:extLst xmlns:a="http://schemas.openxmlformats.org/drawingml/2006/main">
              <a:ext uri="{FF2B5EF4-FFF2-40B4-BE49-F238E27FC236}">
                <a16:creationId xmlns:a16="http://schemas.microsoft.com/office/drawing/2014/main" id="{3AF82C58-C84A-4D96-9788-616913771B9A}"/>
              </a:ext>
            </a:extLst>
          </p:cNvPr>
          <p:cNvSpPr>
            <a:spLocks xmlns:a="http://schemas.openxmlformats.org/drawingml/2006/main" noGrp="1"/>
          </p:cNvSpPr>
          <p:nvPr/>
        </p:nvSpPr>
        <p:spPr>
          <a:xfrm xmlns:a="http://schemas.openxmlformats.org/drawingml/2006/main">
            <a:off x="203200" y="4749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80" name="capability_v1_s4_o80">
            <a:extLst xmlns:a="http://schemas.openxmlformats.org/drawingml/2006/main">
              <a:ext uri="{FF2B5EF4-FFF2-40B4-BE49-F238E27FC236}">
                <a16:creationId xmlns:a16="http://schemas.microsoft.com/office/drawing/2014/main" id="{516E46B3-40C5-4FCA-AEC4-D01A457E5901}"/>
              </a:ext>
            </a:extLst>
          </p:cNvPr>
          <p:cNvSpPr>
            <a:spLocks xmlns:a="http://schemas.openxmlformats.org/drawingml/2006/main" noGrp="1"/>
          </p:cNvSpPr>
          <p:nvPr/>
        </p:nvSpPr>
        <p:spPr>
          <a:xfrm xmlns:a="http://schemas.openxmlformats.org/drawingml/2006/main">
            <a:off x="203200" y="4953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1" name="capability_v1_s4_o81">
            <a:extLst xmlns:a="http://schemas.openxmlformats.org/drawingml/2006/main">
              <a:ext uri="{FF2B5EF4-FFF2-40B4-BE49-F238E27FC236}">
                <a16:creationId xmlns:a16="http://schemas.microsoft.com/office/drawing/2014/main" id="{8E3B153C-1307-496E-8416-693B8946598B}"/>
              </a:ext>
            </a:extLst>
          </p:cNvPr>
          <p:cNvSpPr>
            <a:spLocks xmlns:a="http://schemas.openxmlformats.org/drawingml/2006/main" noGrp="1"/>
          </p:cNvSpPr>
          <p:nvPr/>
        </p:nvSpPr>
        <p:spPr>
          <a:xfrm xmlns:a="http://schemas.openxmlformats.org/drawingml/2006/main">
            <a:off x="203200" y="5156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2" name="capability_v1_s4_o82">
            <a:extLst xmlns:a="http://schemas.openxmlformats.org/drawingml/2006/main">
              <a:ext uri="{FF2B5EF4-FFF2-40B4-BE49-F238E27FC236}">
                <a16:creationId xmlns:a16="http://schemas.microsoft.com/office/drawing/2014/main" id="{3EDE8D50-2DF2-401C-B242-235CB9AFD34A}"/>
              </a:ext>
            </a:extLst>
          </p:cNvPr>
          <p:cNvSpPr>
            <a:spLocks xmlns:a="http://schemas.openxmlformats.org/drawingml/2006/main" noGrp="1"/>
          </p:cNvSpPr>
          <p:nvPr/>
        </p:nvSpPr>
        <p:spPr>
          <a:xfrm xmlns:a="http://schemas.openxmlformats.org/drawingml/2006/main">
            <a:off x="203200" y="5359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3" name="capability_v1_s4_o83">
            <a:extLst xmlns:a="http://schemas.openxmlformats.org/drawingml/2006/main">
              <a:ext uri="{FF2B5EF4-FFF2-40B4-BE49-F238E27FC236}">
                <a16:creationId xmlns:a16="http://schemas.microsoft.com/office/drawing/2014/main" id="{E0F9F0FA-6DF9-411A-A3EC-A8D5A54B3231}"/>
              </a:ext>
            </a:extLst>
          </p:cNvPr>
          <p:cNvSpPr>
            <a:spLocks xmlns:a="http://schemas.openxmlformats.org/drawingml/2006/main" noGrp="1"/>
          </p:cNvSpPr>
          <p:nvPr/>
        </p:nvSpPr>
        <p:spPr>
          <a:xfrm xmlns:a="http://schemas.openxmlformats.org/drawingml/2006/main">
            <a:off x="203200" y="5562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84" name="capability_v1_s4_o84">
            <a:extLst xmlns:a="http://schemas.openxmlformats.org/drawingml/2006/main">
              <a:ext uri="{FF2B5EF4-FFF2-40B4-BE49-F238E27FC236}">
                <a16:creationId xmlns:a16="http://schemas.microsoft.com/office/drawing/2014/main" id="{A2A8DB84-3E39-42C7-B4F5-B35E44B60E57}"/>
              </a:ext>
            </a:extLst>
          </p:cNvPr>
          <p:cNvSpPr>
            <a:spLocks xmlns:a="http://schemas.openxmlformats.org/drawingml/2006/main" noGrp="1"/>
          </p:cNvSpPr>
          <p:nvPr/>
        </p:nvSpPr>
        <p:spPr>
          <a:xfrm xmlns:a="http://schemas.openxmlformats.org/drawingml/2006/main">
            <a:off x="203200" y="5765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5" name="capability_v1_s4_o85">
            <a:extLst xmlns:a="http://schemas.openxmlformats.org/drawingml/2006/main">
              <a:ext uri="{FF2B5EF4-FFF2-40B4-BE49-F238E27FC236}">
                <a16:creationId xmlns:a16="http://schemas.microsoft.com/office/drawing/2014/main" id="{F177F611-C02E-4030-8FAA-2B39E9F0053C}"/>
              </a:ext>
            </a:extLst>
          </p:cNvPr>
          <p:cNvSpPr>
            <a:spLocks xmlns:a="http://schemas.openxmlformats.org/drawingml/2006/main" noGrp="1"/>
          </p:cNvSpPr>
          <p:nvPr/>
        </p:nvSpPr>
        <p:spPr>
          <a:xfrm xmlns:a="http://schemas.openxmlformats.org/drawingml/2006/main">
            <a:off x="203200" y="5969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6" name="capability_v1_s4_o86">
            <a:extLst xmlns:a="http://schemas.openxmlformats.org/drawingml/2006/main">
              <a:ext uri="{FF2B5EF4-FFF2-40B4-BE49-F238E27FC236}">
                <a16:creationId xmlns:a16="http://schemas.microsoft.com/office/drawing/2014/main" id="{C8804F71-DDD0-448B-897A-97CF8EA0C9C5}"/>
              </a:ext>
            </a:extLst>
          </p:cNvPr>
          <p:cNvSpPr>
            <a:spLocks xmlns:a="http://schemas.openxmlformats.org/drawingml/2006/main" noGrp="1"/>
          </p:cNvSpPr>
          <p:nvPr/>
        </p:nvSpPr>
        <p:spPr>
          <a:xfrm xmlns:a="http://schemas.openxmlformats.org/drawingml/2006/main">
            <a:off x="203200" y="6172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7" name="capability_v1_s4_o87">
            <a:extLst xmlns:a="http://schemas.openxmlformats.org/drawingml/2006/main">
              <a:ext uri="{FF2B5EF4-FFF2-40B4-BE49-F238E27FC236}">
                <a16:creationId xmlns:a16="http://schemas.microsoft.com/office/drawing/2014/main" id="{5FB8B3C1-293B-4E4C-8302-4B4D696A088B}"/>
              </a:ext>
            </a:extLst>
          </p:cNvPr>
          <p:cNvSpPr>
            <a:spLocks xmlns:a="http://schemas.openxmlformats.org/drawingml/2006/main" noGrp="1"/>
          </p:cNvSpPr>
          <p:nvPr/>
        </p:nvSpPr>
        <p:spPr>
          <a:xfrm xmlns:a="http://schemas.openxmlformats.org/drawingml/2006/main">
            <a:off x="355600" y="1574800"/>
            <a:ext cx="11480800" cy="3975100"/>
          </a:xfrm>
          <a:prstGeom xmlns:a="http://schemas.openxmlformats.org/drawingml/2006/main" prst="rect">
            <a:avLst/>
          </a:prstGeom>
          <a:noFill xmlns:a="http://schemas.openxmlformats.org/drawingml/2006/main"/>
          <a:ln xmlns:a="http://schemas.openxmlformats.org/drawingml/2006/main" w="13970">
            <a:solidFill>
              <a:srgbClr val="45A7FF"/>
            </a:solidFill>
          </a:ln>
        </p:spPr>
      </p:sp>
      <p:sp>
        <p:nvSpPr>
          <p:cNvPr id="88" name="capability_v1_s4_o88">
            <a:extLst xmlns:a="http://schemas.openxmlformats.org/drawingml/2006/main">
              <a:ext uri="{FF2B5EF4-FFF2-40B4-BE49-F238E27FC236}">
                <a16:creationId xmlns:a16="http://schemas.microsoft.com/office/drawing/2014/main" id="{CA2E4AE8-5818-434C-8093-9ED55093799F}"/>
              </a:ext>
            </a:extLst>
          </p:cNvPr>
          <p:cNvSpPr>
            <a:spLocks xmlns:a="http://schemas.openxmlformats.org/drawingml/2006/main" noGrp="1"/>
          </p:cNvSpPr>
          <p:nvPr/>
        </p:nvSpPr>
        <p:spPr>
          <a:xfrm xmlns:a="http://schemas.openxmlformats.org/drawingml/2006/main">
            <a:off x="355600" y="1574800"/>
            <a:ext cx="11480800" cy="381000"/>
          </a:xfrm>
          <a:prstGeom xmlns:a="http://schemas.openxmlformats.org/drawingml/2006/main" prst="rect">
            <a:avLst/>
          </a:prstGeom>
          <a:solidFill xmlns:a="http://schemas.openxmlformats.org/drawingml/2006/main">
            <a:srgbClr val="07223B"/>
          </a:solidFill>
          <a:ln xmlns:a="http://schemas.openxmlformats.org/drawingml/2006/main" w="10160">
            <a:solidFill>
              <a:srgbClr val="45A7FF"/>
            </a:solidFill>
          </a:ln>
        </p:spPr>
      </p:sp>
      <p:sp>
        <p:nvSpPr>
          <p:cNvPr id="89" name="capability_v1_s4_o89">
            <a:extLst xmlns:a="http://schemas.openxmlformats.org/drawingml/2006/main">
              <a:ext uri="{FF2B5EF4-FFF2-40B4-BE49-F238E27FC236}">
                <a16:creationId xmlns:a16="http://schemas.microsoft.com/office/drawing/2014/main" id="{2D9757C3-63DF-416C-9763-DD44EB4FDD77}"/>
              </a:ext>
            </a:extLst>
          </p:cNvPr>
          <p:cNvSpPr>
            <a:spLocks xmlns:a="http://schemas.openxmlformats.org/drawingml/2006/main" noGrp="1"/>
          </p:cNvSpPr>
          <p:nvPr/>
        </p:nvSpPr>
        <p:spPr>
          <a:xfrm xmlns:a="http://schemas.openxmlformats.org/drawingml/2006/main">
            <a:off x="457200" y="1625600"/>
            <a:ext cx="241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1">
                <a:solidFill>
                  <a:srgbClr val="45A7FF"/>
                </a:solidFill>
                <a:latin typeface="Arial"/>
                <a:ea typeface="Arial"/>
                <a:cs typeface="Arial"/>
              </a:defRPr>
            </a:defPPr>
          </a:lstStyle>
          <a:p xmlns:a="http://schemas.openxmlformats.org/drawingml/2006/main">
            <a:pPr algn="l">
              <a:lnSpc>
                <a:spcPct val="108000"/>
              </a:lnSpc>
              <a:buNone/>
              <a:defRPr sz="1300" b="1">
                <a:solidFill>
                  <a:srgbClr val="45A7FF"/>
                </a:solidFill>
                <a:latin typeface="Arial"/>
                <a:ea typeface="Arial"/>
                <a:cs typeface="Arial"/>
              </a:defRPr>
            </a:pPr>
            <a:r>
              <a:rPr sz="1300" b="1">
                <a:solidFill>
                  <a:srgbClr val="45A7FF"/>
                </a:solidFill>
                <a:latin typeface="Arial"/>
                <a:ea typeface="Arial"/>
                <a:cs typeface="Arial"/>
              </a:rPr>
              <a:t>Capability boundary</a:t>
            </a:r>
          </a:p>
        </p:txBody>
      </p:sp>
      <p:sp>
        <p:nvSpPr>
          <p:cNvPr id="90" name="capability_v1_s4_o90">
            <a:extLst xmlns:a="http://schemas.openxmlformats.org/drawingml/2006/main">
              <a:ext uri="{FF2B5EF4-FFF2-40B4-BE49-F238E27FC236}">
                <a16:creationId xmlns:a16="http://schemas.microsoft.com/office/drawing/2014/main" id="{8C0372A2-F647-4E8A-8BD7-FD54844D904D}"/>
              </a:ext>
            </a:extLst>
          </p:cNvPr>
          <p:cNvSpPr>
            <a:spLocks xmlns:a="http://schemas.openxmlformats.org/drawingml/2006/main" noGrp="1"/>
          </p:cNvSpPr>
          <p:nvPr/>
        </p:nvSpPr>
        <p:spPr>
          <a:xfrm xmlns:a="http://schemas.openxmlformats.org/drawingml/2006/main">
            <a:off x="2819400" y="1651000"/>
            <a:ext cx="87630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F4F7FB"/>
                </a:solidFill>
                <a:latin typeface="Arial"/>
                <a:ea typeface="Arial"/>
                <a:cs typeface="Arial"/>
              </a:defRPr>
            </a:defPPr>
          </a:lstStyle>
          <a:p xmlns:a="http://schemas.openxmlformats.org/drawingml/2006/main">
            <a:pPr algn="l">
              <a:lnSpc>
                <a:spcPct val="108000"/>
              </a:lnSpc>
              <a:buNone/>
              <a:defRPr sz="1100" b="0">
                <a:solidFill>
                  <a:srgbClr val="F4F7FB"/>
                </a:solidFill>
                <a:latin typeface="Arial"/>
                <a:ea typeface="Arial"/>
                <a:cs typeface="Arial"/>
              </a:defRPr>
            </a:pPr>
            <a:r>
              <a:rPr sz="1100" b="0">
                <a:solidFill>
                  <a:srgbClr val="F4F7FB"/>
                </a:solidFill>
                <a:latin typeface="Arial"/>
                <a:ea typeface="Arial"/>
                <a:cs typeface="Arial"/>
              </a:rPr>
              <a:t>procedural-dungeon-governed-execution</a:t>
            </a:r>
          </a:p>
        </p:txBody>
      </p:sp>
      <p:sp>
        <p:nvSpPr>
          <p:cNvPr id="91" name="capability_v1_s4_o91">
            <a:extLst xmlns:a="http://schemas.openxmlformats.org/drawingml/2006/main">
              <a:ext uri="{FF2B5EF4-FFF2-40B4-BE49-F238E27FC236}">
                <a16:creationId xmlns:a16="http://schemas.microsoft.com/office/drawing/2014/main" id="{31C77AC3-10DB-4240-B8E7-970FA67DA767}"/>
              </a:ext>
            </a:extLst>
          </p:cNvPr>
          <p:cNvSpPr>
            <a:spLocks xmlns:a="http://schemas.openxmlformats.org/drawingml/2006/main" noGrp="1"/>
          </p:cNvSpPr>
          <p:nvPr/>
        </p:nvSpPr>
        <p:spPr>
          <a:xfrm xmlns:a="http://schemas.openxmlformats.org/drawingml/2006/main">
            <a:off x="355600" y="5892800"/>
            <a:ext cx="11480800" cy="292100"/>
          </a:xfrm>
          <a:prstGeom xmlns:a="http://schemas.openxmlformats.org/drawingml/2006/main" prst="rect">
            <a:avLst/>
          </a:prstGeom>
          <a:solidFill xmlns:a="http://schemas.openxmlformats.org/drawingml/2006/main">
            <a:srgbClr val="07223B"/>
          </a:solidFill>
          <a:ln xmlns:a="http://schemas.openxmlformats.org/drawingml/2006/main" w="10160">
            <a:solidFill>
              <a:srgbClr val="45A7FF"/>
            </a:solidFill>
          </a:ln>
        </p:spPr>
      </p:sp>
      <p:sp>
        <p:nvSpPr>
          <p:cNvPr id="92" name="capability_v1_s4_o92">
            <a:extLst xmlns:a="http://schemas.openxmlformats.org/drawingml/2006/main">
              <a:ext uri="{FF2B5EF4-FFF2-40B4-BE49-F238E27FC236}">
                <a16:creationId xmlns:a16="http://schemas.microsoft.com/office/drawing/2014/main" id="{5D28911C-BA02-4F29-A3C9-E3D453B7A0F9}"/>
              </a:ext>
            </a:extLst>
          </p:cNvPr>
          <p:cNvSpPr>
            <a:spLocks xmlns:a="http://schemas.openxmlformats.org/drawingml/2006/main" noGrp="1"/>
          </p:cNvSpPr>
          <p:nvPr/>
        </p:nvSpPr>
        <p:spPr>
          <a:xfrm xmlns:a="http://schemas.openxmlformats.org/drawingml/2006/main">
            <a:off x="457200" y="5918200"/>
            <a:ext cx="2921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1">
                <a:solidFill>
                  <a:srgbClr val="45A7FF"/>
                </a:solidFill>
                <a:latin typeface="Arial"/>
                <a:ea typeface="Arial"/>
                <a:cs typeface="Arial"/>
              </a:defRPr>
            </a:defPPr>
          </a:lstStyle>
          <a:p xmlns:a="http://schemas.openxmlformats.org/drawingml/2006/main">
            <a:pPr algn="l">
              <a:lnSpc>
                <a:spcPct val="108000"/>
              </a:lnSpc>
              <a:buNone/>
              <a:defRPr sz="1000" b="1">
                <a:solidFill>
                  <a:srgbClr val="45A7FF"/>
                </a:solidFill>
                <a:latin typeface="Arial"/>
                <a:ea typeface="Arial"/>
                <a:cs typeface="Arial"/>
              </a:defRPr>
            </a:pPr>
            <a:r>
              <a:rPr sz="1000" b="1">
                <a:solidFill>
                  <a:srgbClr val="45A7FF"/>
                </a:solidFill>
                <a:latin typeface="Arial"/>
                <a:ea typeface="Arial"/>
                <a:cs typeface="Arial"/>
              </a:rPr>
              <a:t>OBSERVATION / TELEMETRY</a:t>
            </a:r>
          </a:p>
        </p:txBody>
      </p:sp>
      <p:sp>
        <p:nvSpPr>
          <p:cNvPr id="93" name="capability_v1_s4_o93">
            <a:extLst xmlns:a="http://schemas.openxmlformats.org/drawingml/2006/main">
              <a:ext uri="{FF2B5EF4-FFF2-40B4-BE49-F238E27FC236}">
                <a16:creationId xmlns:a16="http://schemas.microsoft.com/office/drawing/2014/main" id="{640CB6F4-4EB4-4160-ACA6-8C99C8D9F56D}"/>
              </a:ext>
            </a:extLst>
          </p:cNvPr>
          <p:cNvSpPr>
            <a:spLocks xmlns:a="http://schemas.openxmlformats.org/drawingml/2006/main" noGrp="1"/>
          </p:cNvSpPr>
          <p:nvPr/>
        </p:nvSpPr>
        <p:spPr>
          <a:xfrm xmlns:a="http://schemas.openxmlformats.org/drawingml/2006/main">
            <a:off x="3937000" y="5918200"/>
            <a:ext cx="7442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Unobserved · no invocation selected</a:t>
            </a:r>
          </a:p>
        </p:txBody>
      </p:sp>
      <p:sp>
        <p:nvSpPr>
          <p:cNvPr id="94" name="capability_v1_s4_o94">
            <a:extLst xmlns:a="http://schemas.openxmlformats.org/drawingml/2006/main">
              <a:ext uri="{FF2B5EF4-FFF2-40B4-BE49-F238E27FC236}">
                <a16:creationId xmlns:a16="http://schemas.microsoft.com/office/drawing/2014/main" id="{B1EAD6CD-2158-498E-B384-A93C5E8EDF99}"/>
              </a:ext>
            </a:extLst>
          </p:cNvPr>
          <p:cNvSpPr>
            <a:spLocks xmlns:a="http://schemas.openxmlformats.org/drawingml/2006/main" noGrp="1"/>
          </p:cNvSpPr>
          <p:nvPr/>
        </p:nvSpPr>
        <p:spPr>
          <a:xfrm xmlns:a="http://schemas.openxmlformats.org/drawingml/2006/main">
            <a:off x="431800" y="5651500"/>
            <a:ext cx="127000" cy="127000"/>
          </a:xfrm>
          <a:prstGeom xmlns:a="http://schemas.openxmlformats.org/drawingml/2006/main" prst="rect">
            <a:avLst/>
          </a:prstGeom>
          <a:noFill xmlns:a="http://schemas.openxmlformats.org/drawingml/2006/main"/>
          <a:ln xmlns:a="http://schemas.openxmlformats.org/drawingml/2006/main" w="12700">
            <a:solidFill>
              <a:srgbClr val="F6B94D"/>
            </a:solidFill>
          </a:ln>
        </p:spPr>
      </p:sp>
      <p:sp>
        <p:nvSpPr>
          <p:cNvPr id="95" name="capability_v1_s4_o95">
            <a:extLst xmlns:a="http://schemas.openxmlformats.org/drawingml/2006/main">
              <a:ext uri="{FF2B5EF4-FFF2-40B4-BE49-F238E27FC236}">
                <a16:creationId xmlns:a16="http://schemas.microsoft.com/office/drawing/2014/main" id="{48A00C6D-DF48-403E-B68B-4E374DBDEE1B}"/>
              </a:ext>
            </a:extLst>
          </p:cNvPr>
          <p:cNvSpPr>
            <a:spLocks xmlns:a="http://schemas.openxmlformats.org/drawingml/2006/main" noGrp="1"/>
          </p:cNvSpPr>
          <p:nvPr/>
        </p:nvSpPr>
        <p:spPr>
          <a:xfrm xmlns:a="http://schemas.openxmlformats.org/drawingml/2006/main">
            <a:off x="6350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F6B94D"/>
                </a:solidFill>
                <a:latin typeface="Arial"/>
                <a:ea typeface="Arial"/>
                <a:cs typeface="Arial"/>
              </a:defRPr>
            </a:defPPr>
          </a:lstStyle>
          <a:p xmlns:a="http://schemas.openxmlformats.org/drawingml/2006/main">
            <a:pPr algn="l">
              <a:lnSpc>
                <a:spcPct val="108000"/>
              </a:lnSpc>
              <a:buNone/>
              <a:defRPr sz="900" b="0">
                <a:solidFill>
                  <a:srgbClr val="F6B94D"/>
                </a:solidFill>
                <a:latin typeface="Arial"/>
                <a:ea typeface="Arial"/>
                <a:cs typeface="Arial"/>
              </a:defRPr>
            </a:pPr>
            <a:r>
              <a:rPr sz="900" b="0">
                <a:solidFill>
                  <a:srgbClr val="F6B94D"/>
                </a:solidFill>
                <a:latin typeface="Arial"/>
                <a:ea typeface="Arial"/>
                <a:cs typeface="Arial"/>
              </a:rPr>
              <a:t>INPUT</a:t>
            </a:r>
          </a:p>
        </p:txBody>
      </p:sp>
      <p:sp>
        <p:nvSpPr>
          <p:cNvPr id="96" name="capability_v1_s4_o96">
            <a:extLst xmlns:a="http://schemas.openxmlformats.org/drawingml/2006/main">
              <a:ext uri="{FF2B5EF4-FFF2-40B4-BE49-F238E27FC236}">
                <a16:creationId xmlns:a16="http://schemas.microsoft.com/office/drawing/2014/main" id="{ED628B86-7447-4BEA-B11C-C214FD52D724}"/>
              </a:ext>
            </a:extLst>
          </p:cNvPr>
          <p:cNvSpPr>
            <a:spLocks xmlns:a="http://schemas.openxmlformats.org/drawingml/2006/main" noGrp="1"/>
          </p:cNvSpPr>
          <p:nvPr/>
        </p:nvSpPr>
        <p:spPr>
          <a:xfrm xmlns:a="http://schemas.openxmlformats.org/drawingml/2006/main">
            <a:off x="2146300" y="5651500"/>
            <a:ext cx="127000" cy="127000"/>
          </a:xfrm>
          <a:prstGeom xmlns:a="http://schemas.openxmlformats.org/drawingml/2006/main" prst="rect">
            <a:avLst/>
          </a:prstGeom>
          <a:noFill xmlns:a="http://schemas.openxmlformats.org/drawingml/2006/main"/>
          <a:ln xmlns:a="http://schemas.openxmlformats.org/drawingml/2006/main" w="12700">
            <a:solidFill>
              <a:srgbClr val="45A7FF"/>
            </a:solidFill>
          </a:ln>
        </p:spPr>
      </p:sp>
      <p:sp>
        <p:nvSpPr>
          <p:cNvPr id="97" name="capability_v1_s4_o97">
            <a:extLst xmlns:a="http://schemas.openxmlformats.org/drawingml/2006/main">
              <a:ext uri="{FF2B5EF4-FFF2-40B4-BE49-F238E27FC236}">
                <a16:creationId xmlns:a16="http://schemas.microsoft.com/office/drawing/2014/main" id="{AE2A993A-A4FF-4DA9-8736-E27ECF3E6645}"/>
              </a:ext>
            </a:extLst>
          </p:cNvPr>
          <p:cNvSpPr>
            <a:spLocks xmlns:a="http://schemas.openxmlformats.org/drawingml/2006/main" noGrp="1"/>
          </p:cNvSpPr>
          <p:nvPr/>
        </p:nvSpPr>
        <p:spPr>
          <a:xfrm xmlns:a="http://schemas.openxmlformats.org/drawingml/2006/main">
            <a:off x="23495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45A7FF"/>
                </a:solidFill>
                <a:latin typeface="Arial"/>
                <a:ea typeface="Arial"/>
                <a:cs typeface="Arial"/>
              </a:defRPr>
            </a:defPPr>
          </a:lstStyle>
          <a:p xmlns:a="http://schemas.openxmlformats.org/drawingml/2006/main">
            <a:pPr algn="l">
              <a:lnSpc>
                <a:spcPct val="108000"/>
              </a:lnSpc>
              <a:buNone/>
              <a:defRPr sz="900" b="0">
                <a:solidFill>
                  <a:srgbClr val="45A7FF"/>
                </a:solidFill>
                <a:latin typeface="Arial"/>
                <a:ea typeface="Arial"/>
                <a:cs typeface="Arial"/>
              </a:defRPr>
            </a:pPr>
            <a:r>
              <a:rPr sz="900" b="0">
                <a:solidFill>
                  <a:srgbClr val="45A7FF"/>
                </a:solidFill>
                <a:latin typeface="Arial"/>
                <a:ea typeface="Arial"/>
                <a:cs typeface="Arial"/>
              </a:rPr>
              <a:t>EXECUTION</a:t>
            </a:r>
          </a:p>
        </p:txBody>
      </p:sp>
      <p:sp>
        <p:nvSpPr>
          <p:cNvPr id="98" name="capability_v1_s4_o98">
            <a:extLst xmlns:a="http://schemas.openxmlformats.org/drawingml/2006/main">
              <a:ext uri="{FF2B5EF4-FFF2-40B4-BE49-F238E27FC236}">
                <a16:creationId xmlns:a16="http://schemas.microsoft.com/office/drawing/2014/main" id="{0D0C7C21-55A4-4BDA-8EDB-D6175237C995}"/>
              </a:ext>
            </a:extLst>
          </p:cNvPr>
          <p:cNvSpPr>
            <a:spLocks xmlns:a="http://schemas.openxmlformats.org/drawingml/2006/main" noGrp="1"/>
          </p:cNvSpPr>
          <p:nvPr/>
        </p:nvSpPr>
        <p:spPr>
          <a:xfrm xmlns:a="http://schemas.openxmlformats.org/drawingml/2006/main">
            <a:off x="3860800" y="5651500"/>
            <a:ext cx="127000" cy="127000"/>
          </a:xfrm>
          <a:prstGeom xmlns:a="http://schemas.openxmlformats.org/drawingml/2006/main" prst="rect">
            <a:avLst/>
          </a:prstGeom>
          <a:noFill xmlns:a="http://schemas.openxmlformats.org/drawingml/2006/main"/>
          <a:ln xmlns:a="http://schemas.openxmlformats.org/drawingml/2006/main" w="12700">
            <a:solidFill>
              <a:srgbClr val="A98AF2"/>
            </a:solidFill>
          </a:ln>
        </p:spPr>
      </p:sp>
      <p:sp>
        <p:nvSpPr>
          <p:cNvPr id="99" name="capability_v1_s4_o99">
            <a:extLst xmlns:a="http://schemas.openxmlformats.org/drawingml/2006/main">
              <a:ext uri="{FF2B5EF4-FFF2-40B4-BE49-F238E27FC236}">
                <a16:creationId xmlns:a16="http://schemas.microsoft.com/office/drawing/2014/main" id="{5677AF02-CEBC-437B-B7A2-58210CE15F5A}"/>
              </a:ext>
            </a:extLst>
          </p:cNvPr>
          <p:cNvSpPr>
            <a:spLocks xmlns:a="http://schemas.openxmlformats.org/drawingml/2006/main" noGrp="1"/>
          </p:cNvSpPr>
          <p:nvPr/>
        </p:nvSpPr>
        <p:spPr>
          <a:xfrm xmlns:a="http://schemas.openxmlformats.org/drawingml/2006/main">
            <a:off x="40640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98AF2"/>
                </a:solidFill>
                <a:latin typeface="Arial"/>
                <a:ea typeface="Arial"/>
                <a:cs typeface="Arial"/>
              </a:defRPr>
            </a:defPPr>
          </a:lstStyle>
          <a:p xmlns:a="http://schemas.openxmlformats.org/drawingml/2006/main">
            <a:pPr algn="l">
              <a:lnSpc>
                <a:spcPct val="108000"/>
              </a:lnSpc>
              <a:buNone/>
              <a:defRPr sz="900" b="0">
                <a:solidFill>
                  <a:srgbClr val="A98AF2"/>
                </a:solidFill>
                <a:latin typeface="Arial"/>
                <a:ea typeface="Arial"/>
                <a:cs typeface="Arial"/>
              </a:defRPr>
            </a:pPr>
            <a:r>
              <a:rPr sz="900" b="0">
                <a:solidFill>
                  <a:srgbClr val="A98AF2"/>
                </a:solidFill>
                <a:latin typeface="Arial"/>
                <a:ea typeface="Arial"/>
                <a:cs typeface="Arial"/>
              </a:rPr>
              <a:t>PROVIDER</a:t>
            </a:r>
          </a:p>
        </p:txBody>
      </p:sp>
      <p:sp>
        <p:nvSpPr>
          <p:cNvPr id="100" name="capability_v1_s4_o100">
            <a:extLst xmlns:a="http://schemas.openxmlformats.org/drawingml/2006/main">
              <a:ext uri="{FF2B5EF4-FFF2-40B4-BE49-F238E27FC236}">
                <a16:creationId xmlns:a16="http://schemas.microsoft.com/office/drawing/2014/main" id="{9A726994-6F40-4AC9-8479-8A489E165982}"/>
              </a:ext>
            </a:extLst>
          </p:cNvPr>
          <p:cNvSpPr>
            <a:spLocks xmlns:a="http://schemas.openxmlformats.org/drawingml/2006/main" noGrp="1"/>
          </p:cNvSpPr>
          <p:nvPr/>
        </p:nvSpPr>
        <p:spPr>
          <a:xfrm xmlns:a="http://schemas.openxmlformats.org/drawingml/2006/main">
            <a:off x="5575300" y="5651500"/>
            <a:ext cx="127000" cy="127000"/>
          </a:xfrm>
          <a:prstGeom xmlns:a="http://schemas.openxmlformats.org/drawingml/2006/main" prst="rect">
            <a:avLst/>
          </a:prstGeom>
          <a:noFill xmlns:a="http://schemas.openxmlformats.org/drawingml/2006/main"/>
          <a:ln xmlns:a="http://schemas.openxmlformats.org/drawingml/2006/main" w="12700">
            <a:solidFill>
              <a:srgbClr val="4DE0B0"/>
            </a:solidFill>
          </a:ln>
        </p:spPr>
      </p:sp>
      <p:sp>
        <p:nvSpPr>
          <p:cNvPr id="101" name="capability_v1_s4_o101">
            <a:extLst xmlns:a="http://schemas.openxmlformats.org/drawingml/2006/main">
              <a:ext uri="{FF2B5EF4-FFF2-40B4-BE49-F238E27FC236}">
                <a16:creationId xmlns:a16="http://schemas.microsoft.com/office/drawing/2014/main" id="{D6BD0E24-B899-4B5E-B2A6-355635885726}"/>
              </a:ext>
            </a:extLst>
          </p:cNvPr>
          <p:cNvSpPr>
            <a:spLocks xmlns:a="http://schemas.openxmlformats.org/drawingml/2006/main" noGrp="1"/>
          </p:cNvSpPr>
          <p:nvPr/>
        </p:nvSpPr>
        <p:spPr>
          <a:xfrm xmlns:a="http://schemas.openxmlformats.org/drawingml/2006/main">
            <a:off x="57785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4DE0B0"/>
                </a:solidFill>
                <a:latin typeface="Arial"/>
                <a:ea typeface="Arial"/>
                <a:cs typeface="Arial"/>
              </a:defRPr>
            </a:defPPr>
          </a:lstStyle>
          <a:p xmlns:a="http://schemas.openxmlformats.org/drawingml/2006/main">
            <a:pPr algn="l">
              <a:lnSpc>
                <a:spcPct val="108000"/>
              </a:lnSpc>
              <a:buNone/>
              <a:defRPr sz="900" b="0">
                <a:solidFill>
                  <a:srgbClr val="4DE0B0"/>
                </a:solidFill>
                <a:latin typeface="Arial"/>
                <a:ea typeface="Arial"/>
                <a:cs typeface="Arial"/>
              </a:defRPr>
            </a:pPr>
            <a:r>
              <a:rPr sz="900" b="0">
                <a:solidFill>
                  <a:srgbClr val="4DE0B0"/>
                </a:solidFill>
                <a:latin typeface="Arial"/>
                <a:ea typeface="Arial"/>
                <a:cs typeface="Arial"/>
              </a:rPr>
              <a:t>OUTCOME</a:t>
            </a:r>
          </a:p>
        </p:txBody>
      </p:sp>
      <p:sp>
        <p:nvSpPr>
          <p:cNvPr id="102" name="capability_v1_s4_o102">
            <a:extLst xmlns:a="http://schemas.openxmlformats.org/drawingml/2006/main">
              <a:ext uri="{FF2B5EF4-FFF2-40B4-BE49-F238E27FC236}">
                <a16:creationId xmlns:a16="http://schemas.microsoft.com/office/drawing/2014/main" id="{CF41107B-D3AC-4D85-B7F7-EA8337ED59C2}"/>
              </a:ext>
            </a:extLst>
          </p:cNvPr>
          <p:cNvSpPr>
            <a:spLocks xmlns:a="http://schemas.openxmlformats.org/drawingml/2006/main" noGrp="1"/>
          </p:cNvSpPr>
          <p:nvPr/>
        </p:nvSpPr>
        <p:spPr>
          <a:xfrm xmlns:a="http://schemas.openxmlformats.org/drawingml/2006/main">
            <a:off x="7950200" y="5613400"/>
            <a:ext cx="3784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Dashed: declared order / call</a:t>
            </a:r>
          </a:p>
        </p:txBody>
      </p:sp>
      <p:sp>
        <p:nvSpPr>
          <p:cNvPr id="103" name="capability_v1_s4_o103">
            <a:extLst xmlns:a="http://schemas.openxmlformats.org/drawingml/2006/main">
              <a:ext uri="{FF2B5EF4-FFF2-40B4-BE49-F238E27FC236}">
                <a16:creationId xmlns:a16="http://schemas.microsoft.com/office/drawing/2014/main" id="{63832AC9-AC45-491C-A97B-B0263DC2C3A1}"/>
              </a:ext>
            </a:extLst>
          </p:cNvPr>
          <p:cNvSpPr>
            <a:spLocks xmlns:a="http://schemas.openxmlformats.org/drawingml/2006/main" noGrp="1"/>
          </p:cNvSpPr>
          <p:nvPr/>
        </p:nvSpPr>
        <p:spPr>
          <a:xfrm xmlns:a="http://schemas.openxmlformats.org/drawingml/2006/main">
            <a:off x="4313464" y="3787624"/>
            <a:ext cx="435731" cy="95"/>
          </a:xfrm>
          <a:custGeom xmlns:a="http://schemas.openxmlformats.org/drawingml/2006/main">
            <a:pathLst>
              <a:path w="435731" h="95">
                <a:moveTo>
                  <a:pt x="0" y="0"/>
                </a:moveTo>
                <a:lnTo>
                  <a:pt x="435731" y="0"/>
                </a:lnTo>
              </a:path>
            </a:pathLst>
          </a:custGeom>
          <a:noFill xmlns:a="http://schemas.openxmlformats.org/drawingml/2006/main"/>
          <a:ln xmlns:a="http://schemas.openxmlformats.org/drawingml/2006/main" w="12676">
            <a:solidFill>
              <a:srgbClr val="F6B94D"/>
            </a:solidFill>
            <a:prstDash val="solid"/>
          </a:ln>
        </p:spPr>
      </p:sp>
      <p:sp>
        <p:nvSpPr>
          <p:cNvPr id="104" name="capability_v1_s4_o103_arrow">
            <a:extLst xmlns:a="http://schemas.openxmlformats.org/drawingml/2006/main">
              <a:ext uri="{FF2B5EF4-FFF2-40B4-BE49-F238E27FC236}">
                <a16:creationId xmlns:a16="http://schemas.microsoft.com/office/drawing/2014/main" id="{434F99D1-F1E1-48C1-8C0B-215250AECAC5}"/>
              </a:ext>
            </a:extLst>
          </p:cNvPr>
          <p:cNvSpPr>
            <a:spLocks xmlns:a="http://schemas.openxmlformats.org/drawingml/2006/main" noGrp="1"/>
          </p:cNvSpPr>
          <p:nvPr/>
        </p:nvSpPr>
        <p:spPr>
          <a:xfrm xmlns:a="http://schemas.openxmlformats.org/drawingml/2006/main">
            <a:off x="4672995" y="3748254"/>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05" name="capability_v1_s4_o104">
            <a:extLst xmlns:a="http://schemas.openxmlformats.org/drawingml/2006/main">
              <a:ext uri="{FF2B5EF4-FFF2-40B4-BE49-F238E27FC236}">
                <a16:creationId xmlns:a16="http://schemas.microsoft.com/office/drawing/2014/main" id="{F037A37B-D1BD-49F8-AC0A-431964F2291B}"/>
              </a:ext>
            </a:extLst>
          </p:cNvPr>
          <p:cNvSpPr>
            <a:spLocks xmlns:a="http://schemas.openxmlformats.org/drawingml/2006/main" noGrp="1"/>
          </p:cNvSpPr>
          <p:nvPr/>
        </p:nvSpPr>
        <p:spPr>
          <a:xfrm xmlns:a="http://schemas.openxmlformats.org/drawingml/2006/main">
            <a:off x="7046686" y="3787624"/>
            <a:ext cx="435731" cy="95"/>
          </a:xfrm>
          <a:custGeom xmlns:a="http://schemas.openxmlformats.org/drawingml/2006/main">
            <a:pathLst>
              <a:path w="435731" h="95">
                <a:moveTo>
                  <a:pt x="0" y="0"/>
                </a:moveTo>
                <a:lnTo>
                  <a:pt x="435731" y="0"/>
                </a:lnTo>
              </a:path>
            </a:pathLst>
          </a:custGeom>
          <a:noFill xmlns:a="http://schemas.openxmlformats.org/drawingml/2006/main"/>
          <a:ln xmlns:a="http://schemas.openxmlformats.org/drawingml/2006/main" w="12676">
            <a:solidFill>
              <a:srgbClr val="4DE0B0"/>
            </a:solidFill>
            <a:prstDash val="solid"/>
          </a:ln>
        </p:spPr>
      </p:sp>
      <p:sp>
        <p:nvSpPr>
          <p:cNvPr id="106" name="capability_v1_s4_o104_arrow">
            <a:extLst xmlns:a="http://schemas.openxmlformats.org/drawingml/2006/main">
              <a:ext uri="{FF2B5EF4-FFF2-40B4-BE49-F238E27FC236}">
                <a16:creationId xmlns:a16="http://schemas.microsoft.com/office/drawing/2014/main" id="{283AAC9A-10E9-4AA6-B29A-6EC6503F7AC5}"/>
              </a:ext>
            </a:extLst>
          </p:cNvPr>
          <p:cNvSpPr>
            <a:spLocks xmlns:a="http://schemas.openxmlformats.org/drawingml/2006/main" noGrp="1"/>
          </p:cNvSpPr>
          <p:nvPr/>
        </p:nvSpPr>
        <p:spPr>
          <a:xfrm xmlns:a="http://schemas.openxmlformats.org/drawingml/2006/main">
            <a:off x="7406217" y="3748254"/>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07" name="capability_v1_s4_o105">
            <a:extLst xmlns:a="http://schemas.openxmlformats.org/drawingml/2006/main">
              <a:ext uri="{FF2B5EF4-FFF2-40B4-BE49-F238E27FC236}">
                <a16:creationId xmlns:a16="http://schemas.microsoft.com/office/drawing/2014/main" id="{35826C22-76A8-4C02-B513-341AD2756E2F}"/>
              </a:ext>
            </a:extLst>
          </p:cNvPr>
          <p:cNvSpPr>
            <a:spLocks xmlns:a="http://schemas.openxmlformats.org/drawingml/2006/main" noGrp="1"/>
          </p:cNvSpPr>
          <p:nvPr/>
        </p:nvSpPr>
        <p:spPr>
          <a:xfrm xmlns:a="http://schemas.openxmlformats.org/drawingml/2006/main">
            <a:off x="2015974" y="2876550"/>
            <a:ext cx="2297490" cy="1822148"/>
          </a:xfrm>
          <a:prstGeom xmlns:a="http://schemas.openxmlformats.org/drawingml/2006/main" prst="ellipse">
            <a:avLst/>
          </a:prstGeom>
          <a:noFill xmlns:a="http://schemas.openxmlformats.org/drawingml/2006/main"/>
          <a:ln xmlns:a="http://schemas.openxmlformats.org/drawingml/2006/main" w="6350">
            <a:solidFill>
              <a:srgbClr val="F6B94D"/>
            </a:solidFill>
          </a:ln>
        </p:spPr>
      </p:sp>
      <p:sp>
        <p:nvSpPr>
          <p:cNvPr id="108" name="capability_v1_s4_o106">
            <a:extLst xmlns:a="http://schemas.openxmlformats.org/drawingml/2006/main">
              <a:ext uri="{FF2B5EF4-FFF2-40B4-BE49-F238E27FC236}">
                <a16:creationId xmlns:a16="http://schemas.microsoft.com/office/drawing/2014/main" id="{560C9040-AD37-4E3F-B5E2-6BFBFFB8749B}"/>
              </a:ext>
            </a:extLst>
          </p:cNvPr>
          <p:cNvSpPr>
            <a:spLocks xmlns:a="http://schemas.openxmlformats.org/drawingml/2006/main" noGrp="1"/>
          </p:cNvSpPr>
          <p:nvPr/>
        </p:nvSpPr>
        <p:spPr>
          <a:xfrm xmlns:a="http://schemas.openxmlformats.org/drawingml/2006/main">
            <a:off x="2073411" y="2922104"/>
            <a:ext cx="2182616" cy="1731040"/>
          </a:xfrm>
          <a:prstGeom xmlns:a="http://schemas.openxmlformats.org/drawingml/2006/main" prst="ellipse">
            <a:avLst/>
          </a:prstGeom>
          <a:solidFill xmlns:a="http://schemas.openxmlformats.org/drawingml/2006/main">
            <a:srgbClr val="041C32"/>
          </a:solidFill>
          <a:ln xmlns:a="http://schemas.openxmlformats.org/drawingml/2006/main" w="12676">
            <a:solidFill>
              <a:srgbClr val="F6B94D"/>
            </a:solidFill>
          </a:ln>
        </p:spPr>
      </p:sp>
      <p:sp>
        <p:nvSpPr>
          <p:cNvPr id="109" name="capability_v1_s4_o107">
            <a:extLst xmlns:a="http://schemas.openxmlformats.org/drawingml/2006/main">
              <a:ext uri="{FF2B5EF4-FFF2-40B4-BE49-F238E27FC236}">
                <a16:creationId xmlns:a16="http://schemas.microsoft.com/office/drawing/2014/main" id="{A3FE677A-24AD-4740-B10C-26280BB66926}"/>
              </a:ext>
            </a:extLst>
          </p:cNvPr>
          <p:cNvSpPr>
            <a:spLocks xmlns:a="http://schemas.openxmlformats.org/drawingml/2006/main" noGrp="1"/>
          </p:cNvSpPr>
          <p:nvPr/>
        </p:nvSpPr>
        <p:spPr>
          <a:xfrm xmlns:a="http://schemas.openxmlformats.org/drawingml/2006/main">
            <a:off x="2383572" y="3113429"/>
            <a:ext cx="1562294" cy="3826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73" b="1">
                <a:solidFill>
                  <a:srgbClr val="F6B94D"/>
                </a:solidFill>
                <a:latin typeface="Arial"/>
                <a:ea typeface="Arial"/>
                <a:cs typeface="Arial"/>
              </a:defRPr>
            </a:defPPr>
          </a:lstStyle>
          <a:p xmlns:a="http://schemas.openxmlformats.org/drawingml/2006/main">
            <a:pPr algn="ctr">
              <a:lnSpc>
                <a:spcPct val="108000"/>
              </a:lnSpc>
              <a:buNone/>
              <a:defRPr sz="873" b="1">
                <a:solidFill>
                  <a:srgbClr val="F6B94D"/>
                </a:solidFill>
                <a:latin typeface="Arial"/>
                <a:ea typeface="Arial"/>
                <a:cs typeface="Arial"/>
              </a:defRPr>
            </a:pPr>
            <a:r>
              <a:rPr sz="873" b="1">
                <a:solidFill>
                  <a:srgbClr val="F6B94D"/>
                </a:solidFill>
                <a:latin typeface="Arial"/>
                <a:ea typeface="Arial"/>
                <a:cs typeface="Arial"/>
              </a:rPr>
              <a:t>GIVEN / INPUT</a:t>
            </a:r>
          </a:p>
        </p:txBody>
      </p:sp>
      <p:sp>
        <p:nvSpPr>
          <p:cNvPr id="110" name="capability_v1_s4_o108">
            <a:extLst xmlns:a="http://schemas.openxmlformats.org/drawingml/2006/main">
              <a:ext uri="{FF2B5EF4-FFF2-40B4-BE49-F238E27FC236}">
                <a16:creationId xmlns:a16="http://schemas.microsoft.com/office/drawing/2014/main" id="{910E5C4F-2916-4F55-A3B5-526212D712AF}"/>
              </a:ext>
            </a:extLst>
          </p:cNvPr>
          <p:cNvSpPr>
            <a:spLocks xmlns:a="http://schemas.openxmlformats.org/drawingml/2006/main" noGrp="1"/>
          </p:cNvSpPr>
          <p:nvPr/>
        </p:nvSpPr>
        <p:spPr>
          <a:xfrm xmlns:a="http://schemas.openxmlformats.org/drawingml/2006/main">
            <a:off x="2314648" y="3568966"/>
            <a:ext cx="1700143" cy="783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260" b="1">
                <a:solidFill>
                  <a:srgbClr val="F4F7FB"/>
                </a:solidFill>
                <a:latin typeface="Arial"/>
                <a:ea typeface="Arial"/>
                <a:cs typeface="Arial"/>
              </a:defRPr>
            </a:defPPr>
          </a:lstStyle>
          <a:p xmlns:a="http://schemas.openxmlformats.org/drawingml/2006/main">
            <a:pPr algn="ctr">
              <a:lnSpc>
                <a:spcPct val="108000"/>
              </a:lnSpc>
              <a:buNone/>
              <a:defRPr sz="1260" b="1">
                <a:solidFill>
                  <a:srgbClr val="F4F7FB"/>
                </a:solidFill>
                <a:latin typeface="Arial"/>
                <a:ea typeface="Arial"/>
                <a:cs typeface="Arial"/>
              </a:defRPr>
            </a:pPr>
            <a:r>
              <a:rPr sz="1260" b="1">
                <a:solidFill>
                  <a:srgbClr val="F4F7FB"/>
                </a:solidFill>
                <a:latin typeface="Arial"/>
                <a:ea typeface="Arial"/>
                <a:cs typeface="Arial"/>
              </a:rPr>
              <a:t>procedural</a:t>
            </a:r>
          </a:p>
          <a:p xmlns:a="http://schemas.openxmlformats.org/drawingml/2006/main">
            <a:pPr algn="ctr">
              <a:lnSpc>
                <a:spcPct val="108000"/>
              </a:lnSpc>
              <a:buNone/>
              <a:defRPr sz="1260" b="1">
                <a:solidFill>
                  <a:srgbClr val="F4F7FB"/>
                </a:solidFill>
                <a:latin typeface="Arial"/>
                <a:ea typeface="Arial"/>
                <a:cs typeface="Arial"/>
              </a:defRPr>
            </a:pPr>
            <a:r>
              <a:rPr sz="1260" b="1">
                <a:solidFill>
                  <a:srgbClr val="F4F7FB"/>
                </a:solidFill>
                <a:latin typeface="Arial"/>
                <a:ea typeface="Arial"/>
                <a:cs typeface="Arial"/>
              </a:rPr>
              <a:t>dungeon governed</a:t>
            </a:r>
          </a:p>
          <a:p xmlns:a="http://schemas.openxmlformats.org/drawingml/2006/main">
            <a:pPr algn="ctr">
              <a:lnSpc>
                <a:spcPct val="108000"/>
              </a:lnSpc>
              <a:buNone/>
              <a:defRPr sz="1260" b="1">
                <a:solidFill>
                  <a:srgbClr val="F4F7FB"/>
                </a:solidFill>
                <a:latin typeface="Arial"/>
                <a:ea typeface="Arial"/>
                <a:cs typeface="Arial"/>
              </a:defRPr>
            </a:pPr>
            <a:r>
              <a:rPr sz="1260" b="1">
                <a:solidFill>
                  <a:srgbClr val="F4F7FB"/>
                </a:solidFill>
                <a:latin typeface="Arial"/>
                <a:ea typeface="Arial"/>
                <a:cs typeface="Arial"/>
              </a:rPr>
              <a:t>execution request</a:t>
            </a:r>
          </a:p>
        </p:txBody>
      </p:sp>
      <p:sp>
        <p:nvSpPr>
          <p:cNvPr id="111" name="capability_v1_s4_o109">
            <a:extLst xmlns:a="http://schemas.openxmlformats.org/drawingml/2006/main">
              <a:ext uri="{FF2B5EF4-FFF2-40B4-BE49-F238E27FC236}">
                <a16:creationId xmlns:a16="http://schemas.microsoft.com/office/drawing/2014/main" id="{51DFB370-C19B-4A3A-B581-467800C72040}"/>
              </a:ext>
            </a:extLst>
          </p:cNvPr>
          <p:cNvSpPr>
            <a:spLocks xmlns:a="http://schemas.openxmlformats.org/drawingml/2006/main" noGrp="1"/>
          </p:cNvSpPr>
          <p:nvPr/>
        </p:nvSpPr>
        <p:spPr>
          <a:xfrm xmlns:a="http://schemas.openxmlformats.org/drawingml/2006/main">
            <a:off x="4289697" y="3763857"/>
            <a:ext cx="47534" cy="47534"/>
          </a:xfrm>
          <a:prstGeom xmlns:a="http://schemas.openxmlformats.org/drawingml/2006/main" prst="ellipse">
            <a:avLst/>
          </a:prstGeom>
          <a:solidFill xmlns:a="http://schemas.openxmlformats.org/drawingml/2006/main">
            <a:srgbClr val="06111F"/>
          </a:solidFill>
          <a:ln xmlns:a="http://schemas.openxmlformats.org/drawingml/2006/main" w="19050">
            <a:solidFill>
              <a:srgbClr val="F6B94D"/>
            </a:solidFill>
          </a:ln>
        </p:spPr>
      </p:sp>
      <p:sp>
        <p:nvSpPr>
          <p:cNvPr id="112" name="capability_v1_s4_o110">
            <a:extLst xmlns:a="http://schemas.openxmlformats.org/drawingml/2006/main">
              <a:ext uri="{FF2B5EF4-FFF2-40B4-BE49-F238E27FC236}">
                <a16:creationId xmlns:a16="http://schemas.microsoft.com/office/drawing/2014/main" id="{7CF2D6A3-E987-4DA6-82B7-2E78FAC3DEE6}"/>
              </a:ext>
            </a:extLst>
          </p:cNvPr>
          <p:cNvSpPr>
            <a:spLocks xmlns:a="http://schemas.openxmlformats.org/drawingml/2006/main" noGrp="1"/>
          </p:cNvSpPr>
          <p:nvPr/>
        </p:nvSpPr>
        <p:spPr>
          <a:xfrm xmlns:a="http://schemas.openxmlformats.org/drawingml/2006/main">
            <a:off x="4749195" y="2876550"/>
            <a:ext cx="2297490" cy="1822148"/>
          </a:xfrm>
          <a:prstGeom xmlns:a="http://schemas.openxmlformats.org/drawingml/2006/main" prst="roundRect">
            <a:avLst>
              <a:gd name="adj" fmla="val 5576"/>
            </a:avLst>
          </a:prstGeom>
          <a:solidFill xmlns:a="http://schemas.openxmlformats.org/drawingml/2006/main">
            <a:srgbClr val="041C32"/>
          </a:solidFill>
          <a:ln xmlns:a="http://schemas.openxmlformats.org/drawingml/2006/main" w="11091">
            <a:solidFill>
              <a:srgbClr val="45A7FF"/>
            </a:solidFill>
          </a:ln>
        </p:spPr>
      </p:sp>
      <p:sp>
        <p:nvSpPr>
          <p:cNvPr id="113" name="capability_v1_s4_o111">
            <a:extLst xmlns:a="http://schemas.openxmlformats.org/drawingml/2006/main">
              <a:ext uri="{FF2B5EF4-FFF2-40B4-BE49-F238E27FC236}">
                <a16:creationId xmlns:a16="http://schemas.microsoft.com/office/drawing/2014/main" id="{2144CC16-65A8-4770-A8FB-BF8DBAC0C6E2}"/>
              </a:ext>
            </a:extLst>
          </p:cNvPr>
          <p:cNvSpPr>
            <a:spLocks xmlns:a="http://schemas.openxmlformats.org/drawingml/2006/main" noGrp="1"/>
          </p:cNvSpPr>
          <p:nvPr/>
        </p:nvSpPr>
        <p:spPr>
          <a:xfrm xmlns:a="http://schemas.openxmlformats.org/drawingml/2006/main">
            <a:off x="4829607" y="2940325"/>
            <a:ext cx="2136666" cy="45554"/>
          </a:xfrm>
          <a:prstGeom xmlns:a="http://schemas.openxmlformats.org/drawingml/2006/main" prst="rect">
            <a:avLst/>
          </a:prstGeom>
          <a:solidFill xmlns:a="http://schemas.openxmlformats.org/drawingml/2006/main">
            <a:srgbClr val="45A7FF">
              <a:alpha val="45000"/>
            </a:srgbClr>
          </a:solidFill>
          <a:ln xmlns:a="http://schemas.openxmlformats.org/drawingml/2006/main" w="0">
            <a:noFill/>
          </a:ln>
        </p:spPr>
      </p:sp>
      <p:sp>
        <p:nvSpPr>
          <p:cNvPr id="114" name="capability_v1_s4_o112">
            <a:extLst xmlns:a="http://schemas.openxmlformats.org/drawingml/2006/main">
              <a:ext uri="{FF2B5EF4-FFF2-40B4-BE49-F238E27FC236}">
                <a16:creationId xmlns:a16="http://schemas.microsoft.com/office/drawing/2014/main" id="{6B58E9C2-AC81-4B2E-8B8B-07DC908B7754}"/>
              </a:ext>
            </a:extLst>
          </p:cNvPr>
          <p:cNvSpPr>
            <a:spLocks xmlns:a="http://schemas.openxmlformats.org/drawingml/2006/main" noGrp="1"/>
          </p:cNvSpPr>
          <p:nvPr/>
        </p:nvSpPr>
        <p:spPr>
          <a:xfrm xmlns:a="http://schemas.openxmlformats.org/drawingml/2006/main">
            <a:off x="4795145" y="2967657"/>
            <a:ext cx="2205591" cy="49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73" b="1">
                <a:solidFill>
                  <a:srgbClr val="45A7FF"/>
                </a:solidFill>
                <a:latin typeface="Arial"/>
                <a:ea typeface="Arial"/>
                <a:cs typeface="Arial"/>
              </a:defRPr>
            </a:defPPr>
          </a:lstStyle>
          <a:p xmlns:a="http://schemas.openxmlformats.org/drawingml/2006/main">
            <a:pPr algn="ctr">
              <a:lnSpc>
                <a:spcPct val="108000"/>
              </a:lnSpc>
              <a:buNone/>
              <a:defRPr sz="873" b="1">
                <a:solidFill>
                  <a:srgbClr val="45A7FF"/>
                </a:solidFill>
                <a:latin typeface="Arial"/>
                <a:ea typeface="Arial"/>
                <a:cs typeface="Arial"/>
              </a:defRPr>
            </a:pPr>
            <a:r>
              <a:rPr sz="873" b="1">
                <a:solidFill>
                  <a:srgbClr val="45A7FF"/>
                </a:solidFill>
                <a:latin typeface="Arial"/>
                <a:ea typeface="Arial"/>
                <a:cs typeface="Arial"/>
              </a:rPr>
              <a:t>WHEN / EVENT</a:t>
            </a:r>
          </a:p>
        </p:txBody>
      </p:sp>
      <p:sp>
        <p:nvSpPr>
          <p:cNvPr id="115" name="capability_v1_s4_o113">
            <a:extLst xmlns:a="http://schemas.openxmlformats.org/drawingml/2006/main">
              <a:ext uri="{FF2B5EF4-FFF2-40B4-BE49-F238E27FC236}">
                <a16:creationId xmlns:a16="http://schemas.microsoft.com/office/drawing/2014/main" id="{36CE0269-FA32-4136-AE99-704413DB7FBA}"/>
              </a:ext>
            </a:extLst>
          </p:cNvPr>
          <p:cNvSpPr>
            <a:spLocks xmlns:a="http://schemas.openxmlformats.org/drawingml/2006/main" noGrp="1"/>
          </p:cNvSpPr>
          <p:nvPr/>
        </p:nvSpPr>
        <p:spPr>
          <a:xfrm xmlns:a="http://schemas.openxmlformats.org/drawingml/2006/main">
            <a:off x="4841095" y="3550745"/>
            <a:ext cx="2113691" cy="1038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435" b="1">
                <a:solidFill>
                  <a:srgbClr val="F4F7FB"/>
                </a:solidFill>
                <a:latin typeface="Arial"/>
                <a:ea typeface="Arial"/>
                <a:cs typeface="Arial"/>
              </a:defRPr>
            </a:defPPr>
          </a:lstStyle>
          <a:p xmlns:a="http://schemas.openxmlformats.org/drawingml/2006/main">
            <a:pPr algn="ctr">
              <a:lnSpc>
                <a:spcPct val="108000"/>
              </a:lnSpc>
              <a:buNone/>
              <a:defRPr sz="1435" b="1">
                <a:solidFill>
                  <a:srgbClr val="F4F7FB"/>
                </a:solidFill>
                <a:latin typeface="Arial"/>
                <a:ea typeface="Arial"/>
                <a:cs typeface="Arial"/>
              </a:defRPr>
            </a:pPr>
            <a:r>
              <a:rPr sz="1435" b="1">
                <a:solidFill>
                  <a:srgbClr val="F4F7FB"/>
                </a:solidFill>
                <a:latin typeface="Arial"/>
                <a:ea typeface="Arial"/>
                <a:cs typeface="Arial"/>
                <a:hlinkClick xmlns:r="http://schemas.openxmlformats.org/officeDocument/2006/relationships" r:id="R4befa8574338429c" action="ppaction://hlinksldjump"/>
              </a:rPr>
              <a:t>procedural dungeon</a:t>
            </a:r>
          </a:p>
          <a:p xmlns:a="http://schemas.openxmlformats.org/drawingml/2006/main">
            <a:pPr algn="ctr">
              <a:lnSpc>
                <a:spcPct val="108000"/>
              </a:lnSpc>
              <a:buNone/>
              <a:defRPr sz="1435" b="1">
                <a:solidFill>
                  <a:srgbClr val="F4F7FB"/>
                </a:solidFill>
                <a:latin typeface="Arial"/>
                <a:ea typeface="Arial"/>
                <a:cs typeface="Arial"/>
              </a:defRPr>
            </a:pPr>
            <a:r>
              <a:rPr sz="1435" b="1">
                <a:solidFill>
                  <a:srgbClr val="F4F7FB"/>
                </a:solidFill>
                <a:latin typeface="Arial"/>
                <a:ea typeface="Arial"/>
                <a:cs typeface="Arial"/>
                <a:hlinkClick xmlns:r="http://schemas.openxmlformats.org/officeDocument/2006/relationships" r:id="Rcec4981053404f6f" action="ppaction://hlinksldjump"/>
              </a:rPr>
              <a:t>governed execution</a:t>
            </a:r>
          </a:p>
          <a:p xmlns:a="http://schemas.openxmlformats.org/drawingml/2006/main">
            <a:pPr algn="ctr">
              <a:lnSpc>
                <a:spcPct val="108000"/>
              </a:lnSpc>
              <a:buNone/>
              <a:defRPr sz="1435" b="1">
                <a:solidFill>
                  <a:srgbClr val="F4F7FB"/>
                </a:solidFill>
                <a:latin typeface="Arial"/>
                <a:ea typeface="Arial"/>
                <a:cs typeface="Arial"/>
              </a:defRPr>
            </a:pPr>
            <a:r>
              <a:rPr sz="1435" b="1">
                <a:solidFill>
                  <a:srgbClr val="F4F7FB"/>
                </a:solidFill>
                <a:latin typeface="Arial"/>
                <a:ea typeface="Arial"/>
                <a:cs typeface="Arial"/>
                <a:hlinkClick xmlns:r="http://schemas.openxmlformats.org/officeDocument/2006/relationships" r:id="R0291be06552c4f88" action="ppaction://hlinksldjump"/>
              </a:rPr>
              <a:t>requested</a:t>
            </a:r>
          </a:p>
        </p:txBody>
      </p:sp>
      <p:sp>
        <p:nvSpPr>
          <p:cNvPr id="116" name="capability_v1_s4_o114">
            <a:extLst xmlns:a="http://schemas.openxmlformats.org/drawingml/2006/main">
              <a:ext uri="{FF2B5EF4-FFF2-40B4-BE49-F238E27FC236}">
                <a16:creationId xmlns:a16="http://schemas.microsoft.com/office/drawing/2014/main" id="{8EDA7680-BA21-4587-A23B-211FB1E0FA18}"/>
              </a:ext>
            </a:extLst>
          </p:cNvPr>
          <p:cNvSpPr>
            <a:spLocks xmlns:a="http://schemas.openxmlformats.org/drawingml/2006/main" noGrp="1"/>
          </p:cNvSpPr>
          <p:nvPr/>
        </p:nvSpPr>
        <p:spPr>
          <a:xfrm xmlns:a="http://schemas.openxmlformats.org/drawingml/2006/main">
            <a:off x="4725428" y="3763857"/>
            <a:ext cx="47534" cy="47534"/>
          </a:xfrm>
          <a:prstGeom xmlns:a="http://schemas.openxmlformats.org/drawingml/2006/main" prst="ellipse">
            <a:avLst/>
          </a:prstGeom>
          <a:solidFill xmlns:a="http://schemas.openxmlformats.org/drawingml/2006/main">
            <a:srgbClr val="06111F"/>
          </a:solidFill>
          <a:ln xmlns:a="http://schemas.openxmlformats.org/drawingml/2006/main" w="19050">
            <a:solidFill>
              <a:srgbClr val="45A7FF"/>
            </a:solidFill>
          </a:ln>
        </p:spPr>
      </p:sp>
      <p:sp>
        <p:nvSpPr>
          <p:cNvPr id="117" name="capability_v1_s4_o115">
            <a:extLst xmlns:a="http://schemas.openxmlformats.org/drawingml/2006/main">
              <a:ext uri="{FF2B5EF4-FFF2-40B4-BE49-F238E27FC236}">
                <a16:creationId xmlns:a16="http://schemas.microsoft.com/office/drawing/2014/main" id="{26433CF2-6B7C-4C2A-BDA1-30C4B22BE9B2}"/>
              </a:ext>
            </a:extLst>
          </p:cNvPr>
          <p:cNvSpPr>
            <a:spLocks xmlns:a="http://schemas.openxmlformats.org/drawingml/2006/main" noGrp="1"/>
          </p:cNvSpPr>
          <p:nvPr/>
        </p:nvSpPr>
        <p:spPr>
          <a:xfrm xmlns:a="http://schemas.openxmlformats.org/drawingml/2006/main">
            <a:off x="7022919" y="3763857"/>
            <a:ext cx="47534" cy="47534"/>
          </a:xfrm>
          <a:prstGeom xmlns:a="http://schemas.openxmlformats.org/drawingml/2006/main" prst="ellipse">
            <a:avLst/>
          </a:prstGeom>
          <a:solidFill xmlns:a="http://schemas.openxmlformats.org/drawingml/2006/main">
            <a:srgbClr val="06111F"/>
          </a:solidFill>
          <a:ln xmlns:a="http://schemas.openxmlformats.org/drawingml/2006/main" w="19050">
            <a:solidFill>
              <a:srgbClr val="45A7FF"/>
            </a:solidFill>
          </a:ln>
        </p:spPr>
      </p:sp>
      <p:sp>
        <p:nvSpPr>
          <p:cNvPr id="118" name="capability_v1_s4_o116">
            <a:extLst xmlns:a="http://schemas.openxmlformats.org/drawingml/2006/main">
              <a:ext uri="{FF2B5EF4-FFF2-40B4-BE49-F238E27FC236}">
                <a16:creationId xmlns:a16="http://schemas.microsoft.com/office/drawing/2014/main" id="{C92953AA-089F-4A8A-8A37-1D49BE91DCEF}"/>
              </a:ext>
            </a:extLst>
          </p:cNvPr>
          <p:cNvSpPr>
            <a:spLocks xmlns:a="http://schemas.openxmlformats.org/drawingml/2006/main" noGrp="1"/>
          </p:cNvSpPr>
          <p:nvPr/>
        </p:nvSpPr>
        <p:spPr>
          <a:xfrm xmlns:a="http://schemas.openxmlformats.org/drawingml/2006/main">
            <a:off x="7482417" y="2876550"/>
            <a:ext cx="2297490" cy="1822148"/>
          </a:xfrm>
          <a:prstGeom xmlns:a="http://schemas.openxmlformats.org/drawingml/2006/main" prst="ellipse">
            <a:avLst/>
          </a:prstGeom>
          <a:noFill xmlns:a="http://schemas.openxmlformats.org/drawingml/2006/main"/>
          <a:ln xmlns:a="http://schemas.openxmlformats.org/drawingml/2006/main" w="6350">
            <a:solidFill>
              <a:srgbClr val="4DE0B0"/>
            </a:solidFill>
          </a:ln>
        </p:spPr>
      </p:sp>
      <p:sp>
        <p:nvSpPr>
          <p:cNvPr id="119" name="capability_v1_s4_o117">
            <a:extLst xmlns:a="http://schemas.openxmlformats.org/drawingml/2006/main">
              <a:ext uri="{FF2B5EF4-FFF2-40B4-BE49-F238E27FC236}">
                <a16:creationId xmlns:a16="http://schemas.microsoft.com/office/drawing/2014/main" id="{AE13665F-3135-4045-96FC-D119B37BC503}"/>
              </a:ext>
            </a:extLst>
          </p:cNvPr>
          <p:cNvSpPr>
            <a:spLocks xmlns:a="http://schemas.openxmlformats.org/drawingml/2006/main" noGrp="1"/>
          </p:cNvSpPr>
          <p:nvPr/>
        </p:nvSpPr>
        <p:spPr>
          <a:xfrm xmlns:a="http://schemas.openxmlformats.org/drawingml/2006/main">
            <a:off x="7539854" y="2922104"/>
            <a:ext cx="2182616" cy="1731040"/>
          </a:xfrm>
          <a:prstGeom xmlns:a="http://schemas.openxmlformats.org/drawingml/2006/main" prst="ellipse">
            <a:avLst/>
          </a:prstGeom>
          <a:solidFill xmlns:a="http://schemas.openxmlformats.org/drawingml/2006/main">
            <a:srgbClr val="041C32"/>
          </a:solidFill>
          <a:ln xmlns:a="http://schemas.openxmlformats.org/drawingml/2006/main" w="12676">
            <a:solidFill>
              <a:srgbClr val="4DE0B0"/>
            </a:solidFill>
          </a:ln>
        </p:spPr>
      </p:sp>
      <p:sp>
        <p:nvSpPr>
          <p:cNvPr id="120" name="capability_v1_s4_o118">
            <a:extLst xmlns:a="http://schemas.openxmlformats.org/drawingml/2006/main">
              <a:ext uri="{FF2B5EF4-FFF2-40B4-BE49-F238E27FC236}">
                <a16:creationId xmlns:a16="http://schemas.microsoft.com/office/drawing/2014/main" id="{E8F3A1AE-C166-41B6-BB85-6FD75D8EC60D}"/>
              </a:ext>
            </a:extLst>
          </p:cNvPr>
          <p:cNvSpPr>
            <a:spLocks xmlns:a="http://schemas.openxmlformats.org/drawingml/2006/main" noGrp="1"/>
          </p:cNvSpPr>
          <p:nvPr/>
        </p:nvSpPr>
        <p:spPr>
          <a:xfrm xmlns:a="http://schemas.openxmlformats.org/drawingml/2006/main">
            <a:off x="7850015" y="3113429"/>
            <a:ext cx="1562294" cy="3826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73" b="1">
                <a:solidFill>
                  <a:srgbClr val="4DE0B0"/>
                </a:solidFill>
                <a:latin typeface="Arial"/>
                <a:ea typeface="Arial"/>
                <a:cs typeface="Arial"/>
              </a:defRPr>
            </a:defPPr>
          </a:lstStyle>
          <a:p xmlns:a="http://schemas.openxmlformats.org/drawingml/2006/main">
            <a:pPr algn="ctr">
              <a:lnSpc>
                <a:spcPct val="108000"/>
              </a:lnSpc>
              <a:buNone/>
              <a:defRPr sz="873" b="1">
                <a:solidFill>
                  <a:srgbClr val="4DE0B0"/>
                </a:solidFill>
                <a:latin typeface="Arial"/>
                <a:ea typeface="Arial"/>
                <a:cs typeface="Arial"/>
              </a:defRPr>
            </a:pPr>
            <a:r>
              <a:rPr sz="873" b="1">
                <a:solidFill>
                  <a:srgbClr val="4DE0B0"/>
                </a:solidFill>
                <a:latin typeface="Arial"/>
                <a:ea typeface="Arial"/>
                <a:cs typeface="Arial"/>
              </a:rPr>
              <a:t>THEN / OUTCOME</a:t>
            </a:r>
          </a:p>
        </p:txBody>
      </p:sp>
      <p:sp>
        <p:nvSpPr>
          <p:cNvPr id="121" name="capability_v1_s4_o119">
            <a:extLst xmlns:a="http://schemas.openxmlformats.org/drawingml/2006/main">
              <a:ext uri="{FF2B5EF4-FFF2-40B4-BE49-F238E27FC236}">
                <a16:creationId xmlns:a16="http://schemas.microsoft.com/office/drawing/2014/main" id="{19097DD4-6784-4148-BE94-46A2E63548D6}"/>
              </a:ext>
            </a:extLst>
          </p:cNvPr>
          <p:cNvSpPr>
            <a:spLocks xmlns:a="http://schemas.openxmlformats.org/drawingml/2006/main" noGrp="1"/>
          </p:cNvSpPr>
          <p:nvPr/>
        </p:nvSpPr>
        <p:spPr>
          <a:xfrm xmlns:a="http://schemas.openxmlformats.org/drawingml/2006/main">
            <a:off x="7781090" y="3568966"/>
            <a:ext cx="1700143" cy="7835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260" b="1">
                <a:solidFill>
                  <a:srgbClr val="F4F7FB"/>
                </a:solidFill>
                <a:latin typeface="Arial"/>
                <a:ea typeface="Arial"/>
                <a:cs typeface="Arial"/>
              </a:defRPr>
            </a:defPPr>
          </a:lstStyle>
          <a:p xmlns:a="http://schemas.openxmlformats.org/drawingml/2006/main">
            <a:pPr algn="ctr">
              <a:lnSpc>
                <a:spcPct val="108000"/>
              </a:lnSpc>
              <a:buNone/>
              <a:defRPr sz="1260" b="1">
                <a:solidFill>
                  <a:srgbClr val="F4F7FB"/>
                </a:solidFill>
                <a:latin typeface="Arial"/>
                <a:ea typeface="Arial"/>
                <a:cs typeface="Arial"/>
              </a:defRPr>
            </a:pPr>
            <a:r>
              <a:rPr sz="1260" b="1">
                <a:solidFill>
                  <a:srgbClr val="F4F7FB"/>
                </a:solidFill>
                <a:latin typeface="Arial"/>
                <a:ea typeface="Arial"/>
                <a:cs typeface="Arial"/>
              </a:rPr>
              <a:t>procedural</a:t>
            </a:r>
          </a:p>
          <a:p xmlns:a="http://schemas.openxmlformats.org/drawingml/2006/main">
            <a:pPr algn="ctr">
              <a:lnSpc>
                <a:spcPct val="108000"/>
              </a:lnSpc>
              <a:buNone/>
              <a:defRPr sz="1260" b="1">
                <a:solidFill>
                  <a:srgbClr val="F4F7FB"/>
                </a:solidFill>
                <a:latin typeface="Arial"/>
                <a:ea typeface="Arial"/>
                <a:cs typeface="Arial"/>
              </a:defRPr>
            </a:pPr>
            <a:r>
              <a:rPr sz="1260" b="1">
                <a:solidFill>
                  <a:srgbClr val="F4F7FB"/>
                </a:solidFill>
                <a:latin typeface="Arial"/>
                <a:ea typeface="Arial"/>
                <a:cs typeface="Arial"/>
              </a:rPr>
              <a:t>dungeon governed</a:t>
            </a:r>
          </a:p>
          <a:p xmlns:a="http://schemas.openxmlformats.org/drawingml/2006/main">
            <a:pPr algn="ctr">
              <a:lnSpc>
                <a:spcPct val="108000"/>
              </a:lnSpc>
              <a:buNone/>
              <a:defRPr sz="1260" b="1">
                <a:solidFill>
                  <a:srgbClr val="F4F7FB"/>
                </a:solidFill>
                <a:latin typeface="Arial"/>
                <a:ea typeface="Arial"/>
                <a:cs typeface="Arial"/>
              </a:defRPr>
            </a:pPr>
            <a:r>
              <a:rPr sz="1260" b="1">
                <a:solidFill>
                  <a:srgbClr val="F4F7FB"/>
                </a:solidFill>
                <a:latin typeface="Arial"/>
                <a:ea typeface="Arial"/>
                <a:cs typeface="Arial"/>
              </a:rPr>
              <a:t>execution</a:t>
            </a:r>
          </a:p>
        </p:txBody>
      </p:sp>
      <p:sp>
        <p:nvSpPr>
          <p:cNvPr id="122" name="capability_v1_s4_o120">
            <a:extLst xmlns:a="http://schemas.openxmlformats.org/drawingml/2006/main">
              <a:ext uri="{FF2B5EF4-FFF2-40B4-BE49-F238E27FC236}">
                <a16:creationId xmlns:a16="http://schemas.microsoft.com/office/drawing/2014/main" id="{8CA2FDE9-53AA-4293-87D7-B21911EC0A62}"/>
              </a:ext>
            </a:extLst>
          </p:cNvPr>
          <p:cNvSpPr>
            <a:spLocks xmlns:a="http://schemas.openxmlformats.org/drawingml/2006/main" noGrp="1"/>
          </p:cNvSpPr>
          <p:nvPr/>
        </p:nvSpPr>
        <p:spPr>
          <a:xfrm xmlns:a="http://schemas.openxmlformats.org/drawingml/2006/main">
            <a:off x="7458650" y="3763857"/>
            <a:ext cx="47534" cy="47534"/>
          </a:xfrm>
          <a:prstGeom xmlns:a="http://schemas.openxmlformats.org/drawingml/2006/main" prst="ellipse">
            <a:avLst/>
          </a:prstGeom>
          <a:solidFill xmlns:a="http://schemas.openxmlformats.org/drawingml/2006/main">
            <a:srgbClr val="06111F"/>
          </a:solidFill>
          <a:ln xmlns:a="http://schemas.openxmlformats.org/drawingml/2006/main" w="19050">
            <a:solidFill>
              <a:srgbClr val="4DE0B0"/>
            </a:solidFill>
          </a:ln>
        </p:spPr>
      </p:sp>
      <p:sp>
        <p:nvSpPr>
          <p:cNvPr id="123" name="capability_v1_s4_o121">
            <a:extLst xmlns:a="http://schemas.openxmlformats.org/drawingml/2006/main">
              <a:ext uri="{FF2B5EF4-FFF2-40B4-BE49-F238E27FC236}">
                <a16:creationId xmlns:a16="http://schemas.microsoft.com/office/drawing/2014/main" id="{4A7DA478-B517-4D1C-9350-E8D82AF4ED18}"/>
              </a:ext>
            </a:extLst>
          </p:cNvPr>
          <p:cNvSpPr>
            <a:spLocks xmlns:a="http://schemas.openxmlformats.org/drawingml/2006/main" noGrp="1"/>
          </p:cNvSpPr>
          <p:nvPr/>
        </p:nvSpPr>
        <p:spPr>
          <a:xfrm xmlns:a="http://schemas.openxmlformats.org/drawingml/2006/main">
            <a:off x="444500" y="6286500"/>
            <a:ext cx="1460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6ee7bed2414c4987" action="ppaction://hlinksldjump"/>
              </a:rPr>
              <a:t>Capability</a:t>
            </a:r>
          </a:p>
        </p:txBody>
      </p:sp>
      <p:sp>
        <p:nvSpPr>
          <p:cNvPr id="124" name="capability_v1_s4_o122">
            <a:extLst xmlns:a="http://schemas.openxmlformats.org/drawingml/2006/main">
              <a:ext uri="{FF2B5EF4-FFF2-40B4-BE49-F238E27FC236}">
                <a16:creationId xmlns:a16="http://schemas.microsoft.com/office/drawing/2014/main" id="{09469334-0C59-4E23-8201-06474F71670B}"/>
              </a:ext>
            </a:extLst>
          </p:cNvPr>
          <p:cNvSpPr>
            <a:spLocks xmlns:a="http://schemas.openxmlformats.org/drawingml/2006/main" noGrp="1"/>
          </p:cNvSpPr>
          <p:nvPr/>
        </p:nvSpPr>
        <p:spPr>
          <a:xfrm xmlns:a="http://schemas.openxmlformats.org/drawingml/2006/main">
            <a:off x="2032000" y="6286500"/>
            <a:ext cx="1422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0da85e2a4c604a65" action="ppaction://hlinksldjump"/>
              </a:rPr>
              <a:t>Scenario</a:t>
            </a:r>
          </a:p>
        </p:txBody>
      </p:sp>
      <p:sp>
        <p:nvSpPr>
          <p:cNvPr id="125" name="capability_v1_s4_o123">
            <a:extLst xmlns:a="http://schemas.openxmlformats.org/drawingml/2006/main">
              <a:ext uri="{FF2B5EF4-FFF2-40B4-BE49-F238E27FC236}">
                <a16:creationId xmlns:a16="http://schemas.microsoft.com/office/drawing/2014/main" id="{52E2974C-DB7F-4063-A777-E2D59161784E}"/>
              </a:ext>
            </a:extLst>
          </p:cNvPr>
          <p:cNvSpPr>
            <a:spLocks xmlns:a="http://schemas.openxmlformats.org/drawingml/2006/main" noGrp="1"/>
          </p:cNvSpPr>
          <p:nvPr/>
        </p:nvSpPr>
        <p:spPr>
          <a:xfrm xmlns:a="http://schemas.openxmlformats.org/drawingml/2006/main">
            <a:off x="3810000" y="6286500"/>
            <a:ext cx="4000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3edb0f5244494cef" action="ppaction://hlinksldjump"/>
              </a:rPr>
              <a:t>Review · 0 errors / 4 warnings</a:t>
            </a:r>
          </a:p>
        </p:txBody>
      </p:sp>
      <p:sp>
        <p:nvSpPr>
          <p:cNvPr id="126" name="capability_v1_s4_o124">
            <a:extLst xmlns:a="http://schemas.openxmlformats.org/drawingml/2006/main">
              <a:ext uri="{FF2B5EF4-FFF2-40B4-BE49-F238E27FC236}">
                <a16:creationId xmlns:a16="http://schemas.microsoft.com/office/drawing/2014/main" id="{E3B73342-3062-46BF-BBB8-FE36DAA5D49A}"/>
              </a:ext>
            </a:extLst>
          </p:cNvPr>
          <p:cNvSpPr>
            <a:spLocks xmlns:a="http://schemas.openxmlformats.org/drawingml/2006/main" noGrp="1"/>
          </p:cNvSpPr>
          <p:nvPr/>
        </p:nvSpPr>
        <p:spPr>
          <a:xfrm xmlns:a="http://schemas.openxmlformats.org/drawingml/2006/main">
            <a:off x="8636000" y="6286500"/>
            <a:ext cx="254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37d9146b63ec4a9b" action="ppaction://hlinksldjump"/>
              </a:rPr>
              <a:t>Inventory · 1</a:t>
            </a:r>
          </a:p>
        </p:txBody>
      </p:sp>
      <p:sp>
        <p:nvSpPr>
          <p:cNvPr id="127" name="capability_v1_s4_o125">
            <a:extLst xmlns:a="http://schemas.openxmlformats.org/drawingml/2006/main">
              <a:ext uri="{FF2B5EF4-FFF2-40B4-BE49-F238E27FC236}">
                <a16:creationId xmlns:a16="http://schemas.microsoft.com/office/drawing/2014/main" id="{A2BEAB6A-07CD-41EA-B3B8-9B9FD8A2210E}"/>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384155973"/>
      </p:ext>
    </p:extLst>
  </p:cSld>
</p:sld>
</file>

<file path=ppt/slides/slide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0" name="capability_v1_s5_o1">
            <a:extLst xmlns:a="http://schemas.openxmlformats.org/drawingml/2006/main">
              <a:ext uri="{FF2B5EF4-FFF2-40B4-BE49-F238E27FC236}">
                <a16:creationId xmlns:a16="http://schemas.microsoft.com/office/drawing/2014/main" id="{391133AD-8060-46EF-8EA1-30EF41D4A72E}"/>
              </a:ext>
            </a:extLst>
          </p:cNvPr>
          <p:cNvSpPr>
            <a:spLocks xmlns:a="http://schemas.openxmlformats.org/drawingml/2006/main" noGrp="1"/>
          </p:cNvSpPr>
          <p:nvPr/>
        </p:nvSpPr>
        <p:spPr>
          <a:xfrm xmlns:a="http://schemas.openxmlformats.org/drawingml/2006/main">
            <a:off x="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 name="capability_v1_s5_o2">
            <a:extLst xmlns:a="http://schemas.openxmlformats.org/drawingml/2006/main">
              <a:ext uri="{FF2B5EF4-FFF2-40B4-BE49-F238E27FC236}">
                <a16:creationId xmlns:a16="http://schemas.microsoft.com/office/drawing/2014/main" id="{67798322-DD76-41D8-B150-62E4AEC5C6E3}"/>
              </a:ext>
            </a:extLst>
          </p:cNvPr>
          <p:cNvSpPr>
            <a:spLocks xmlns:a="http://schemas.openxmlformats.org/drawingml/2006/main" noGrp="1"/>
          </p:cNvSpPr>
          <p:nvPr/>
        </p:nvSpPr>
        <p:spPr>
          <a:xfrm xmlns:a="http://schemas.openxmlformats.org/drawingml/2006/main">
            <a:off x="15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 name="capability_v1_s5_o3">
            <a:extLst xmlns:a="http://schemas.openxmlformats.org/drawingml/2006/main">
              <a:ext uri="{FF2B5EF4-FFF2-40B4-BE49-F238E27FC236}">
                <a16:creationId xmlns:a16="http://schemas.microsoft.com/office/drawing/2014/main" id="{F21E1FA6-F1A4-4696-A7B0-E89BC2CC5A0B}"/>
              </a:ext>
            </a:extLst>
          </p:cNvPr>
          <p:cNvSpPr>
            <a:spLocks xmlns:a="http://schemas.openxmlformats.org/drawingml/2006/main" noGrp="1"/>
          </p:cNvSpPr>
          <p:nvPr/>
        </p:nvSpPr>
        <p:spPr>
          <a:xfrm xmlns:a="http://schemas.openxmlformats.org/drawingml/2006/main">
            <a:off x="30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 name="capability_v1_s5_o4">
            <a:extLst xmlns:a="http://schemas.openxmlformats.org/drawingml/2006/main">
              <a:ext uri="{FF2B5EF4-FFF2-40B4-BE49-F238E27FC236}">
                <a16:creationId xmlns:a16="http://schemas.microsoft.com/office/drawing/2014/main" id="{9B773A0F-031A-4474-A486-388EBC6D7881}"/>
              </a:ext>
            </a:extLst>
          </p:cNvPr>
          <p:cNvSpPr>
            <a:spLocks xmlns:a="http://schemas.openxmlformats.org/drawingml/2006/main" noGrp="1"/>
          </p:cNvSpPr>
          <p:nvPr/>
        </p:nvSpPr>
        <p:spPr>
          <a:xfrm xmlns:a="http://schemas.openxmlformats.org/drawingml/2006/main">
            <a:off x="45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 name="capability_v1_s5_o5">
            <a:extLst xmlns:a="http://schemas.openxmlformats.org/drawingml/2006/main">
              <a:ext uri="{FF2B5EF4-FFF2-40B4-BE49-F238E27FC236}">
                <a16:creationId xmlns:a16="http://schemas.microsoft.com/office/drawing/2014/main" id="{BEB199F7-C5B6-4693-9DD7-4429AFF31609}"/>
              </a:ext>
            </a:extLst>
          </p:cNvPr>
          <p:cNvSpPr>
            <a:spLocks xmlns:a="http://schemas.openxmlformats.org/drawingml/2006/main" noGrp="1"/>
          </p:cNvSpPr>
          <p:nvPr/>
        </p:nvSpPr>
        <p:spPr>
          <a:xfrm xmlns:a="http://schemas.openxmlformats.org/drawingml/2006/main">
            <a:off x="60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 name="capability_v1_s5_o6">
            <a:extLst xmlns:a="http://schemas.openxmlformats.org/drawingml/2006/main">
              <a:ext uri="{FF2B5EF4-FFF2-40B4-BE49-F238E27FC236}">
                <a16:creationId xmlns:a16="http://schemas.microsoft.com/office/drawing/2014/main" id="{4D33C458-8D9F-4907-9F61-7BF693A1C059}"/>
              </a:ext>
            </a:extLst>
          </p:cNvPr>
          <p:cNvSpPr>
            <a:spLocks xmlns:a="http://schemas.openxmlformats.org/drawingml/2006/main" noGrp="1"/>
          </p:cNvSpPr>
          <p:nvPr/>
        </p:nvSpPr>
        <p:spPr>
          <a:xfrm xmlns:a="http://schemas.openxmlformats.org/drawingml/2006/main">
            <a:off x="76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 name="capability_v1_s5_o7">
            <a:extLst xmlns:a="http://schemas.openxmlformats.org/drawingml/2006/main">
              <a:ext uri="{FF2B5EF4-FFF2-40B4-BE49-F238E27FC236}">
                <a16:creationId xmlns:a16="http://schemas.microsoft.com/office/drawing/2014/main" id="{07CEC8D0-8C9C-4AEC-B964-4844C02012D2}"/>
              </a:ext>
            </a:extLst>
          </p:cNvPr>
          <p:cNvSpPr>
            <a:spLocks xmlns:a="http://schemas.openxmlformats.org/drawingml/2006/main" noGrp="1"/>
          </p:cNvSpPr>
          <p:nvPr/>
        </p:nvSpPr>
        <p:spPr>
          <a:xfrm xmlns:a="http://schemas.openxmlformats.org/drawingml/2006/main">
            <a:off x="91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 name="capability_v1_s5_o8">
            <a:extLst xmlns:a="http://schemas.openxmlformats.org/drawingml/2006/main">
              <a:ext uri="{FF2B5EF4-FFF2-40B4-BE49-F238E27FC236}">
                <a16:creationId xmlns:a16="http://schemas.microsoft.com/office/drawing/2014/main" id="{940CD41E-AC95-469B-BD3D-429B42CE6FE3}"/>
              </a:ext>
            </a:extLst>
          </p:cNvPr>
          <p:cNvSpPr>
            <a:spLocks xmlns:a="http://schemas.openxmlformats.org/drawingml/2006/main" noGrp="1"/>
          </p:cNvSpPr>
          <p:nvPr/>
        </p:nvSpPr>
        <p:spPr>
          <a:xfrm xmlns:a="http://schemas.openxmlformats.org/drawingml/2006/main">
            <a:off x="106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9" name="capability_v1_s5_o9">
            <a:extLst xmlns:a="http://schemas.openxmlformats.org/drawingml/2006/main">
              <a:ext uri="{FF2B5EF4-FFF2-40B4-BE49-F238E27FC236}">
                <a16:creationId xmlns:a16="http://schemas.microsoft.com/office/drawing/2014/main" id="{4C26896E-D749-47E3-BDB0-5B5625A4541E}"/>
              </a:ext>
            </a:extLst>
          </p:cNvPr>
          <p:cNvSpPr>
            <a:spLocks xmlns:a="http://schemas.openxmlformats.org/drawingml/2006/main" noGrp="1"/>
          </p:cNvSpPr>
          <p:nvPr/>
        </p:nvSpPr>
        <p:spPr>
          <a:xfrm xmlns:a="http://schemas.openxmlformats.org/drawingml/2006/main">
            <a:off x="121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0" name="capability_v1_s5_o10">
            <a:extLst xmlns:a="http://schemas.openxmlformats.org/drawingml/2006/main">
              <a:ext uri="{FF2B5EF4-FFF2-40B4-BE49-F238E27FC236}">
                <a16:creationId xmlns:a16="http://schemas.microsoft.com/office/drawing/2014/main" id="{0C3AC7D4-4AF9-4617-BB10-780D4C4B2118}"/>
              </a:ext>
            </a:extLst>
          </p:cNvPr>
          <p:cNvSpPr>
            <a:spLocks xmlns:a="http://schemas.openxmlformats.org/drawingml/2006/main" noGrp="1"/>
          </p:cNvSpPr>
          <p:nvPr/>
        </p:nvSpPr>
        <p:spPr>
          <a:xfrm xmlns:a="http://schemas.openxmlformats.org/drawingml/2006/main">
            <a:off x="137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1" name="capability_v1_s5_o11">
            <a:extLst xmlns:a="http://schemas.openxmlformats.org/drawingml/2006/main">
              <a:ext uri="{FF2B5EF4-FFF2-40B4-BE49-F238E27FC236}">
                <a16:creationId xmlns:a16="http://schemas.microsoft.com/office/drawing/2014/main" id="{ED05CA5C-3B21-4D17-B1BF-D793EAA8CF96}"/>
              </a:ext>
            </a:extLst>
          </p:cNvPr>
          <p:cNvSpPr>
            <a:spLocks xmlns:a="http://schemas.openxmlformats.org/drawingml/2006/main" noGrp="1"/>
          </p:cNvSpPr>
          <p:nvPr/>
        </p:nvSpPr>
        <p:spPr>
          <a:xfrm xmlns:a="http://schemas.openxmlformats.org/drawingml/2006/main">
            <a:off x="152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2" name="capability_v1_s5_o12">
            <a:extLst xmlns:a="http://schemas.openxmlformats.org/drawingml/2006/main">
              <a:ext uri="{FF2B5EF4-FFF2-40B4-BE49-F238E27FC236}">
                <a16:creationId xmlns:a16="http://schemas.microsoft.com/office/drawing/2014/main" id="{3344FC2F-F8A9-426F-A3A1-B9AEF4500663}"/>
              </a:ext>
            </a:extLst>
          </p:cNvPr>
          <p:cNvSpPr>
            <a:spLocks xmlns:a="http://schemas.openxmlformats.org/drawingml/2006/main" noGrp="1"/>
          </p:cNvSpPr>
          <p:nvPr/>
        </p:nvSpPr>
        <p:spPr>
          <a:xfrm xmlns:a="http://schemas.openxmlformats.org/drawingml/2006/main">
            <a:off x="167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3" name="capability_v1_s5_o13">
            <a:extLst xmlns:a="http://schemas.openxmlformats.org/drawingml/2006/main">
              <a:ext uri="{FF2B5EF4-FFF2-40B4-BE49-F238E27FC236}">
                <a16:creationId xmlns:a16="http://schemas.microsoft.com/office/drawing/2014/main" id="{5B2FD510-4A4E-4EDF-9506-96AB0E27E402}"/>
              </a:ext>
            </a:extLst>
          </p:cNvPr>
          <p:cNvSpPr>
            <a:spLocks xmlns:a="http://schemas.openxmlformats.org/drawingml/2006/main" noGrp="1"/>
          </p:cNvSpPr>
          <p:nvPr/>
        </p:nvSpPr>
        <p:spPr>
          <a:xfrm xmlns:a="http://schemas.openxmlformats.org/drawingml/2006/main">
            <a:off x="182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4" name="capability_v1_s5_o14">
            <a:extLst xmlns:a="http://schemas.openxmlformats.org/drawingml/2006/main">
              <a:ext uri="{FF2B5EF4-FFF2-40B4-BE49-F238E27FC236}">
                <a16:creationId xmlns:a16="http://schemas.microsoft.com/office/drawing/2014/main" id="{571622A8-6A6D-485C-AB16-D0F9A1687E61}"/>
              </a:ext>
            </a:extLst>
          </p:cNvPr>
          <p:cNvSpPr>
            <a:spLocks xmlns:a="http://schemas.openxmlformats.org/drawingml/2006/main" noGrp="1"/>
          </p:cNvSpPr>
          <p:nvPr/>
        </p:nvSpPr>
        <p:spPr>
          <a:xfrm xmlns:a="http://schemas.openxmlformats.org/drawingml/2006/main">
            <a:off x="198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5" name="capability_v1_s5_o15">
            <a:extLst xmlns:a="http://schemas.openxmlformats.org/drawingml/2006/main">
              <a:ext uri="{FF2B5EF4-FFF2-40B4-BE49-F238E27FC236}">
                <a16:creationId xmlns:a16="http://schemas.microsoft.com/office/drawing/2014/main" id="{3C5C167A-5A55-4647-BAC1-82A4A56CE87F}"/>
              </a:ext>
            </a:extLst>
          </p:cNvPr>
          <p:cNvSpPr>
            <a:spLocks xmlns:a="http://schemas.openxmlformats.org/drawingml/2006/main" noGrp="1"/>
          </p:cNvSpPr>
          <p:nvPr/>
        </p:nvSpPr>
        <p:spPr>
          <a:xfrm xmlns:a="http://schemas.openxmlformats.org/drawingml/2006/main">
            <a:off x="213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6" name="capability_v1_s5_o16">
            <a:extLst xmlns:a="http://schemas.openxmlformats.org/drawingml/2006/main">
              <a:ext uri="{FF2B5EF4-FFF2-40B4-BE49-F238E27FC236}">
                <a16:creationId xmlns:a16="http://schemas.microsoft.com/office/drawing/2014/main" id="{F19F2C8C-32C6-4D57-AA6F-DBEDEABF9F59}"/>
              </a:ext>
            </a:extLst>
          </p:cNvPr>
          <p:cNvSpPr>
            <a:spLocks xmlns:a="http://schemas.openxmlformats.org/drawingml/2006/main" noGrp="1"/>
          </p:cNvSpPr>
          <p:nvPr/>
        </p:nvSpPr>
        <p:spPr>
          <a:xfrm xmlns:a="http://schemas.openxmlformats.org/drawingml/2006/main">
            <a:off x="228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17" name="capability_v1_s5_o17">
            <a:extLst xmlns:a="http://schemas.openxmlformats.org/drawingml/2006/main">
              <a:ext uri="{FF2B5EF4-FFF2-40B4-BE49-F238E27FC236}">
                <a16:creationId xmlns:a16="http://schemas.microsoft.com/office/drawing/2014/main" id="{BBDC0E58-E954-494E-B498-BA4E8EFB8081}"/>
              </a:ext>
            </a:extLst>
          </p:cNvPr>
          <p:cNvSpPr>
            <a:spLocks xmlns:a="http://schemas.openxmlformats.org/drawingml/2006/main" noGrp="1"/>
          </p:cNvSpPr>
          <p:nvPr/>
        </p:nvSpPr>
        <p:spPr>
          <a:xfrm xmlns:a="http://schemas.openxmlformats.org/drawingml/2006/main">
            <a:off x="243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8" name="capability_v1_s5_o18">
            <a:extLst xmlns:a="http://schemas.openxmlformats.org/drawingml/2006/main">
              <a:ext uri="{FF2B5EF4-FFF2-40B4-BE49-F238E27FC236}">
                <a16:creationId xmlns:a16="http://schemas.microsoft.com/office/drawing/2014/main" id="{CCEDB555-31F3-43B2-BA24-0991F1D23C7F}"/>
              </a:ext>
            </a:extLst>
          </p:cNvPr>
          <p:cNvSpPr>
            <a:spLocks xmlns:a="http://schemas.openxmlformats.org/drawingml/2006/main" noGrp="1"/>
          </p:cNvSpPr>
          <p:nvPr/>
        </p:nvSpPr>
        <p:spPr>
          <a:xfrm xmlns:a="http://schemas.openxmlformats.org/drawingml/2006/main">
            <a:off x="259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19" name="capability_v1_s5_o19">
            <a:extLst xmlns:a="http://schemas.openxmlformats.org/drawingml/2006/main">
              <a:ext uri="{FF2B5EF4-FFF2-40B4-BE49-F238E27FC236}">
                <a16:creationId xmlns:a16="http://schemas.microsoft.com/office/drawing/2014/main" id="{7D42583A-6272-4FBC-B8C7-C813EEC0ED24}"/>
              </a:ext>
            </a:extLst>
          </p:cNvPr>
          <p:cNvSpPr>
            <a:spLocks xmlns:a="http://schemas.openxmlformats.org/drawingml/2006/main" noGrp="1"/>
          </p:cNvSpPr>
          <p:nvPr/>
        </p:nvSpPr>
        <p:spPr>
          <a:xfrm xmlns:a="http://schemas.openxmlformats.org/drawingml/2006/main">
            <a:off x="274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0" name="capability_v1_s5_o20">
            <a:extLst xmlns:a="http://schemas.openxmlformats.org/drawingml/2006/main">
              <a:ext uri="{FF2B5EF4-FFF2-40B4-BE49-F238E27FC236}">
                <a16:creationId xmlns:a16="http://schemas.microsoft.com/office/drawing/2014/main" id="{CB68DD96-4531-4277-80B3-3011669E3A7F}"/>
              </a:ext>
            </a:extLst>
          </p:cNvPr>
          <p:cNvSpPr>
            <a:spLocks xmlns:a="http://schemas.openxmlformats.org/drawingml/2006/main" noGrp="1"/>
          </p:cNvSpPr>
          <p:nvPr/>
        </p:nvSpPr>
        <p:spPr>
          <a:xfrm xmlns:a="http://schemas.openxmlformats.org/drawingml/2006/main">
            <a:off x="289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1" name="capability_v1_s5_o21">
            <a:extLst xmlns:a="http://schemas.openxmlformats.org/drawingml/2006/main">
              <a:ext uri="{FF2B5EF4-FFF2-40B4-BE49-F238E27FC236}">
                <a16:creationId xmlns:a16="http://schemas.microsoft.com/office/drawing/2014/main" id="{B272F71C-60E1-4442-83AD-67D7F633E60E}"/>
              </a:ext>
            </a:extLst>
          </p:cNvPr>
          <p:cNvSpPr>
            <a:spLocks xmlns:a="http://schemas.openxmlformats.org/drawingml/2006/main" noGrp="1"/>
          </p:cNvSpPr>
          <p:nvPr/>
        </p:nvSpPr>
        <p:spPr>
          <a:xfrm xmlns:a="http://schemas.openxmlformats.org/drawingml/2006/main">
            <a:off x="304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2" name="capability_v1_s5_o22">
            <a:extLst xmlns:a="http://schemas.openxmlformats.org/drawingml/2006/main">
              <a:ext uri="{FF2B5EF4-FFF2-40B4-BE49-F238E27FC236}">
                <a16:creationId xmlns:a16="http://schemas.microsoft.com/office/drawing/2014/main" id="{201C982D-E10B-4E40-AC9D-2A921E9D00DE}"/>
              </a:ext>
            </a:extLst>
          </p:cNvPr>
          <p:cNvSpPr>
            <a:spLocks xmlns:a="http://schemas.openxmlformats.org/drawingml/2006/main" noGrp="1"/>
          </p:cNvSpPr>
          <p:nvPr/>
        </p:nvSpPr>
        <p:spPr>
          <a:xfrm xmlns:a="http://schemas.openxmlformats.org/drawingml/2006/main">
            <a:off x="320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3" name="capability_v1_s5_o23">
            <a:extLst xmlns:a="http://schemas.openxmlformats.org/drawingml/2006/main">
              <a:ext uri="{FF2B5EF4-FFF2-40B4-BE49-F238E27FC236}">
                <a16:creationId xmlns:a16="http://schemas.microsoft.com/office/drawing/2014/main" id="{697616F3-B9DC-43D3-B18F-2B31B6EDA231}"/>
              </a:ext>
            </a:extLst>
          </p:cNvPr>
          <p:cNvSpPr>
            <a:spLocks xmlns:a="http://schemas.openxmlformats.org/drawingml/2006/main" noGrp="1"/>
          </p:cNvSpPr>
          <p:nvPr/>
        </p:nvSpPr>
        <p:spPr>
          <a:xfrm xmlns:a="http://schemas.openxmlformats.org/drawingml/2006/main">
            <a:off x="335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4" name="capability_v1_s5_o24">
            <a:extLst xmlns:a="http://schemas.openxmlformats.org/drawingml/2006/main">
              <a:ext uri="{FF2B5EF4-FFF2-40B4-BE49-F238E27FC236}">
                <a16:creationId xmlns:a16="http://schemas.microsoft.com/office/drawing/2014/main" id="{999C6DF1-BA4A-4401-809F-1BE6FC5DE03C}"/>
              </a:ext>
            </a:extLst>
          </p:cNvPr>
          <p:cNvSpPr>
            <a:spLocks xmlns:a="http://schemas.openxmlformats.org/drawingml/2006/main" noGrp="1"/>
          </p:cNvSpPr>
          <p:nvPr/>
        </p:nvSpPr>
        <p:spPr>
          <a:xfrm xmlns:a="http://schemas.openxmlformats.org/drawingml/2006/main">
            <a:off x="350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5" name="capability_v1_s5_o25">
            <a:extLst xmlns:a="http://schemas.openxmlformats.org/drawingml/2006/main">
              <a:ext uri="{FF2B5EF4-FFF2-40B4-BE49-F238E27FC236}">
                <a16:creationId xmlns:a16="http://schemas.microsoft.com/office/drawing/2014/main" id="{623EDBE5-8C92-4762-A088-4B75BDE03B08}"/>
              </a:ext>
            </a:extLst>
          </p:cNvPr>
          <p:cNvSpPr>
            <a:spLocks xmlns:a="http://schemas.openxmlformats.org/drawingml/2006/main" noGrp="1"/>
          </p:cNvSpPr>
          <p:nvPr/>
        </p:nvSpPr>
        <p:spPr>
          <a:xfrm xmlns:a="http://schemas.openxmlformats.org/drawingml/2006/main">
            <a:off x="365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6" name="capability_v1_s5_o26">
            <a:extLst xmlns:a="http://schemas.openxmlformats.org/drawingml/2006/main">
              <a:ext uri="{FF2B5EF4-FFF2-40B4-BE49-F238E27FC236}">
                <a16:creationId xmlns:a16="http://schemas.microsoft.com/office/drawing/2014/main" id="{7652D3F6-8529-417E-B2B8-88EEF614711E}"/>
              </a:ext>
            </a:extLst>
          </p:cNvPr>
          <p:cNvSpPr>
            <a:spLocks xmlns:a="http://schemas.openxmlformats.org/drawingml/2006/main" noGrp="1"/>
          </p:cNvSpPr>
          <p:nvPr/>
        </p:nvSpPr>
        <p:spPr>
          <a:xfrm xmlns:a="http://schemas.openxmlformats.org/drawingml/2006/main">
            <a:off x="381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27" name="capability_v1_s5_o27">
            <a:extLst xmlns:a="http://schemas.openxmlformats.org/drawingml/2006/main">
              <a:ext uri="{FF2B5EF4-FFF2-40B4-BE49-F238E27FC236}">
                <a16:creationId xmlns:a16="http://schemas.microsoft.com/office/drawing/2014/main" id="{F8A54501-9C5B-4244-AFD7-4D22CF421664}"/>
              </a:ext>
            </a:extLst>
          </p:cNvPr>
          <p:cNvSpPr>
            <a:spLocks xmlns:a="http://schemas.openxmlformats.org/drawingml/2006/main" noGrp="1"/>
          </p:cNvSpPr>
          <p:nvPr/>
        </p:nvSpPr>
        <p:spPr>
          <a:xfrm xmlns:a="http://schemas.openxmlformats.org/drawingml/2006/main">
            <a:off x="396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8" name="capability_v1_s5_o28">
            <a:extLst xmlns:a="http://schemas.openxmlformats.org/drawingml/2006/main">
              <a:ext uri="{FF2B5EF4-FFF2-40B4-BE49-F238E27FC236}">
                <a16:creationId xmlns:a16="http://schemas.microsoft.com/office/drawing/2014/main" id="{79340BF1-C38D-488F-8CB3-7F54BE5F3D86}"/>
              </a:ext>
            </a:extLst>
          </p:cNvPr>
          <p:cNvSpPr>
            <a:spLocks xmlns:a="http://schemas.openxmlformats.org/drawingml/2006/main" noGrp="1"/>
          </p:cNvSpPr>
          <p:nvPr/>
        </p:nvSpPr>
        <p:spPr>
          <a:xfrm xmlns:a="http://schemas.openxmlformats.org/drawingml/2006/main">
            <a:off x="411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29" name="capability_v1_s5_o29">
            <a:extLst xmlns:a="http://schemas.openxmlformats.org/drawingml/2006/main">
              <a:ext uri="{FF2B5EF4-FFF2-40B4-BE49-F238E27FC236}">
                <a16:creationId xmlns:a16="http://schemas.microsoft.com/office/drawing/2014/main" id="{59D1A860-DC69-4B17-8968-9FB06B41DBA1}"/>
              </a:ext>
            </a:extLst>
          </p:cNvPr>
          <p:cNvSpPr>
            <a:spLocks xmlns:a="http://schemas.openxmlformats.org/drawingml/2006/main" noGrp="1"/>
          </p:cNvSpPr>
          <p:nvPr/>
        </p:nvSpPr>
        <p:spPr>
          <a:xfrm xmlns:a="http://schemas.openxmlformats.org/drawingml/2006/main">
            <a:off x="426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0" name="capability_v1_s5_o30">
            <a:extLst xmlns:a="http://schemas.openxmlformats.org/drawingml/2006/main">
              <a:ext uri="{FF2B5EF4-FFF2-40B4-BE49-F238E27FC236}">
                <a16:creationId xmlns:a16="http://schemas.microsoft.com/office/drawing/2014/main" id="{E5022126-5611-482C-AA1A-F91CCB12978C}"/>
              </a:ext>
            </a:extLst>
          </p:cNvPr>
          <p:cNvSpPr>
            <a:spLocks xmlns:a="http://schemas.openxmlformats.org/drawingml/2006/main" noGrp="1"/>
          </p:cNvSpPr>
          <p:nvPr/>
        </p:nvSpPr>
        <p:spPr>
          <a:xfrm xmlns:a="http://schemas.openxmlformats.org/drawingml/2006/main">
            <a:off x="441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1" name="capability_v1_s5_o31">
            <a:extLst xmlns:a="http://schemas.openxmlformats.org/drawingml/2006/main">
              <a:ext uri="{FF2B5EF4-FFF2-40B4-BE49-F238E27FC236}">
                <a16:creationId xmlns:a16="http://schemas.microsoft.com/office/drawing/2014/main" id="{E66DFC0B-A957-4DBE-8315-47A41A4EBFFD}"/>
              </a:ext>
            </a:extLst>
          </p:cNvPr>
          <p:cNvSpPr>
            <a:spLocks xmlns:a="http://schemas.openxmlformats.org/drawingml/2006/main" noGrp="1"/>
          </p:cNvSpPr>
          <p:nvPr/>
        </p:nvSpPr>
        <p:spPr>
          <a:xfrm xmlns:a="http://schemas.openxmlformats.org/drawingml/2006/main">
            <a:off x="457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2" name="capability_v1_s5_o32">
            <a:extLst xmlns:a="http://schemas.openxmlformats.org/drawingml/2006/main">
              <a:ext uri="{FF2B5EF4-FFF2-40B4-BE49-F238E27FC236}">
                <a16:creationId xmlns:a16="http://schemas.microsoft.com/office/drawing/2014/main" id="{90A69967-F4F3-44CD-AABE-E864C2B7D121}"/>
              </a:ext>
            </a:extLst>
          </p:cNvPr>
          <p:cNvSpPr>
            <a:spLocks xmlns:a="http://schemas.openxmlformats.org/drawingml/2006/main" noGrp="1"/>
          </p:cNvSpPr>
          <p:nvPr/>
        </p:nvSpPr>
        <p:spPr>
          <a:xfrm xmlns:a="http://schemas.openxmlformats.org/drawingml/2006/main">
            <a:off x="472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3" name="capability_v1_s5_o33">
            <a:extLst xmlns:a="http://schemas.openxmlformats.org/drawingml/2006/main">
              <a:ext uri="{FF2B5EF4-FFF2-40B4-BE49-F238E27FC236}">
                <a16:creationId xmlns:a16="http://schemas.microsoft.com/office/drawing/2014/main" id="{C705573B-3807-45DF-AD2D-E2E2AED344E5}"/>
              </a:ext>
            </a:extLst>
          </p:cNvPr>
          <p:cNvSpPr>
            <a:spLocks xmlns:a="http://schemas.openxmlformats.org/drawingml/2006/main" noGrp="1"/>
          </p:cNvSpPr>
          <p:nvPr/>
        </p:nvSpPr>
        <p:spPr>
          <a:xfrm xmlns:a="http://schemas.openxmlformats.org/drawingml/2006/main">
            <a:off x="487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4" name="capability_v1_s5_o34">
            <a:extLst xmlns:a="http://schemas.openxmlformats.org/drawingml/2006/main">
              <a:ext uri="{FF2B5EF4-FFF2-40B4-BE49-F238E27FC236}">
                <a16:creationId xmlns:a16="http://schemas.microsoft.com/office/drawing/2014/main" id="{EC004830-3800-468A-8417-7F2E2DE0D33F}"/>
              </a:ext>
            </a:extLst>
          </p:cNvPr>
          <p:cNvSpPr>
            <a:spLocks xmlns:a="http://schemas.openxmlformats.org/drawingml/2006/main" noGrp="1"/>
          </p:cNvSpPr>
          <p:nvPr/>
        </p:nvSpPr>
        <p:spPr>
          <a:xfrm xmlns:a="http://schemas.openxmlformats.org/drawingml/2006/main">
            <a:off x="502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5" name="capability_v1_s5_o35">
            <a:extLst xmlns:a="http://schemas.openxmlformats.org/drawingml/2006/main">
              <a:ext uri="{FF2B5EF4-FFF2-40B4-BE49-F238E27FC236}">
                <a16:creationId xmlns:a16="http://schemas.microsoft.com/office/drawing/2014/main" id="{B16A6B14-1A46-4EE1-8370-6CAD0710E4CF}"/>
              </a:ext>
            </a:extLst>
          </p:cNvPr>
          <p:cNvSpPr>
            <a:spLocks xmlns:a="http://schemas.openxmlformats.org/drawingml/2006/main" noGrp="1"/>
          </p:cNvSpPr>
          <p:nvPr/>
        </p:nvSpPr>
        <p:spPr>
          <a:xfrm xmlns:a="http://schemas.openxmlformats.org/drawingml/2006/main">
            <a:off x="518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6" name="capability_v1_s5_o36">
            <a:extLst xmlns:a="http://schemas.openxmlformats.org/drawingml/2006/main">
              <a:ext uri="{FF2B5EF4-FFF2-40B4-BE49-F238E27FC236}">
                <a16:creationId xmlns:a16="http://schemas.microsoft.com/office/drawing/2014/main" id="{3C77DEF4-C196-4FC9-8615-E2AA47A54AE5}"/>
              </a:ext>
            </a:extLst>
          </p:cNvPr>
          <p:cNvSpPr>
            <a:spLocks xmlns:a="http://schemas.openxmlformats.org/drawingml/2006/main" noGrp="1"/>
          </p:cNvSpPr>
          <p:nvPr/>
        </p:nvSpPr>
        <p:spPr>
          <a:xfrm xmlns:a="http://schemas.openxmlformats.org/drawingml/2006/main">
            <a:off x="533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37" name="capability_v1_s5_o37">
            <a:extLst xmlns:a="http://schemas.openxmlformats.org/drawingml/2006/main">
              <a:ext uri="{FF2B5EF4-FFF2-40B4-BE49-F238E27FC236}">
                <a16:creationId xmlns:a16="http://schemas.microsoft.com/office/drawing/2014/main" id="{318724B9-C020-49B2-8040-2780B2E94C55}"/>
              </a:ext>
            </a:extLst>
          </p:cNvPr>
          <p:cNvSpPr>
            <a:spLocks xmlns:a="http://schemas.openxmlformats.org/drawingml/2006/main" noGrp="1"/>
          </p:cNvSpPr>
          <p:nvPr/>
        </p:nvSpPr>
        <p:spPr>
          <a:xfrm xmlns:a="http://schemas.openxmlformats.org/drawingml/2006/main">
            <a:off x="548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8" name="capability_v1_s5_o38">
            <a:extLst xmlns:a="http://schemas.openxmlformats.org/drawingml/2006/main">
              <a:ext uri="{FF2B5EF4-FFF2-40B4-BE49-F238E27FC236}">
                <a16:creationId xmlns:a16="http://schemas.microsoft.com/office/drawing/2014/main" id="{8B2BDEC1-F5FE-4AAE-82F5-704756132FCA}"/>
              </a:ext>
            </a:extLst>
          </p:cNvPr>
          <p:cNvSpPr>
            <a:spLocks xmlns:a="http://schemas.openxmlformats.org/drawingml/2006/main" noGrp="1"/>
          </p:cNvSpPr>
          <p:nvPr/>
        </p:nvSpPr>
        <p:spPr>
          <a:xfrm xmlns:a="http://schemas.openxmlformats.org/drawingml/2006/main">
            <a:off x="563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39" name="capability_v1_s5_o39">
            <a:extLst xmlns:a="http://schemas.openxmlformats.org/drawingml/2006/main">
              <a:ext uri="{FF2B5EF4-FFF2-40B4-BE49-F238E27FC236}">
                <a16:creationId xmlns:a16="http://schemas.microsoft.com/office/drawing/2014/main" id="{C50565FF-472A-4275-B187-C3845C8CC281}"/>
              </a:ext>
            </a:extLst>
          </p:cNvPr>
          <p:cNvSpPr>
            <a:spLocks xmlns:a="http://schemas.openxmlformats.org/drawingml/2006/main" noGrp="1"/>
          </p:cNvSpPr>
          <p:nvPr/>
        </p:nvSpPr>
        <p:spPr>
          <a:xfrm xmlns:a="http://schemas.openxmlformats.org/drawingml/2006/main">
            <a:off x="579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0" name="capability_v1_s5_o40">
            <a:extLst xmlns:a="http://schemas.openxmlformats.org/drawingml/2006/main">
              <a:ext uri="{FF2B5EF4-FFF2-40B4-BE49-F238E27FC236}">
                <a16:creationId xmlns:a16="http://schemas.microsoft.com/office/drawing/2014/main" id="{A093FEDC-DC6F-416C-BE0D-5F145068D45F}"/>
              </a:ext>
            </a:extLst>
          </p:cNvPr>
          <p:cNvSpPr>
            <a:spLocks xmlns:a="http://schemas.openxmlformats.org/drawingml/2006/main" noGrp="1"/>
          </p:cNvSpPr>
          <p:nvPr/>
        </p:nvSpPr>
        <p:spPr>
          <a:xfrm xmlns:a="http://schemas.openxmlformats.org/drawingml/2006/main">
            <a:off x="594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1" name="capability_v1_s5_o41">
            <a:extLst xmlns:a="http://schemas.openxmlformats.org/drawingml/2006/main">
              <a:ext uri="{FF2B5EF4-FFF2-40B4-BE49-F238E27FC236}">
                <a16:creationId xmlns:a16="http://schemas.microsoft.com/office/drawing/2014/main" id="{1C498DB0-556F-4A1B-9EF1-8EC45ECE5E25}"/>
              </a:ext>
            </a:extLst>
          </p:cNvPr>
          <p:cNvSpPr>
            <a:spLocks xmlns:a="http://schemas.openxmlformats.org/drawingml/2006/main" noGrp="1"/>
          </p:cNvSpPr>
          <p:nvPr/>
        </p:nvSpPr>
        <p:spPr>
          <a:xfrm xmlns:a="http://schemas.openxmlformats.org/drawingml/2006/main">
            <a:off x="609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2" name="capability_v1_s5_o42">
            <a:extLst xmlns:a="http://schemas.openxmlformats.org/drawingml/2006/main">
              <a:ext uri="{FF2B5EF4-FFF2-40B4-BE49-F238E27FC236}">
                <a16:creationId xmlns:a16="http://schemas.microsoft.com/office/drawing/2014/main" id="{1A1F9BBC-3C8A-4ADE-A7AD-C391EF9FE14C}"/>
              </a:ext>
            </a:extLst>
          </p:cNvPr>
          <p:cNvSpPr>
            <a:spLocks xmlns:a="http://schemas.openxmlformats.org/drawingml/2006/main" noGrp="1"/>
          </p:cNvSpPr>
          <p:nvPr/>
        </p:nvSpPr>
        <p:spPr>
          <a:xfrm xmlns:a="http://schemas.openxmlformats.org/drawingml/2006/main">
            <a:off x="624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3" name="capability_v1_s5_o43">
            <a:extLst xmlns:a="http://schemas.openxmlformats.org/drawingml/2006/main">
              <a:ext uri="{FF2B5EF4-FFF2-40B4-BE49-F238E27FC236}">
                <a16:creationId xmlns:a16="http://schemas.microsoft.com/office/drawing/2014/main" id="{EBFDFF6E-63B3-4A1E-88C4-DC9B5CBC7BE1}"/>
              </a:ext>
            </a:extLst>
          </p:cNvPr>
          <p:cNvSpPr>
            <a:spLocks xmlns:a="http://schemas.openxmlformats.org/drawingml/2006/main" noGrp="1"/>
          </p:cNvSpPr>
          <p:nvPr/>
        </p:nvSpPr>
        <p:spPr>
          <a:xfrm xmlns:a="http://schemas.openxmlformats.org/drawingml/2006/main">
            <a:off x="640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4" name="capability_v1_s5_o44">
            <a:extLst xmlns:a="http://schemas.openxmlformats.org/drawingml/2006/main">
              <a:ext uri="{FF2B5EF4-FFF2-40B4-BE49-F238E27FC236}">
                <a16:creationId xmlns:a16="http://schemas.microsoft.com/office/drawing/2014/main" id="{3038B4A7-7A41-468D-9B17-488F7FA2B4E3}"/>
              </a:ext>
            </a:extLst>
          </p:cNvPr>
          <p:cNvSpPr>
            <a:spLocks xmlns:a="http://schemas.openxmlformats.org/drawingml/2006/main" noGrp="1"/>
          </p:cNvSpPr>
          <p:nvPr/>
        </p:nvSpPr>
        <p:spPr>
          <a:xfrm xmlns:a="http://schemas.openxmlformats.org/drawingml/2006/main">
            <a:off x="655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5" name="capability_v1_s5_o45">
            <a:extLst xmlns:a="http://schemas.openxmlformats.org/drawingml/2006/main">
              <a:ext uri="{FF2B5EF4-FFF2-40B4-BE49-F238E27FC236}">
                <a16:creationId xmlns:a16="http://schemas.microsoft.com/office/drawing/2014/main" id="{77525BBA-1B0B-4A35-B13A-0C7B26B19C05}"/>
              </a:ext>
            </a:extLst>
          </p:cNvPr>
          <p:cNvSpPr>
            <a:spLocks xmlns:a="http://schemas.openxmlformats.org/drawingml/2006/main" noGrp="1"/>
          </p:cNvSpPr>
          <p:nvPr/>
        </p:nvSpPr>
        <p:spPr>
          <a:xfrm xmlns:a="http://schemas.openxmlformats.org/drawingml/2006/main">
            <a:off x="670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6" name="capability_v1_s5_o46">
            <a:extLst xmlns:a="http://schemas.openxmlformats.org/drawingml/2006/main">
              <a:ext uri="{FF2B5EF4-FFF2-40B4-BE49-F238E27FC236}">
                <a16:creationId xmlns:a16="http://schemas.microsoft.com/office/drawing/2014/main" id="{EB30B99A-4024-4903-9188-FD02197B4EAD}"/>
              </a:ext>
            </a:extLst>
          </p:cNvPr>
          <p:cNvSpPr>
            <a:spLocks xmlns:a="http://schemas.openxmlformats.org/drawingml/2006/main" noGrp="1"/>
          </p:cNvSpPr>
          <p:nvPr/>
        </p:nvSpPr>
        <p:spPr>
          <a:xfrm xmlns:a="http://schemas.openxmlformats.org/drawingml/2006/main">
            <a:off x="685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47" name="capability_v1_s5_o47">
            <a:extLst xmlns:a="http://schemas.openxmlformats.org/drawingml/2006/main">
              <a:ext uri="{FF2B5EF4-FFF2-40B4-BE49-F238E27FC236}">
                <a16:creationId xmlns:a16="http://schemas.microsoft.com/office/drawing/2014/main" id="{1251E4C3-0C2C-4692-9675-EC0F66F39A1C}"/>
              </a:ext>
            </a:extLst>
          </p:cNvPr>
          <p:cNvSpPr>
            <a:spLocks xmlns:a="http://schemas.openxmlformats.org/drawingml/2006/main" noGrp="1"/>
          </p:cNvSpPr>
          <p:nvPr/>
        </p:nvSpPr>
        <p:spPr>
          <a:xfrm xmlns:a="http://schemas.openxmlformats.org/drawingml/2006/main">
            <a:off x="701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8" name="capability_v1_s5_o48">
            <a:extLst xmlns:a="http://schemas.openxmlformats.org/drawingml/2006/main">
              <a:ext uri="{FF2B5EF4-FFF2-40B4-BE49-F238E27FC236}">
                <a16:creationId xmlns:a16="http://schemas.microsoft.com/office/drawing/2014/main" id="{EFBC504A-5564-45A7-823B-7EE61B067506}"/>
              </a:ext>
            </a:extLst>
          </p:cNvPr>
          <p:cNvSpPr>
            <a:spLocks xmlns:a="http://schemas.openxmlformats.org/drawingml/2006/main" noGrp="1"/>
          </p:cNvSpPr>
          <p:nvPr/>
        </p:nvSpPr>
        <p:spPr>
          <a:xfrm xmlns:a="http://schemas.openxmlformats.org/drawingml/2006/main">
            <a:off x="716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49" name="capability_v1_s5_o49">
            <a:extLst xmlns:a="http://schemas.openxmlformats.org/drawingml/2006/main">
              <a:ext uri="{FF2B5EF4-FFF2-40B4-BE49-F238E27FC236}">
                <a16:creationId xmlns:a16="http://schemas.microsoft.com/office/drawing/2014/main" id="{CE6AC5A3-2C0F-4260-9A17-0EB7E1858CD4}"/>
              </a:ext>
            </a:extLst>
          </p:cNvPr>
          <p:cNvSpPr>
            <a:spLocks xmlns:a="http://schemas.openxmlformats.org/drawingml/2006/main" noGrp="1"/>
          </p:cNvSpPr>
          <p:nvPr/>
        </p:nvSpPr>
        <p:spPr>
          <a:xfrm xmlns:a="http://schemas.openxmlformats.org/drawingml/2006/main">
            <a:off x="731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0" name="capability_v1_s5_o50">
            <a:extLst xmlns:a="http://schemas.openxmlformats.org/drawingml/2006/main">
              <a:ext uri="{FF2B5EF4-FFF2-40B4-BE49-F238E27FC236}">
                <a16:creationId xmlns:a16="http://schemas.microsoft.com/office/drawing/2014/main" id="{BED21B37-5D76-40C5-8B56-3E2709767655}"/>
              </a:ext>
            </a:extLst>
          </p:cNvPr>
          <p:cNvSpPr>
            <a:spLocks xmlns:a="http://schemas.openxmlformats.org/drawingml/2006/main" noGrp="1"/>
          </p:cNvSpPr>
          <p:nvPr/>
        </p:nvSpPr>
        <p:spPr>
          <a:xfrm xmlns:a="http://schemas.openxmlformats.org/drawingml/2006/main">
            <a:off x="746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1" name="capability_v1_s5_o51">
            <a:extLst xmlns:a="http://schemas.openxmlformats.org/drawingml/2006/main">
              <a:ext uri="{FF2B5EF4-FFF2-40B4-BE49-F238E27FC236}">
                <a16:creationId xmlns:a16="http://schemas.microsoft.com/office/drawing/2014/main" id="{A059507C-E322-47A5-8EEC-78CC1C08DBAA}"/>
              </a:ext>
            </a:extLst>
          </p:cNvPr>
          <p:cNvSpPr>
            <a:spLocks xmlns:a="http://schemas.openxmlformats.org/drawingml/2006/main" noGrp="1"/>
          </p:cNvSpPr>
          <p:nvPr/>
        </p:nvSpPr>
        <p:spPr>
          <a:xfrm xmlns:a="http://schemas.openxmlformats.org/drawingml/2006/main">
            <a:off x="762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2" name="capability_v1_s5_o52">
            <a:extLst xmlns:a="http://schemas.openxmlformats.org/drawingml/2006/main">
              <a:ext uri="{FF2B5EF4-FFF2-40B4-BE49-F238E27FC236}">
                <a16:creationId xmlns:a16="http://schemas.microsoft.com/office/drawing/2014/main" id="{F3779E51-D219-4BF8-B3EB-C4EFCF427A11}"/>
              </a:ext>
            </a:extLst>
          </p:cNvPr>
          <p:cNvSpPr>
            <a:spLocks xmlns:a="http://schemas.openxmlformats.org/drawingml/2006/main" noGrp="1"/>
          </p:cNvSpPr>
          <p:nvPr/>
        </p:nvSpPr>
        <p:spPr>
          <a:xfrm xmlns:a="http://schemas.openxmlformats.org/drawingml/2006/main">
            <a:off x="777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3" name="capability_v1_s5_o53">
            <a:extLst xmlns:a="http://schemas.openxmlformats.org/drawingml/2006/main">
              <a:ext uri="{FF2B5EF4-FFF2-40B4-BE49-F238E27FC236}">
                <a16:creationId xmlns:a16="http://schemas.microsoft.com/office/drawing/2014/main" id="{FAAD30C3-5ABC-40A8-B7CA-86E8BA07BB36}"/>
              </a:ext>
            </a:extLst>
          </p:cNvPr>
          <p:cNvSpPr>
            <a:spLocks xmlns:a="http://schemas.openxmlformats.org/drawingml/2006/main" noGrp="1"/>
          </p:cNvSpPr>
          <p:nvPr/>
        </p:nvSpPr>
        <p:spPr>
          <a:xfrm xmlns:a="http://schemas.openxmlformats.org/drawingml/2006/main">
            <a:off x="792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4" name="capability_v1_s5_o54">
            <a:extLst xmlns:a="http://schemas.openxmlformats.org/drawingml/2006/main">
              <a:ext uri="{FF2B5EF4-FFF2-40B4-BE49-F238E27FC236}">
                <a16:creationId xmlns:a16="http://schemas.microsoft.com/office/drawing/2014/main" id="{EA822299-4251-4FA8-9579-E6BE8E15C900}"/>
              </a:ext>
            </a:extLst>
          </p:cNvPr>
          <p:cNvSpPr>
            <a:spLocks xmlns:a="http://schemas.openxmlformats.org/drawingml/2006/main" noGrp="1"/>
          </p:cNvSpPr>
          <p:nvPr/>
        </p:nvSpPr>
        <p:spPr>
          <a:xfrm xmlns:a="http://schemas.openxmlformats.org/drawingml/2006/main">
            <a:off x="807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5" name="capability_v1_s5_o55">
            <a:extLst xmlns:a="http://schemas.openxmlformats.org/drawingml/2006/main">
              <a:ext uri="{FF2B5EF4-FFF2-40B4-BE49-F238E27FC236}">
                <a16:creationId xmlns:a16="http://schemas.microsoft.com/office/drawing/2014/main" id="{D6E1C393-9ABD-450C-AFEB-1AA371E22E08}"/>
              </a:ext>
            </a:extLst>
          </p:cNvPr>
          <p:cNvSpPr>
            <a:spLocks xmlns:a="http://schemas.openxmlformats.org/drawingml/2006/main" noGrp="1"/>
          </p:cNvSpPr>
          <p:nvPr/>
        </p:nvSpPr>
        <p:spPr>
          <a:xfrm xmlns:a="http://schemas.openxmlformats.org/drawingml/2006/main">
            <a:off x="822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6" name="capability_v1_s5_o56">
            <a:extLst xmlns:a="http://schemas.openxmlformats.org/drawingml/2006/main">
              <a:ext uri="{FF2B5EF4-FFF2-40B4-BE49-F238E27FC236}">
                <a16:creationId xmlns:a16="http://schemas.microsoft.com/office/drawing/2014/main" id="{7EDAFF2C-BECF-4F22-8832-00F8D0846739}"/>
              </a:ext>
            </a:extLst>
          </p:cNvPr>
          <p:cNvSpPr>
            <a:spLocks xmlns:a="http://schemas.openxmlformats.org/drawingml/2006/main" noGrp="1"/>
          </p:cNvSpPr>
          <p:nvPr/>
        </p:nvSpPr>
        <p:spPr>
          <a:xfrm xmlns:a="http://schemas.openxmlformats.org/drawingml/2006/main">
            <a:off x="838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57" name="capability_v1_s5_o57">
            <a:extLst xmlns:a="http://schemas.openxmlformats.org/drawingml/2006/main">
              <a:ext uri="{FF2B5EF4-FFF2-40B4-BE49-F238E27FC236}">
                <a16:creationId xmlns:a16="http://schemas.microsoft.com/office/drawing/2014/main" id="{E051A82C-823A-4CFC-A873-496C159B0ACF}"/>
              </a:ext>
            </a:extLst>
          </p:cNvPr>
          <p:cNvSpPr>
            <a:spLocks xmlns:a="http://schemas.openxmlformats.org/drawingml/2006/main" noGrp="1"/>
          </p:cNvSpPr>
          <p:nvPr/>
        </p:nvSpPr>
        <p:spPr>
          <a:xfrm xmlns:a="http://schemas.openxmlformats.org/drawingml/2006/main">
            <a:off x="8534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8" name="capability_v1_s5_o58">
            <a:extLst xmlns:a="http://schemas.openxmlformats.org/drawingml/2006/main">
              <a:ext uri="{FF2B5EF4-FFF2-40B4-BE49-F238E27FC236}">
                <a16:creationId xmlns:a16="http://schemas.microsoft.com/office/drawing/2014/main" id="{0A0BCEEA-CA65-47B0-9ABA-BA978D4BFAA4}"/>
              </a:ext>
            </a:extLst>
          </p:cNvPr>
          <p:cNvSpPr>
            <a:spLocks xmlns:a="http://schemas.openxmlformats.org/drawingml/2006/main" noGrp="1"/>
          </p:cNvSpPr>
          <p:nvPr/>
        </p:nvSpPr>
        <p:spPr>
          <a:xfrm xmlns:a="http://schemas.openxmlformats.org/drawingml/2006/main">
            <a:off x="8686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59" name="capability_v1_s5_o59">
            <a:extLst xmlns:a="http://schemas.openxmlformats.org/drawingml/2006/main">
              <a:ext uri="{FF2B5EF4-FFF2-40B4-BE49-F238E27FC236}">
                <a16:creationId xmlns:a16="http://schemas.microsoft.com/office/drawing/2014/main" id="{DC9DF044-80EE-4685-BE98-B289B8F3408C}"/>
              </a:ext>
            </a:extLst>
          </p:cNvPr>
          <p:cNvSpPr>
            <a:spLocks xmlns:a="http://schemas.openxmlformats.org/drawingml/2006/main" noGrp="1"/>
          </p:cNvSpPr>
          <p:nvPr/>
        </p:nvSpPr>
        <p:spPr>
          <a:xfrm xmlns:a="http://schemas.openxmlformats.org/drawingml/2006/main">
            <a:off x="8839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0" name="capability_v1_s5_o60">
            <a:extLst xmlns:a="http://schemas.openxmlformats.org/drawingml/2006/main">
              <a:ext uri="{FF2B5EF4-FFF2-40B4-BE49-F238E27FC236}">
                <a16:creationId xmlns:a16="http://schemas.microsoft.com/office/drawing/2014/main" id="{C3DC265B-D7F4-4691-9737-51C911DFF39D}"/>
              </a:ext>
            </a:extLst>
          </p:cNvPr>
          <p:cNvSpPr>
            <a:spLocks xmlns:a="http://schemas.openxmlformats.org/drawingml/2006/main" noGrp="1"/>
          </p:cNvSpPr>
          <p:nvPr/>
        </p:nvSpPr>
        <p:spPr>
          <a:xfrm xmlns:a="http://schemas.openxmlformats.org/drawingml/2006/main">
            <a:off x="8991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1" name="capability_v1_s5_o61">
            <a:extLst xmlns:a="http://schemas.openxmlformats.org/drawingml/2006/main">
              <a:ext uri="{FF2B5EF4-FFF2-40B4-BE49-F238E27FC236}">
                <a16:creationId xmlns:a16="http://schemas.microsoft.com/office/drawing/2014/main" id="{C84964C2-A9A8-4E9F-9010-3F65885C6821}"/>
              </a:ext>
            </a:extLst>
          </p:cNvPr>
          <p:cNvSpPr>
            <a:spLocks xmlns:a="http://schemas.openxmlformats.org/drawingml/2006/main" noGrp="1"/>
          </p:cNvSpPr>
          <p:nvPr/>
        </p:nvSpPr>
        <p:spPr>
          <a:xfrm xmlns:a="http://schemas.openxmlformats.org/drawingml/2006/main">
            <a:off x="9144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2" name="capability_v1_s5_o62">
            <a:extLst xmlns:a="http://schemas.openxmlformats.org/drawingml/2006/main">
              <a:ext uri="{FF2B5EF4-FFF2-40B4-BE49-F238E27FC236}">
                <a16:creationId xmlns:a16="http://schemas.microsoft.com/office/drawing/2014/main" id="{9845ADCF-20E1-46D5-B036-BFEFFFEB197D}"/>
              </a:ext>
            </a:extLst>
          </p:cNvPr>
          <p:cNvSpPr>
            <a:spLocks xmlns:a="http://schemas.openxmlformats.org/drawingml/2006/main" noGrp="1"/>
          </p:cNvSpPr>
          <p:nvPr/>
        </p:nvSpPr>
        <p:spPr>
          <a:xfrm xmlns:a="http://schemas.openxmlformats.org/drawingml/2006/main">
            <a:off x="9296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3" name="capability_v1_s5_o63">
            <a:extLst xmlns:a="http://schemas.openxmlformats.org/drawingml/2006/main">
              <a:ext uri="{FF2B5EF4-FFF2-40B4-BE49-F238E27FC236}">
                <a16:creationId xmlns:a16="http://schemas.microsoft.com/office/drawing/2014/main" id="{C577F470-C75F-4744-B32B-D4C4082277A6}"/>
              </a:ext>
            </a:extLst>
          </p:cNvPr>
          <p:cNvSpPr>
            <a:spLocks xmlns:a="http://schemas.openxmlformats.org/drawingml/2006/main" noGrp="1"/>
          </p:cNvSpPr>
          <p:nvPr/>
        </p:nvSpPr>
        <p:spPr>
          <a:xfrm xmlns:a="http://schemas.openxmlformats.org/drawingml/2006/main">
            <a:off x="9448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4" name="capability_v1_s5_o64">
            <a:extLst xmlns:a="http://schemas.openxmlformats.org/drawingml/2006/main">
              <a:ext uri="{FF2B5EF4-FFF2-40B4-BE49-F238E27FC236}">
                <a16:creationId xmlns:a16="http://schemas.microsoft.com/office/drawing/2014/main" id="{C6B24C60-5752-43EF-BAF5-EE88829A342B}"/>
              </a:ext>
            </a:extLst>
          </p:cNvPr>
          <p:cNvSpPr>
            <a:spLocks xmlns:a="http://schemas.openxmlformats.org/drawingml/2006/main" noGrp="1"/>
          </p:cNvSpPr>
          <p:nvPr/>
        </p:nvSpPr>
        <p:spPr>
          <a:xfrm xmlns:a="http://schemas.openxmlformats.org/drawingml/2006/main">
            <a:off x="9601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5" name="capability_v1_s5_o65">
            <a:extLst xmlns:a="http://schemas.openxmlformats.org/drawingml/2006/main">
              <a:ext uri="{FF2B5EF4-FFF2-40B4-BE49-F238E27FC236}">
                <a16:creationId xmlns:a16="http://schemas.microsoft.com/office/drawing/2014/main" id="{DBB86B0F-72B0-447B-8409-D360E6A97EE1}"/>
              </a:ext>
            </a:extLst>
          </p:cNvPr>
          <p:cNvSpPr>
            <a:spLocks xmlns:a="http://schemas.openxmlformats.org/drawingml/2006/main" noGrp="1"/>
          </p:cNvSpPr>
          <p:nvPr/>
        </p:nvSpPr>
        <p:spPr>
          <a:xfrm xmlns:a="http://schemas.openxmlformats.org/drawingml/2006/main">
            <a:off x="9753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6" name="capability_v1_s5_o66">
            <a:extLst xmlns:a="http://schemas.openxmlformats.org/drawingml/2006/main">
              <a:ext uri="{FF2B5EF4-FFF2-40B4-BE49-F238E27FC236}">
                <a16:creationId xmlns:a16="http://schemas.microsoft.com/office/drawing/2014/main" id="{305FF78E-289D-44CB-8A46-64C7DB51BC38}"/>
              </a:ext>
            </a:extLst>
          </p:cNvPr>
          <p:cNvSpPr>
            <a:spLocks xmlns:a="http://schemas.openxmlformats.org/drawingml/2006/main" noGrp="1"/>
          </p:cNvSpPr>
          <p:nvPr/>
        </p:nvSpPr>
        <p:spPr>
          <a:xfrm xmlns:a="http://schemas.openxmlformats.org/drawingml/2006/main">
            <a:off x="9906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67" name="capability_v1_s5_o67">
            <a:extLst xmlns:a="http://schemas.openxmlformats.org/drawingml/2006/main">
              <a:ext uri="{FF2B5EF4-FFF2-40B4-BE49-F238E27FC236}">
                <a16:creationId xmlns:a16="http://schemas.microsoft.com/office/drawing/2014/main" id="{FF2796C0-ECF7-40B9-8CBE-3E324622CCD7}"/>
              </a:ext>
            </a:extLst>
          </p:cNvPr>
          <p:cNvSpPr>
            <a:spLocks xmlns:a="http://schemas.openxmlformats.org/drawingml/2006/main" noGrp="1"/>
          </p:cNvSpPr>
          <p:nvPr/>
        </p:nvSpPr>
        <p:spPr>
          <a:xfrm xmlns:a="http://schemas.openxmlformats.org/drawingml/2006/main">
            <a:off x="10058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8" name="capability_v1_s5_o68">
            <a:extLst xmlns:a="http://schemas.openxmlformats.org/drawingml/2006/main">
              <a:ext uri="{FF2B5EF4-FFF2-40B4-BE49-F238E27FC236}">
                <a16:creationId xmlns:a16="http://schemas.microsoft.com/office/drawing/2014/main" id="{80C8A290-514B-4A3A-8ABB-F669D11F5E04}"/>
              </a:ext>
            </a:extLst>
          </p:cNvPr>
          <p:cNvSpPr>
            <a:spLocks xmlns:a="http://schemas.openxmlformats.org/drawingml/2006/main" noGrp="1"/>
          </p:cNvSpPr>
          <p:nvPr/>
        </p:nvSpPr>
        <p:spPr>
          <a:xfrm xmlns:a="http://schemas.openxmlformats.org/drawingml/2006/main">
            <a:off x="10210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69" name="capability_v1_s5_o69">
            <a:extLst xmlns:a="http://schemas.openxmlformats.org/drawingml/2006/main">
              <a:ext uri="{FF2B5EF4-FFF2-40B4-BE49-F238E27FC236}">
                <a16:creationId xmlns:a16="http://schemas.microsoft.com/office/drawing/2014/main" id="{BF0F0BC3-4C6A-42B3-B2DC-5B8315B189D9}"/>
              </a:ext>
            </a:extLst>
          </p:cNvPr>
          <p:cNvSpPr>
            <a:spLocks xmlns:a="http://schemas.openxmlformats.org/drawingml/2006/main" noGrp="1"/>
          </p:cNvSpPr>
          <p:nvPr/>
        </p:nvSpPr>
        <p:spPr>
          <a:xfrm xmlns:a="http://schemas.openxmlformats.org/drawingml/2006/main">
            <a:off x="10363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0" name="capability_v1_s5_o70">
            <a:extLst xmlns:a="http://schemas.openxmlformats.org/drawingml/2006/main">
              <a:ext uri="{FF2B5EF4-FFF2-40B4-BE49-F238E27FC236}">
                <a16:creationId xmlns:a16="http://schemas.microsoft.com/office/drawing/2014/main" id="{BC9A4998-E213-4D38-AFD6-D9A3FD825E42}"/>
              </a:ext>
            </a:extLst>
          </p:cNvPr>
          <p:cNvSpPr>
            <a:spLocks xmlns:a="http://schemas.openxmlformats.org/drawingml/2006/main" noGrp="1"/>
          </p:cNvSpPr>
          <p:nvPr/>
        </p:nvSpPr>
        <p:spPr>
          <a:xfrm xmlns:a="http://schemas.openxmlformats.org/drawingml/2006/main">
            <a:off x="10515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1" name="capability_v1_s5_o71">
            <a:extLst xmlns:a="http://schemas.openxmlformats.org/drawingml/2006/main">
              <a:ext uri="{FF2B5EF4-FFF2-40B4-BE49-F238E27FC236}">
                <a16:creationId xmlns:a16="http://schemas.microsoft.com/office/drawing/2014/main" id="{915F8FD8-8D6B-46D3-907B-0E7DDBA3B7D0}"/>
              </a:ext>
            </a:extLst>
          </p:cNvPr>
          <p:cNvSpPr>
            <a:spLocks xmlns:a="http://schemas.openxmlformats.org/drawingml/2006/main" noGrp="1"/>
          </p:cNvSpPr>
          <p:nvPr/>
        </p:nvSpPr>
        <p:spPr>
          <a:xfrm xmlns:a="http://schemas.openxmlformats.org/drawingml/2006/main">
            <a:off x="10668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2" name="capability_v1_s5_o72">
            <a:extLst xmlns:a="http://schemas.openxmlformats.org/drawingml/2006/main">
              <a:ext uri="{FF2B5EF4-FFF2-40B4-BE49-F238E27FC236}">
                <a16:creationId xmlns:a16="http://schemas.microsoft.com/office/drawing/2014/main" id="{9ADF32D5-742C-4346-9295-73A7BA321AC1}"/>
              </a:ext>
            </a:extLst>
          </p:cNvPr>
          <p:cNvSpPr>
            <a:spLocks xmlns:a="http://schemas.openxmlformats.org/drawingml/2006/main" noGrp="1"/>
          </p:cNvSpPr>
          <p:nvPr/>
        </p:nvSpPr>
        <p:spPr>
          <a:xfrm xmlns:a="http://schemas.openxmlformats.org/drawingml/2006/main">
            <a:off x="10820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3" name="capability_v1_s5_o73">
            <a:extLst xmlns:a="http://schemas.openxmlformats.org/drawingml/2006/main">
              <a:ext uri="{FF2B5EF4-FFF2-40B4-BE49-F238E27FC236}">
                <a16:creationId xmlns:a16="http://schemas.microsoft.com/office/drawing/2014/main" id="{D7861140-E33C-4CB7-90A9-A9DC7A0764E7}"/>
              </a:ext>
            </a:extLst>
          </p:cNvPr>
          <p:cNvSpPr>
            <a:spLocks xmlns:a="http://schemas.openxmlformats.org/drawingml/2006/main" noGrp="1"/>
          </p:cNvSpPr>
          <p:nvPr/>
        </p:nvSpPr>
        <p:spPr>
          <a:xfrm xmlns:a="http://schemas.openxmlformats.org/drawingml/2006/main">
            <a:off x="10972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4" name="capability_v1_s5_o74">
            <a:extLst xmlns:a="http://schemas.openxmlformats.org/drawingml/2006/main">
              <a:ext uri="{FF2B5EF4-FFF2-40B4-BE49-F238E27FC236}">
                <a16:creationId xmlns:a16="http://schemas.microsoft.com/office/drawing/2014/main" id="{9FFD80CB-7F50-4517-9277-BE3AC834190E}"/>
              </a:ext>
            </a:extLst>
          </p:cNvPr>
          <p:cNvSpPr>
            <a:spLocks xmlns:a="http://schemas.openxmlformats.org/drawingml/2006/main" noGrp="1"/>
          </p:cNvSpPr>
          <p:nvPr/>
        </p:nvSpPr>
        <p:spPr>
          <a:xfrm xmlns:a="http://schemas.openxmlformats.org/drawingml/2006/main">
            <a:off x="11125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5" name="capability_v1_s5_o75">
            <a:extLst xmlns:a="http://schemas.openxmlformats.org/drawingml/2006/main">
              <a:ext uri="{FF2B5EF4-FFF2-40B4-BE49-F238E27FC236}">
                <a16:creationId xmlns:a16="http://schemas.microsoft.com/office/drawing/2014/main" id="{AC08B974-1EEA-4A37-956B-02963188AE9D}"/>
              </a:ext>
            </a:extLst>
          </p:cNvPr>
          <p:cNvSpPr>
            <a:spLocks xmlns:a="http://schemas.openxmlformats.org/drawingml/2006/main" noGrp="1"/>
          </p:cNvSpPr>
          <p:nvPr/>
        </p:nvSpPr>
        <p:spPr>
          <a:xfrm xmlns:a="http://schemas.openxmlformats.org/drawingml/2006/main">
            <a:off x="11277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6" name="capability_v1_s5_o76">
            <a:extLst xmlns:a="http://schemas.openxmlformats.org/drawingml/2006/main">
              <a:ext uri="{FF2B5EF4-FFF2-40B4-BE49-F238E27FC236}">
                <a16:creationId xmlns:a16="http://schemas.microsoft.com/office/drawing/2014/main" id="{6857B983-3467-460D-A332-5A002A64B9E8}"/>
              </a:ext>
            </a:extLst>
          </p:cNvPr>
          <p:cNvSpPr>
            <a:spLocks xmlns:a="http://schemas.openxmlformats.org/drawingml/2006/main" noGrp="1"/>
          </p:cNvSpPr>
          <p:nvPr/>
        </p:nvSpPr>
        <p:spPr>
          <a:xfrm xmlns:a="http://schemas.openxmlformats.org/drawingml/2006/main">
            <a:off x="11430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77" name="capability_v1_s5_o77">
            <a:extLst xmlns:a="http://schemas.openxmlformats.org/drawingml/2006/main">
              <a:ext uri="{FF2B5EF4-FFF2-40B4-BE49-F238E27FC236}">
                <a16:creationId xmlns:a16="http://schemas.microsoft.com/office/drawing/2014/main" id="{4203CF88-3465-4151-82E0-3C09EC1C706A}"/>
              </a:ext>
            </a:extLst>
          </p:cNvPr>
          <p:cNvSpPr>
            <a:spLocks xmlns:a="http://schemas.openxmlformats.org/drawingml/2006/main" noGrp="1"/>
          </p:cNvSpPr>
          <p:nvPr/>
        </p:nvSpPr>
        <p:spPr>
          <a:xfrm xmlns:a="http://schemas.openxmlformats.org/drawingml/2006/main">
            <a:off x="115824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8" name="capability_v1_s5_o78">
            <a:extLst xmlns:a="http://schemas.openxmlformats.org/drawingml/2006/main">
              <a:ext uri="{FF2B5EF4-FFF2-40B4-BE49-F238E27FC236}">
                <a16:creationId xmlns:a16="http://schemas.microsoft.com/office/drawing/2014/main" id="{C962F850-6623-4A84-B0F1-F9119FA7AEE7}"/>
              </a:ext>
            </a:extLst>
          </p:cNvPr>
          <p:cNvSpPr>
            <a:spLocks xmlns:a="http://schemas.openxmlformats.org/drawingml/2006/main" noGrp="1"/>
          </p:cNvSpPr>
          <p:nvPr/>
        </p:nvSpPr>
        <p:spPr>
          <a:xfrm xmlns:a="http://schemas.openxmlformats.org/drawingml/2006/main">
            <a:off x="117348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79" name="capability_v1_s5_o79">
            <a:extLst xmlns:a="http://schemas.openxmlformats.org/drawingml/2006/main">
              <a:ext uri="{FF2B5EF4-FFF2-40B4-BE49-F238E27FC236}">
                <a16:creationId xmlns:a16="http://schemas.microsoft.com/office/drawing/2014/main" id="{564714D2-A6D1-4524-860A-7DCF9FFBBFEF}"/>
              </a:ext>
            </a:extLst>
          </p:cNvPr>
          <p:cNvSpPr>
            <a:spLocks xmlns:a="http://schemas.openxmlformats.org/drawingml/2006/main" noGrp="1"/>
          </p:cNvSpPr>
          <p:nvPr/>
        </p:nvSpPr>
        <p:spPr>
          <a:xfrm xmlns:a="http://schemas.openxmlformats.org/drawingml/2006/main">
            <a:off x="118872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0" name="capability_v1_s5_o80">
            <a:extLst xmlns:a="http://schemas.openxmlformats.org/drawingml/2006/main">
              <a:ext uri="{FF2B5EF4-FFF2-40B4-BE49-F238E27FC236}">
                <a16:creationId xmlns:a16="http://schemas.microsoft.com/office/drawing/2014/main" id="{C8D77907-D462-43FA-9A06-6267546F1EC3}"/>
              </a:ext>
            </a:extLst>
          </p:cNvPr>
          <p:cNvSpPr>
            <a:spLocks xmlns:a="http://schemas.openxmlformats.org/drawingml/2006/main" noGrp="1"/>
          </p:cNvSpPr>
          <p:nvPr/>
        </p:nvSpPr>
        <p:spPr>
          <a:xfrm xmlns:a="http://schemas.openxmlformats.org/drawingml/2006/main">
            <a:off x="120396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6000"/>
              </a:srgbClr>
            </a:solidFill>
            <a:prstDash val="solid"/>
          </a:ln>
        </p:spPr>
      </p:sp>
      <p:sp>
        <p:nvSpPr>
          <p:cNvPr id="81" name="capability_v1_s5_o81">
            <a:extLst xmlns:a="http://schemas.openxmlformats.org/drawingml/2006/main">
              <a:ext uri="{FF2B5EF4-FFF2-40B4-BE49-F238E27FC236}">
                <a16:creationId xmlns:a16="http://schemas.microsoft.com/office/drawing/2014/main" id="{638F69EC-540F-4600-94F0-2475DC88F669}"/>
              </a:ext>
            </a:extLst>
          </p:cNvPr>
          <p:cNvSpPr>
            <a:spLocks xmlns:a="http://schemas.openxmlformats.org/drawingml/2006/main" noGrp="1"/>
          </p:cNvSpPr>
          <p:nvPr/>
        </p:nvSpPr>
        <p:spPr>
          <a:xfrm xmlns:a="http://schemas.openxmlformats.org/drawingml/2006/main">
            <a:off x="12192000" y="0"/>
            <a:ext cx="95" cy="6858000"/>
          </a:xfrm>
          <a:custGeom xmlns:a="http://schemas.openxmlformats.org/drawingml/2006/main">
            <a:pathLst>
              <a:path w="95" h="6858000">
                <a:moveTo>
                  <a:pt x="0" y="0"/>
                </a:moveTo>
                <a:lnTo>
                  <a:pt x="0" y="6858000"/>
                </a:lnTo>
              </a:path>
            </a:pathLst>
          </a:custGeom>
          <a:noFill xmlns:a="http://schemas.openxmlformats.org/drawingml/2006/main"/>
          <a:ln xmlns:a="http://schemas.openxmlformats.org/drawingml/2006/main" w="4445">
            <a:solidFill>
              <a:srgbClr val="45A7FF">
                <a:alpha val="15000"/>
              </a:srgbClr>
            </a:solidFill>
            <a:prstDash val="solid"/>
          </a:ln>
        </p:spPr>
      </p:sp>
      <p:sp>
        <p:nvSpPr>
          <p:cNvPr id="82" name="capability_v1_s5_o82">
            <a:extLst xmlns:a="http://schemas.openxmlformats.org/drawingml/2006/main">
              <a:ext uri="{FF2B5EF4-FFF2-40B4-BE49-F238E27FC236}">
                <a16:creationId xmlns:a16="http://schemas.microsoft.com/office/drawing/2014/main" id="{AC9795D2-2A5A-4FE5-945C-CA166A39E8BC}"/>
              </a:ext>
            </a:extLst>
          </p:cNvPr>
          <p:cNvSpPr>
            <a:spLocks xmlns:a="http://schemas.openxmlformats.org/drawingml/2006/main" noGrp="1"/>
          </p:cNvSpPr>
          <p:nvPr/>
        </p:nvSpPr>
        <p:spPr>
          <a:xfrm xmlns:a="http://schemas.openxmlformats.org/drawingml/2006/main">
            <a:off x="0" y="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3" name="capability_v1_s5_o83">
            <a:extLst xmlns:a="http://schemas.openxmlformats.org/drawingml/2006/main">
              <a:ext uri="{FF2B5EF4-FFF2-40B4-BE49-F238E27FC236}">
                <a16:creationId xmlns:a16="http://schemas.microsoft.com/office/drawing/2014/main" id="{0D954AB1-BB8B-40CF-B361-A50F3C0C55B1}"/>
              </a:ext>
            </a:extLst>
          </p:cNvPr>
          <p:cNvSpPr>
            <a:spLocks xmlns:a="http://schemas.openxmlformats.org/drawingml/2006/main" noGrp="1"/>
          </p:cNvSpPr>
          <p:nvPr/>
        </p:nvSpPr>
        <p:spPr>
          <a:xfrm xmlns:a="http://schemas.openxmlformats.org/drawingml/2006/main">
            <a:off x="0" y="15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4" name="capability_v1_s5_o84">
            <a:extLst xmlns:a="http://schemas.openxmlformats.org/drawingml/2006/main">
              <a:ext uri="{FF2B5EF4-FFF2-40B4-BE49-F238E27FC236}">
                <a16:creationId xmlns:a16="http://schemas.microsoft.com/office/drawing/2014/main" id="{129637FF-60C2-4557-9CCD-D640F5C91369}"/>
              </a:ext>
            </a:extLst>
          </p:cNvPr>
          <p:cNvSpPr>
            <a:spLocks xmlns:a="http://schemas.openxmlformats.org/drawingml/2006/main" noGrp="1"/>
          </p:cNvSpPr>
          <p:nvPr/>
        </p:nvSpPr>
        <p:spPr>
          <a:xfrm xmlns:a="http://schemas.openxmlformats.org/drawingml/2006/main">
            <a:off x="0" y="30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5" name="capability_v1_s5_o85">
            <a:extLst xmlns:a="http://schemas.openxmlformats.org/drawingml/2006/main">
              <a:ext uri="{FF2B5EF4-FFF2-40B4-BE49-F238E27FC236}">
                <a16:creationId xmlns:a16="http://schemas.microsoft.com/office/drawing/2014/main" id="{B5ED5EF5-80B7-4CE8-AAF6-2B969AD09554}"/>
              </a:ext>
            </a:extLst>
          </p:cNvPr>
          <p:cNvSpPr>
            <a:spLocks xmlns:a="http://schemas.openxmlformats.org/drawingml/2006/main" noGrp="1"/>
          </p:cNvSpPr>
          <p:nvPr/>
        </p:nvSpPr>
        <p:spPr>
          <a:xfrm xmlns:a="http://schemas.openxmlformats.org/drawingml/2006/main">
            <a:off x="0" y="45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6" name="capability_v1_s5_o86">
            <a:extLst xmlns:a="http://schemas.openxmlformats.org/drawingml/2006/main">
              <a:ext uri="{FF2B5EF4-FFF2-40B4-BE49-F238E27FC236}">
                <a16:creationId xmlns:a16="http://schemas.microsoft.com/office/drawing/2014/main" id="{C4810DF5-E6A7-49E9-9E3B-E00F78265392}"/>
              </a:ext>
            </a:extLst>
          </p:cNvPr>
          <p:cNvSpPr>
            <a:spLocks xmlns:a="http://schemas.openxmlformats.org/drawingml/2006/main" noGrp="1"/>
          </p:cNvSpPr>
          <p:nvPr/>
        </p:nvSpPr>
        <p:spPr>
          <a:xfrm xmlns:a="http://schemas.openxmlformats.org/drawingml/2006/main">
            <a:off x="0" y="60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7" name="capability_v1_s5_o87">
            <a:extLst xmlns:a="http://schemas.openxmlformats.org/drawingml/2006/main">
              <a:ext uri="{FF2B5EF4-FFF2-40B4-BE49-F238E27FC236}">
                <a16:creationId xmlns:a16="http://schemas.microsoft.com/office/drawing/2014/main" id="{98642837-A99E-4DAD-A773-CD358BEC9EA7}"/>
              </a:ext>
            </a:extLst>
          </p:cNvPr>
          <p:cNvSpPr>
            <a:spLocks xmlns:a="http://schemas.openxmlformats.org/drawingml/2006/main" noGrp="1"/>
          </p:cNvSpPr>
          <p:nvPr/>
        </p:nvSpPr>
        <p:spPr>
          <a:xfrm xmlns:a="http://schemas.openxmlformats.org/drawingml/2006/main">
            <a:off x="0" y="76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88" name="capability_v1_s5_o88">
            <a:extLst xmlns:a="http://schemas.openxmlformats.org/drawingml/2006/main">
              <a:ext uri="{FF2B5EF4-FFF2-40B4-BE49-F238E27FC236}">
                <a16:creationId xmlns:a16="http://schemas.microsoft.com/office/drawing/2014/main" id="{7FC4F1A5-87E4-41C6-8E31-45808E640458}"/>
              </a:ext>
            </a:extLst>
          </p:cNvPr>
          <p:cNvSpPr>
            <a:spLocks xmlns:a="http://schemas.openxmlformats.org/drawingml/2006/main" noGrp="1"/>
          </p:cNvSpPr>
          <p:nvPr/>
        </p:nvSpPr>
        <p:spPr>
          <a:xfrm xmlns:a="http://schemas.openxmlformats.org/drawingml/2006/main">
            <a:off x="0" y="91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89" name="capability_v1_s5_o89">
            <a:extLst xmlns:a="http://schemas.openxmlformats.org/drawingml/2006/main">
              <a:ext uri="{FF2B5EF4-FFF2-40B4-BE49-F238E27FC236}">
                <a16:creationId xmlns:a16="http://schemas.microsoft.com/office/drawing/2014/main" id="{F22081C7-435F-4CB0-99E8-890FE24BA420}"/>
              </a:ext>
            </a:extLst>
          </p:cNvPr>
          <p:cNvSpPr>
            <a:spLocks xmlns:a="http://schemas.openxmlformats.org/drawingml/2006/main" noGrp="1"/>
          </p:cNvSpPr>
          <p:nvPr/>
        </p:nvSpPr>
        <p:spPr>
          <a:xfrm xmlns:a="http://schemas.openxmlformats.org/drawingml/2006/main">
            <a:off x="0" y="106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0" name="capability_v1_s5_o90">
            <a:extLst xmlns:a="http://schemas.openxmlformats.org/drawingml/2006/main">
              <a:ext uri="{FF2B5EF4-FFF2-40B4-BE49-F238E27FC236}">
                <a16:creationId xmlns:a16="http://schemas.microsoft.com/office/drawing/2014/main" id="{C56ABD75-899F-4A0E-9E61-0852F7321FE5}"/>
              </a:ext>
            </a:extLst>
          </p:cNvPr>
          <p:cNvSpPr>
            <a:spLocks xmlns:a="http://schemas.openxmlformats.org/drawingml/2006/main" noGrp="1"/>
          </p:cNvSpPr>
          <p:nvPr/>
        </p:nvSpPr>
        <p:spPr>
          <a:xfrm xmlns:a="http://schemas.openxmlformats.org/drawingml/2006/main">
            <a:off x="0" y="121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1" name="capability_v1_s5_o91">
            <a:extLst xmlns:a="http://schemas.openxmlformats.org/drawingml/2006/main">
              <a:ext uri="{FF2B5EF4-FFF2-40B4-BE49-F238E27FC236}">
                <a16:creationId xmlns:a16="http://schemas.microsoft.com/office/drawing/2014/main" id="{A39037D0-CFE9-4734-81BE-FF670E8810D9}"/>
              </a:ext>
            </a:extLst>
          </p:cNvPr>
          <p:cNvSpPr>
            <a:spLocks xmlns:a="http://schemas.openxmlformats.org/drawingml/2006/main" noGrp="1"/>
          </p:cNvSpPr>
          <p:nvPr/>
        </p:nvSpPr>
        <p:spPr>
          <a:xfrm xmlns:a="http://schemas.openxmlformats.org/drawingml/2006/main">
            <a:off x="0" y="137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2" name="capability_v1_s5_o92">
            <a:extLst xmlns:a="http://schemas.openxmlformats.org/drawingml/2006/main">
              <a:ext uri="{FF2B5EF4-FFF2-40B4-BE49-F238E27FC236}">
                <a16:creationId xmlns:a16="http://schemas.microsoft.com/office/drawing/2014/main" id="{9E39DAE6-2591-44D2-B153-576C2BBE5428}"/>
              </a:ext>
            </a:extLst>
          </p:cNvPr>
          <p:cNvSpPr>
            <a:spLocks xmlns:a="http://schemas.openxmlformats.org/drawingml/2006/main" noGrp="1"/>
          </p:cNvSpPr>
          <p:nvPr/>
        </p:nvSpPr>
        <p:spPr>
          <a:xfrm xmlns:a="http://schemas.openxmlformats.org/drawingml/2006/main">
            <a:off x="0" y="152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3" name="capability_v1_s5_o93">
            <a:extLst xmlns:a="http://schemas.openxmlformats.org/drawingml/2006/main">
              <a:ext uri="{FF2B5EF4-FFF2-40B4-BE49-F238E27FC236}">
                <a16:creationId xmlns:a16="http://schemas.microsoft.com/office/drawing/2014/main" id="{3DF1C4E4-4521-4E51-965E-EA17039BC6DD}"/>
              </a:ext>
            </a:extLst>
          </p:cNvPr>
          <p:cNvSpPr>
            <a:spLocks xmlns:a="http://schemas.openxmlformats.org/drawingml/2006/main" noGrp="1"/>
          </p:cNvSpPr>
          <p:nvPr/>
        </p:nvSpPr>
        <p:spPr>
          <a:xfrm xmlns:a="http://schemas.openxmlformats.org/drawingml/2006/main">
            <a:off x="0" y="167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4" name="capability_v1_s5_o94">
            <a:extLst xmlns:a="http://schemas.openxmlformats.org/drawingml/2006/main">
              <a:ext uri="{FF2B5EF4-FFF2-40B4-BE49-F238E27FC236}">
                <a16:creationId xmlns:a16="http://schemas.microsoft.com/office/drawing/2014/main" id="{19C5A00A-4700-4266-A73A-7EF5266FC7A2}"/>
              </a:ext>
            </a:extLst>
          </p:cNvPr>
          <p:cNvSpPr>
            <a:spLocks xmlns:a="http://schemas.openxmlformats.org/drawingml/2006/main" noGrp="1"/>
          </p:cNvSpPr>
          <p:nvPr/>
        </p:nvSpPr>
        <p:spPr>
          <a:xfrm xmlns:a="http://schemas.openxmlformats.org/drawingml/2006/main">
            <a:off x="0" y="182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5" name="capability_v1_s5_o95">
            <a:extLst xmlns:a="http://schemas.openxmlformats.org/drawingml/2006/main">
              <a:ext uri="{FF2B5EF4-FFF2-40B4-BE49-F238E27FC236}">
                <a16:creationId xmlns:a16="http://schemas.microsoft.com/office/drawing/2014/main" id="{48BD3491-ACC1-40E9-A19D-0C6D3BE9EAE2}"/>
              </a:ext>
            </a:extLst>
          </p:cNvPr>
          <p:cNvSpPr>
            <a:spLocks xmlns:a="http://schemas.openxmlformats.org/drawingml/2006/main" noGrp="1"/>
          </p:cNvSpPr>
          <p:nvPr/>
        </p:nvSpPr>
        <p:spPr>
          <a:xfrm xmlns:a="http://schemas.openxmlformats.org/drawingml/2006/main">
            <a:off x="0" y="198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6" name="capability_v1_s5_o96">
            <a:extLst xmlns:a="http://schemas.openxmlformats.org/drawingml/2006/main">
              <a:ext uri="{FF2B5EF4-FFF2-40B4-BE49-F238E27FC236}">
                <a16:creationId xmlns:a16="http://schemas.microsoft.com/office/drawing/2014/main" id="{80164E09-7984-4C8F-A9B5-C24B6843C9B8}"/>
              </a:ext>
            </a:extLst>
          </p:cNvPr>
          <p:cNvSpPr>
            <a:spLocks xmlns:a="http://schemas.openxmlformats.org/drawingml/2006/main" noGrp="1"/>
          </p:cNvSpPr>
          <p:nvPr/>
        </p:nvSpPr>
        <p:spPr>
          <a:xfrm xmlns:a="http://schemas.openxmlformats.org/drawingml/2006/main">
            <a:off x="0" y="213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7" name="capability_v1_s5_o97">
            <a:extLst xmlns:a="http://schemas.openxmlformats.org/drawingml/2006/main">
              <a:ext uri="{FF2B5EF4-FFF2-40B4-BE49-F238E27FC236}">
                <a16:creationId xmlns:a16="http://schemas.microsoft.com/office/drawing/2014/main" id="{B79AC4D3-A417-45EF-A5D5-82370ED51A1C}"/>
              </a:ext>
            </a:extLst>
          </p:cNvPr>
          <p:cNvSpPr>
            <a:spLocks xmlns:a="http://schemas.openxmlformats.org/drawingml/2006/main" noGrp="1"/>
          </p:cNvSpPr>
          <p:nvPr/>
        </p:nvSpPr>
        <p:spPr>
          <a:xfrm xmlns:a="http://schemas.openxmlformats.org/drawingml/2006/main">
            <a:off x="0" y="228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98" name="capability_v1_s5_o98">
            <a:extLst xmlns:a="http://schemas.openxmlformats.org/drawingml/2006/main">
              <a:ext uri="{FF2B5EF4-FFF2-40B4-BE49-F238E27FC236}">
                <a16:creationId xmlns:a16="http://schemas.microsoft.com/office/drawing/2014/main" id="{67F2DD36-5CB6-4ACA-9110-8BCD824EA1F0}"/>
              </a:ext>
            </a:extLst>
          </p:cNvPr>
          <p:cNvSpPr>
            <a:spLocks xmlns:a="http://schemas.openxmlformats.org/drawingml/2006/main" noGrp="1"/>
          </p:cNvSpPr>
          <p:nvPr/>
        </p:nvSpPr>
        <p:spPr>
          <a:xfrm xmlns:a="http://schemas.openxmlformats.org/drawingml/2006/main">
            <a:off x="0" y="243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99" name="capability_v1_s5_o99">
            <a:extLst xmlns:a="http://schemas.openxmlformats.org/drawingml/2006/main">
              <a:ext uri="{FF2B5EF4-FFF2-40B4-BE49-F238E27FC236}">
                <a16:creationId xmlns:a16="http://schemas.microsoft.com/office/drawing/2014/main" id="{E3881EB3-86B9-4310-9C65-624238D8D869}"/>
              </a:ext>
            </a:extLst>
          </p:cNvPr>
          <p:cNvSpPr>
            <a:spLocks xmlns:a="http://schemas.openxmlformats.org/drawingml/2006/main" noGrp="1"/>
          </p:cNvSpPr>
          <p:nvPr/>
        </p:nvSpPr>
        <p:spPr>
          <a:xfrm xmlns:a="http://schemas.openxmlformats.org/drawingml/2006/main">
            <a:off x="0" y="259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0" name="capability_v1_s5_o100">
            <a:extLst xmlns:a="http://schemas.openxmlformats.org/drawingml/2006/main">
              <a:ext uri="{FF2B5EF4-FFF2-40B4-BE49-F238E27FC236}">
                <a16:creationId xmlns:a16="http://schemas.microsoft.com/office/drawing/2014/main" id="{7C481909-9B97-467E-AA91-A393E803366E}"/>
              </a:ext>
            </a:extLst>
          </p:cNvPr>
          <p:cNvSpPr>
            <a:spLocks xmlns:a="http://schemas.openxmlformats.org/drawingml/2006/main" noGrp="1"/>
          </p:cNvSpPr>
          <p:nvPr/>
        </p:nvSpPr>
        <p:spPr>
          <a:xfrm xmlns:a="http://schemas.openxmlformats.org/drawingml/2006/main">
            <a:off x="0" y="274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1" name="capability_v1_s5_o101">
            <a:extLst xmlns:a="http://schemas.openxmlformats.org/drawingml/2006/main">
              <a:ext uri="{FF2B5EF4-FFF2-40B4-BE49-F238E27FC236}">
                <a16:creationId xmlns:a16="http://schemas.microsoft.com/office/drawing/2014/main" id="{0A3BB7AE-06A9-4172-BB7F-D52760DB2163}"/>
              </a:ext>
            </a:extLst>
          </p:cNvPr>
          <p:cNvSpPr>
            <a:spLocks xmlns:a="http://schemas.openxmlformats.org/drawingml/2006/main" noGrp="1"/>
          </p:cNvSpPr>
          <p:nvPr/>
        </p:nvSpPr>
        <p:spPr>
          <a:xfrm xmlns:a="http://schemas.openxmlformats.org/drawingml/2006/main">
            <a:off x="0" y="289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2" name="capability_v1_s5_o102">
            <a:extLst xmlns:a="http://schemas.openxmlformats.org/drawingml/2006/main">
              <a:ext uri="{FF2B5EF4-FFF2-40B4-BE49-F238E27FC236}">
                <a16:creationId xmlns:a16="http://schemas.microsoft.com/office/drawing/2014/main" id="{74B1B438-42AF-446A-869C-C7937FF94387}"/>
              </a:ext>
            </a:extLst>
          </p:cNvPr>
          <p:cNvSpPr>
            <a:spLocks xmlns:a="http://schemas.openxmlformats.org/drawingml/2006/main" noGrp="1"/>
          </p:cNvSpPr>
          <p:nvPr/>
        </p:nvSpPr>
        <p:spPr>
          <a:xfrm xmlns:a="http://schemas.openxmlformats.org/drawingml/2006/main">
            <a:off x="0" y="304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3" name="capability_v1_s5_o103">
            <a:extLst xmlns:a="http://schemas.openxmlformats.org/drawingml/2006/main">
              <a:ext uri="{FF2B5EF4-FFF2-40B4-BE49-F238E27FC236}">
                <a16:creationId xmlns:a16="http://schemas.microsoft.com/office/drawing/2014/main" id="{0D7AE0E0-3441-403D-8CC9-AA9D1320920B}"/>
              </a:ext>
            </a:extLst>
          </p:cNvPr>
          <p:cNvSpPr>
            <a:spLocks xmlns:a="http://schemas.openxmlformats.org/drawingml/2006/main" noGrp="1"/>
          </p:cNvSpPr>
          <p:nvPr/>
        </p:nvSpPr>
        <p:spPr>
          <a:xfrm xmlns:a="http://schemas.openxmlformats.org/drawingml/2006/main">
            <a:off x="0" y="3200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4" name="capability_v1_s5_o104">
            <a:extLst xmlns:a="http://schemas.openxmlformats.org/drawingml/2006/main">
              <a:ext uri="{FF2B5EF4-FFF2-40B4-BE49-F238E27FC236}">
                <a16:creationId xmlns:a16="http://schemas.microsoft.com/office/drawing/2014/main" id="{4D449198-21D4-49DD-83CF-E525BE40C874}"/>
              </a:ext>
            </a:extLst>
          </p:cNvPr>
          <p:cNvSpPr>
            <a:spLocks xmlns:a="http://schemas.openxmlformats.org/drawingml/2006/main" noGrp="1"/>
          </p:cNvSpPr>
          <p:nvPr/>
        </p:nvSpPr>
        <p:spPr>
          <a:xfrm xmlns:a="http://schemas.openxmlformats.org/drawingml/2006/main">
            <a:off x="0" y="3352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5" name="capability_v1_s5_o105">
            <a:extLst xmlns:a="http://schemas.openxmlformats.org/drawingml/2006/main">
              <a:ext uri="{FF2B5EF4-FFF2-40B4-BE49-F238E27FC236}">
                <a16:creationId xmlns:a16="http://schemas.microsoft.com/office/drawing/2014/main" id="{7ABA4975-B15D-4AA7-B244-213713F4CD8C}"/>
              </a:ext>
            </a:extLst>
          </p:cNvPr>
          <p:cNvSpPr>
            <a:spLocks xmlns:a="http://schemas.openxmlformats.org/drawingml/2006/main" noGrp="1"/>
          </p:cNvSpPr>
          <p:nvPr/>
        </p:nvSpPr>
        <p:spPr>
          <a:xfrm xmlns:a="http://schemas.openxmlformats.org/drawingml/2006/main">
            <a:off x="0" y="3505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6" name="capability_v1_s5_o106">
            <a:extLst xmlns:a="http://schemas.openxmlformats.org/drawingml/2006/main">
              <a:ext uri="{FF2B5EF4-FFF2-40B4-BE49-F238E27FC236}">
                <a16:creationId xmlns:a16="http://schemas.microsoft.com/office/drawing/2014/main" id="{C2C59379-1EF6-4860-BDC5-867272EB596F}"/>
              </a:ext>
            </a:extLst>
          </p:cNvPr>
          <p:cNvSpPr>
            <a:spLocks xmlns:a="http://schemas.openxmlformats.org/drawingml/2006/main" noGrp="1"/>
          </p:cNvSpPr>
          <p:nvPr/>
        </p:nvSpPr>
        <p:spPr>
          <a:xfrm xmlns:a="http://schemas.openxmlformats.org/drawingml/2006/main">
            <a:off x="0" y="3657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7" name="capability_v1_s5_o107">
            <a:extLst xmlns:a="http://schemas.openxmlformats.org/drawingml/2006/main">
              <a:ext uri="{FF2B5EF4-FFF2-40B4-BE49-F238E27FC236}">
                <a16:creationId xmlns:a16="http://schemas.microsoft.com/office/drawing/2014/main" id="{1CF60125-7AB4-4BB3-956D-1D529A78C021}"/>
              </a:ext>
            </a:extLst>
          </p:cNvPr>
          <p:cNvSpPr>
            <a:spLocks xmlns:a="http://schemas.openxmlformats.org/drawingml/2006/main" noGrp="1"/>
          </p:cNvSpPr>
          <p:nvPr/>
        </p:nvSpPr>
        <p:spPr>
          <a:xfrm xmlns:a="http://schemas.openxmlformats.org/drawingml/2006/main">
            <a:off x="0" y="3810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08" name="capability_v1_s5_o108">
            <a:extLst xmlns:a="http://schemas.openxmlformats.org/drawingml/2006/main">
              <a:ext uri="{FF2B5EF4-FFF2-40B4-BE49-F238E27FC236}">
                <a16:creationId xmlns:a16="http://schemas.microsoft.com/office/drawing/2014/main" id="{60FD52A2-4485-4091-974E-A3376F85B892}"/>
              </a:ext>
            </a:extLst>
          </p:cNvPr>
          <p:cNvSpPr>
            <a:spLocks xmlns:a="http://schemas.openxmlformats.org/drawingml/2006/main" noGrp="1"/>
          </p:cNvSpPr>
          <p:nvPr/>
        </p:nvSpPr>
        <p:spPr>
          <a:xfrm xmlns:a="http://schemas.openxmlformats.org/drawingml/2006/main">
            <a:off x="0" y="3962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09" name="capability_v1_s5_o109">
            <a:extLst xmlns:a="http://schemas.openxmlformats.org/drawingml/2006/main">
              <a:ext uri="{FF2B5EF4-FFF2-40B4-BE49-F238E27FC236}">
                <a16:creationId xmlns:a16="http://schemas.microsoft.com/office/drawing/2014/main" id="{ADB1C625-887E-4B1C-A0C2-13996E284F3A}"/>
              </a:ext>
            </a:extLst>
          </p:cNvPr>
          <p:cNvSpPr>
            <a:spLocks xmlns:a="http://schemas.openxmlformats.org/drawingml/2006/main" noGrp="1"/>
          </p:cNvSpPr>
          <p:nvPr/>
        </p:nvSpPr>
        <p:spPr>
          <a:xfrm xmlns:a="http://schemas.openxmlformats.org/drawingml/2006/main">
            <a:off x="0" y="4114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0" name="capability_v1_s5_o110">
            <a:extLst xmlns:a="http://schemas.openxmlformats.org/drawingml/2006/main">
              <a:ext uri="{FF2B5EF4-FFF2-40B4-BE49-F238E27FC236}">
                <a16:creationId xmlns:a16="http://schemas.microsoft.com/office/drawing/2014/main" id="{625C2C96-04AB-47F8-8AB7-99354684A472}"/>
              </a:ext>
            </a:extLst>
          </p:cNvPr>
          <p:cNvSpPr>
            <a:spLocks xmlns:a="http://schemas.openxmlformats.org/drawingml/2006/main" noGrp="1"/>
          </p:cNvSpPr>
          <p:nvPr/>
        </p:nvSpPr>
        <p:spPr>
          <a:xfrm xmlns:a="http://schemas.openxmlformats.org/drawingml/2006/main">
            <a:off x="0" y="4267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1" name="capability_v1_s5_o111">
            <a:extLst xmlns:a="http://schemas.openxmlformats.org/drawingml/2006/main">
              <a:ext uri="{FF2B5EF4-FFF2-40B4-BE49-F238E27FC236}">
                <a16:creationId xmlns:a16="http://schemas.microsoft.com/office/drawing/2014/main" id="{EE5EFE9B-E12F-4F5D-AA4E-6AE1CEA95FBA}"/>
              </a:ext>
            </a:extLst>
          </p:cNvPr>
          <p:cNvSpPr>
            <a:spLocks xmlns:a="http://schemas.openxmlformats.org/drawingml/2006/main" noGrp="1"/>
          </p:cNvSpPr>
          <p:nvPr/>
        </p:nvSpPr>
        <p:spPr>
          <a:xfrm xmlns:a="http://schemas.openxmlformats.org/drawingml/2006/main">
            <a:off x="0" y="4419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2" name="capability_v1_s5_o112">
            <a:extLst xmlns:a="http://schemas.openxmlformats.org/drawingml/2006/main">
              <a:ext uri="{FF2B5EF4-FFF2-40B4-BE49-F238E27FC236}">
                <a16:creationId xmlns:a16="http://schemas.microsoft.com/office/drawing/2014/main" id="{6EA6110C-F613-4C52-BB03-39069E402A3F}"/>
              </a:ext>
            </a:extLst>
          </p:cNvPr>
          <p:cNvSpPr>
            <a:spLocks xmlns:a="http://schemas.openxmlformats.org/drawingml/2006/main" noGrp="1"/>
          </p:cNvSpPr>
          <p:nvPr/>
        </p:nvSpPr>
        <p:spPr>
          <a:xfrm xmlns:a="http://schemas.openxmlformats.org/drawingml/2006/main">
            <a:off x="0" y="4572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3" name="capability_v1_s5_o113">
            <a:extLst xmlns:a="http://schemas.openxmlformats.org/drawingml/2006/main">
              <a:ext uri="{FF2B5EF4-FFF2-40B4-BE49-F238E27FC236}">
                <a16:creationId xmlns:a16="http://schemas.microsoft.com/office/drawing/2014/main" id="{8519024C-1DAD-440D-BBD4-A8A93D77ABC7}"/>
              </a:ext>
            </a:extLst>
          </p:cNvPr>
          <p:cNvSpPr>
            <a:spLocks xmlns:a="http://schemas.openxmlformats.org/drawingml/2006/main" noGrp="1"/>
          </p:cNvSpPr>
          <p:nvPr/>
        </p:nvSpPr>
        <p:spPr>
          <a:xfrm xmlns:a="http://schemas.openxmlformats.org/drawingml/2006/main">
            <a:off x="0" y="4724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4" name="capability_v1_s5_o114">
            <a:extLst xmlns:a="http://schemas.openxmlformats.org/drawingml/2006/main">
              <a:ext uri="{FF2B5EF4-FFF2-40B4-BE49-F238E27FC236}">
                <a16:creationId xmlns:a16="http://schemas.microsoft.com/office/drawing/2014/main" id="{C305A26B-6D06-40A4-9E4A-633DF8888B16}"/>
              </a:ext>
            </a:extLst>
          </p:cNvPr>
          <p:cNvSpPr>
            <a:spLocks xmlns:a="http://schemas.openxmlformats.org/drawingml/2006/main" noGrp="1"/>
          </p:cNvSpPr>
          <p:nvPr/>
        </p:nvSpPr>
        <p:spPr>
          <a:xfrm xmlns:a="http://schemas.openxmlformats.org/drawingml/2006/main">
            <a:off x="0" y="4876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5" name="capability_v1_s5_o115">
            <a:extLst xmlns:a="http://schemas.openxmlformats.org/drawingml/2006/main">
              <a:ext uri="{FF2B5EF4-FFF2-40B4-BE49-F238E27FC236}">
                <a16:creationId xmlns:a16="http://schemas.microsoft.com/office/drawing/2014/main" id="{EDB379A5-9CD6-4CC8-8D9A-8AE46783AAEB}"/>
              </a:ext>
            </a:extLst>
          </p:cNvPr>
          <p:cNvSpPr>
            <a:spLocks xmlns:a="http://schemas.openxmlformats.org/drawingml/2006/main" noGrp="1"/>
          </p:cNvSpPr>
          <p:nvPr/>
        </p:nvSpPr>
        <p:spPr>
          <a:xfrm xmlns:a="http://schemas.openxmlformats.org/drawingml/2006/main">
            <a:off x="0" y="5029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6" name="capability_v1_s5_o116">
            <a:extLst xmlns:a="http://schemas.openxmlformats.org/drawingml/2006/main">
              <a:ext uri="{FF2B5EF4-FFF2-40B4-BE49-F238E27FC236}">
                <a16:creationId xmlns:a16="http://schemas.microsoft.com/office/drawing/2014/main" id="{E2076A1C-C634-4063-A4ED-E7B4ED0A6A89}"/>
              </a:ext>
            </a:extLst>
          </p:cNvPr>
          <p:cNvSpPr>
            <a:spLocks xmlns:a="http://schemas.openxmlformats.org/drawingml/2006/main" noGrp="1"/>
          </p:cNvSpPr>
          <p:nvPr/>
        </p:nvSpPr>
        <p:spPr>
          <a:xfrm xmlns:a="http://schemas.openxmlformats.org/drawingml/2006/main">
            <a:off x="0" y="5181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7" name="capability_v1_s5_o117">
            <a:extLst xmlns:a="http://schemas.openxmlformats.org/drawingml/2006/main">
              <a:ext uri="{FF2B5EF4-FFF2-40B4-BE49-F238E27FC236}">
                <a16:creationId xmlns:a16="http://schemas.microsoft.com/office/drawing/2014/main" id="{75E2BEF4-9AE7-4046-95C7-77FA3A64FE8A}"/>
              </a:ext>
            </a:extLst>
          </p:cNvPr>
          <p:cNvSpPr>
            <a:spLocks xmlns:a="http://schemas.openxmlformats.org/drawingml/2006/main" noGrp="1"/>
          </p:cNvSpPr>
          <p:nvPr/>
        </p:nvSpPr>
        <p:spPr>
          <a:xfrm xmlns:a="http://schemas.openxmlformats.org/drawingml/2006/main">
            <a:off x="0" y="5334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18" name="capability_v1_s5_o118">
            <a:extLst xmlns:a="http://schemas.openxmlformats.org/drawingml/2006/main">
              <a:ext uri="{FF2B5EF4-FFF2-40B4-BE49-F238E27FC236}">
                <a16:creationId xmlns:a16="http://schemas.microsoft.com/office/drawing/2014/main" id="{33D78DC7-3920-4EA9-8D0D-81AFEAF992D7}"/>
              </a:ext>
            </a:extLst>
          </p:cNvPr>
          <p:cNvSpPr>
            <a:spLocks xmlns:a="http://schemas.openxmlformats.org/drawingml/2006/main" noGrp="1"/>
          </p:cNvSpPr>
          <p:nvPr/>
        </p:nvSpPr>
        <p:spPr>
          <a:xfrm xmlns:a="http://schemas.openxmlformats.org/drawingml/2006/main">
            <a:off x="0" y="5486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19" name="capability_v1_s5_o119">
            <a:extLst xmlns:a="http://schemas.openxmlformats.org/drawingml/2006/main">
              <a:ext uri="{FF2B5EF4-FFF2-40B4-BE49-F238E27FC236}">
                <a16:creationId xmlns:a16="http://schemas.microsoft.com/office/drawing/2014/main" id="{65BD46C1-8AC1-43C8-8ABA-77B71CDA4C5B}"/>
              </a:ext>
            </a:extLst>
          </p:cNvPr>
          <p:cNvSpPr>
            <a:spLocks xmlns:a="http://schemas.openxmlformats.org/drawingml/2006/main" noGrp="1"/>
          </p:cNvSpPr>
          <p:nvPr/>
        </p:nvSpPr>
        <p:spPr>
          <a:xfrm xmlns:a="http://schemas.openxmlformats.org/drawingml/2006/main">
            <a:off x="0" y="5638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0" name="capability_v1_s5_o120">
            <a:extLst xmlns:a="http://schemas.openxmlformats.org/drawingml/2006/main">
              <a:ext uri="{FF2B5EF4-FFF2-40B4-BE49-F238E27FC236}">
                <a16:creationId xmlns:a16="http://schemas.microsoft.com/office/drawing/2014/main" id="{5131734C-C591-4B7F-A546-244D973F2F86}"/>
              </a:ext>
            </a:extLst>
          </p:cNvPr>
          <p:cNvSpPr>
            <a:spLocks xmlns:a="http://schemas.openxmlformats.org/drawingml/2006/main" noGrp="1"/>
          </p:cNvSpPr>
          <p:nvPr/>
        </p:nvSpPr>
        <p:spPr>
          <a:xfrm xmlns:a="http://schemas.openxmlformats.org/drawingml/2006/main">
            <a:off x="0" y="5791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1" name="capability_v1_s5_o121">
            <a:extLst xmlns:a="http://schemas.openxmlformats.org/drawingml/2006/main">
              <a:ext uri="{FF2B5EF4-FFF2-40B4-BE49-F238E27FC236}">
                <a16:creationId xmlns:a16="http://schemas.microsoft.com/office/drawing/2014/main" id="{0D43F8E0-4C7A-496F-AEE7-ED1D8A2BEE17}"/>
              </a:ext>
            </a:extLst>
          </p:cNvPr>
          <p:cNvSpPr>
            <a:spLocks xmlns:a="http://schemas.openxmlformats.org/drawingml/2006/main" noGrp="1"/>
          </p:cNvSpPr>
          <p:nvPr/>
        </p:nvSpPr>
        <p:spPr>
          <a:xfrm xmlns:a="http://schemas.openxmlformats.org/drawingml/2006/main">
            <a:off x="0" y="5943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2" name="capability_v1_s5_o122">
            <a:extLst xmlns:a="http://schemas.openxmlformats.org/drawingml/2006/main">
              <a:ext uri="{FF2B5EF4-FFF2-40B4-BE49-F238E27FC236}">
                <a16:creationId xmlns:a16="http://schemas.microsoft.com/office/drawing/2014/main" id="{8F1C6AA9-1345-4F88-ADB0-6DB6AE684D95}"/>
              </a:ext>
            </a:extLst>
          </p:cNvPr>
          <p:cNvSpPr>
            <a:spLocks xmlns:a="http://schemas.openxmlformats.org/drawingml/2006/main" noGrp="1"/>
          </p:cNvSpPr>
          <p:nvPr/>
        </p:nvSpPr>
        <p:spPr>
          <a:xfrm xmlns:a="http://schemas.openxmlformats.org/drawingml/2006/main">
            <a:off x="0" y="6096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3" name="capability_v1_s5_o123">
            <a:extLst xmlns:a="http://schemas.openxmlformats.org/drawingml/2006/main">
              <a:ext uri="{FF2B5EF4-FFF2-40B4-BE49-F238E27FC236}">
                <a16:creationId xmlns:a16="http://schemas.microsoft.com/office/drawing/2014/main" id="{BE2142BA-F523-4E5D-A4B9-3B8419739704}"/>
              </a:ext>
            </a:extLst>
          </p:cNvPr>
          <p:cNvSpPr>
            <a:spLocks xmlns:a="http://schemas.openxmlformats.org/drawingml/2006/main" noGrp="1"/>
          </p:cNvSpPr>
          <p:nvPr/>
        </p:nvSpPr>
        <p:spPr>
          <a:xfrm xmlns:a="http://schemas.openxmlformats.org/drawingml/2006/main">
            <a:off x="0" y="62484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4" name="capability_v1_s5_o124">
            <a:extLst xmlns:a="http://schemas.openxmlformats.org/drawingml/2006/main">
              <a:ext uri="{FF2B5EF4-FFF2-40B4-BE49-F238E27FC236}">
                <a16:creationId xmlns:a16="http://schemas.microsoft.com/office/drawing/2014/main" id="{537C03D9-3E9E-448B-AAD9-99BC551ABADB}"/>
              </a:ext>
            </a:extLst>
          </p:cNvPr>
          <p:cNvSpPr>
            <a:spLocks xmlns:a="http://schemas.openxmlformats.org/drawingml/2006/main" noGrp="1"/>
          </p:cNvSpPr>
          <p:nvPr/>
        </p:nvSpPr>
        <p:spPr>
          <a:xfrm xmlns:a="http://schemas.openxmlformats.org/drawingml/2006/main">
            <a:off x="0" y="64008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5" name="capability_v1_s5_o125">
            <a:extLst xmlns:a="http://schemas.openxmlformats.org/drawingml/2006/main">
              <a:ext uri="{FF2B5EF4-FFF2-40B4-BE49-F238E27FC236}">
                <a16:creationId xmlns:a16="http://schemas.microsoft.com/office/drawing/2014/main" id="{93A13EFD-D46C-4BE1-AA43-075A017F5001}"/>
              </a:ext>
            </a:extLst>
          </p:cNvPr>
          <p:cNvSpPr>
            <a:spLocks xmlns:a="http://schemas.openxmlformats.org/drawingml/2006/main" noGrp="1"/>
          </p:cNvSpPr>
          <p:nvPr/>
        </p:nvSpPr>
        <p:spPr>
          <a:xfrm xmlns:a="http://schemas.openxmlformats.org/drawingml/2006/main">
            <a:off x="0" y="65532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6" name="capability_v1_s5_o126">
            <a:extLst xmlns:a="http://schemas.openxmlformats.org/drawingml/2006/main">
              <a:ext uri="{FF2B5EF4-FFF2-40B4-BE49-F238E27FC236}">
                <a16:creationId xmlns:a16="http://schemas.microsoft.com/office/drawing/2014/main" id="{B0C54EFA-632D-405C-A875-0B45319C4649}"/>
              </a:ext>
            </a:extLst>
          </p:cNvPr>
          <p:cNvSpPr>
            <a:spLocks xmlns:a="http://schemas.openxmlformats.org/drawingml/2006/main" noGrp="1"/>
          </p:cNvSpPr>
          <p:nvPr/>
        </p:nvSpPr>
        <p:spPr>
          <a:xfrm xmlns:a="http://schemas.openxmlformats.org/drawingml/2006/main">
            <a:off x="0" y="67056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6000"/>
              </a:srgbClr>
            </a:solidFill>
            <a:prstDash val="solid"/>
          </a:ln>
        </p:spPr>
      </p:sp>
      <p:sp>
        <p:nvSpPr>
          <p:cNvPr id="127" name="capability_v1_s5_o127">
            <a:extLst xmlns:a="http://schemas.openxmlformats.org/drawingml/2006/main">
              <a:ext uri="{FF2B5EF4-FFF2-40B4-BE49-F238E27FC236}">
                <a16:creationId xmlns:a16="http://schemas.microsoft.com/office/drawing/2014/main" id="{4E3138DF-F589-456C-82BC-247C73576C18}"/>
              </a:ext>
            </a:extLst>
          </p:cNvPr>
          <p:cNvSpPr>
            <a:spLocks xmlns:a="http://schemas.openxmlformats.org/drawingml/2006/main" noGrp="1"/>
          </p:cNvSpPr>
          <p:nvPr/>
        </p:nvSpPr>
        <p:spPr>
          <a:xfrm xmlns:a="http://schemas.openxmlformats.org/drawingml/2006/main">
            <a:off x="0" y="6858000"/>
            <a:ext cx="12192000" cy="95"/>
          </a:xfrm>
          <a:custGeom xmlns:a="http://schemas.openxmlformats.org/drawingml/2006/main">
            <a:pathLst>
              <a:path w="12192000" h="95">
                <a:moveTo>
                  <a:pt x="0" y="0"/>
                </a:moveTo>
                <a:lnTo>
                  <a:pt x="12192000" y="0"/>
                </a:lnTo>
              </a:path>
            </a:pathLst>
          </a:custGeom>
          <a:noFill xmlns:a="http://schemas.openxmlformats.org/drawingml/2006/main"/>
          <a:ln xmlns:a="http://schemas.openxmlformats.org/drawingml/2006/main" w="4445">
            <a:solidFill>
              <a:srgbClr val="45A7FF">
                <a:alpha val="15000"/>
              </a:srgbClr>
            </a:solidFill>
            <a:prstDash val="solid"/>
          </a:ln>
        </p:spPr>
      </p:sp>
      <p:sp>
        <p:nvSpPr>
          <p:cNvPr id="128" name="capability_v1_s5_o128">
            <a:extLst xmlns:a="http://schemas.openxmlformats.org/drawingml/2006/main">
              <a:ext uri="{FF2B5EF4-FFF2-40B4-BE49-F238E27FC236}">
                <a16:creationId xmlns:a16="http://schemas.microsoft.com/office/drawing/2014/main" id="{966BD55D-BD8B-4A96-88C5-4BD9B5A3515C}"/>
              </a:ext>
            </a:extLst>
          </p:cNvPr>
          <p:cNvSpPr>
            <a:spLocks xmlns:a="http://schemas.openxmlformats.org/drawingml/2006/main" noGrp="1"/>
          </p:cNvSpPr>
          <p:nvPr/>
        </p:nvSpPr>
        <p:spPr>
          <a:xfrm xmlns:a="http://schemas.openxmlformats.org/drawingml/2006/main">
            <a:off x="152400" y="38100"/>
            <a:ext cx="11785600" cy="48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2900" b="1">
                <a:solidFill>
                  <a:srgbClr val="F4F7FB"/>
                </a:solidFill>
                <a:latin typeface="Arial"/>
                <a:ea typeface="Arial"/>
                <a:cs typeface="Arial"/>
              </a:defRPr>
            </a:defPPr>
          </a:lstStyle>
          <a:p xmlns:a="http://schemas.openxmlformats.org/drawingml/2006/main">
            <a:pPr algn="l">
              <a:lnSpc>
                <a:spcPct val="108000"/>
              </a:lnSpc>
              <a:buNone/>
              <a:defRPr sz="2900" b="1">
                <a:solidFill>
                  <a:srgbClr val="F4F7FB"/>
                </a:solidFill>
                <a:latin typeface="Arial"/>
                <a:ea typeface="Arial"/>
                <a:cs typeface="Arial"/>
              </a:defRPr>
            </a:pPr>
            <a:r>
              <a:rPr sz="2900" b="1">
                <a:solidFill>
                  <a:srgbClr val="F4F7FB"/>
                </a:solidFill>
                <a:latin typeface="Arial"/>
                <a:ea typeface="Arial"/>
                <a:cs typeface="Arial"/>
              </a:rPr>
              <a:t>Complete execution circuit</a:t>
            </a:r>
          </a:p>
        </p:txBody>
      </p:sp>
      <p:sp>
        <p:nvSpPr>
          <p:cNvPr id="129" name="capability_v1_s5_o129">
            <a:extLst xmlns:a="http://schemas.openxmlformats.org/drawingml/2006/main">
              <a:ext uri="{FF2B5EF4-FFF2-40B4-BE49-F238E27FC236}">
                <a16:creationId xmlns:a16="http://schemas.microsoft.com/office/drawing/2014/main" id="{D5F965FB-D757-4575-90B6-9831715C9443}"/>
              </a:ext>
            </a:extLst>
          </p:cNvPr>
          <p:cNvSpPr>
            <a:spLocks xmlns:a="http://schemas.openxmlformats.org/drawingml/2006/main" noGrp="1"/>
          </p:cNvSpPr>
          <p:nvPr/>
        </p:nvSpPr>
        <p:spPr>
          <a:xfrm xmlns:a="http://schemas.openxmlformats.org/drawingml/2006/main">
            <a:off x="177800" y="508000"/>
            <a:ext cx="1181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45A7FF"/>
                </a:solidFill>
                <a:latin typeface="Arial"/>
                <a:ea typeface="Arial"/>
                <a:cs typeface="Arial"/>
              </a:defRPr>
            </a:defPPr>
          </a:lstStyle>
          <a:p xmlns:a="http://schemas.openxmlformats.org/drawingml/2006/main">
            <a:pPr algn="l">
              <a:lnSpc>
                <a:spcPct val="108000"/>
              </a:lnSpc>
              <a:buNone/>
              <a:defRPr sz="1700" b="1">
                <a:solidFill>
                  <a:srgbClr val="45A7FF"/>
                </a:solidFill>
                <a:latin typeface="Arial"/>
                <a:ea typeface="Arial"/>
                <a:cs typeface="Arial"/>
              </a:defRPr>
            </a:pPr>
            <a:r>
              <a:rPr sz="1700" b="1">
                <a:solidFill>
                  <a:srgbClr val="45A7FF"/>
                </a:solidFill>
                <a:latin typeface="Arial"/>
                <a:ea typeface="Arial"/>
                <a:cs typeface="Arial"/>
              </a:rPr>
              <a:t>procedural-dungeon-governed-execution  ·  1 operations</a:t>
            </a:r>
          </a:p>
        </p:txBody>
      </p:sp>
      <p:sp>
        <p:nvSpPr>
          <p:cNvPr id="130" name="capability_v1_s5_o130">
            <a:extLst xmlns:a="http://schemas.openxmlformats.org/drawingml/2006/main">
              <a:ext uri="{FF2B5EF4-FFF2-40B4-BE49-F238E27FC236}">
                <a16:creationId xmlns:a16="http://schemas.microsoft.com/office/drawing/2014/main" id="{77FE6994-BBAD-42A4-8B09-86BF6D94456F}"/>
              </a:ext>
            </a:extLst>
          </p:cNvPr>
          <p:cNvSpPr>
            <a:spLocks xmlns:a="http://schemas.openxmlformats.org/drawingml/2006/main" noGrp="1"/>
          </p:cNvSpPr>
          <p:nvPr/>
        </p:nvSpPr>
        <p:spPr>
          <a:xfrm xmlns:a="http://schemas.openxmlformats.org/drawingml/2006/main">
            <a:off x="101600" y="863600"/>
            <a:ext cx="11988800" cy="939800"/>
          </a:xfrm>
          <a:prstGeom xmlns:a="http://schemas.openxmlformats.org/drawingml/2006/main" prst="roundRect">
            <a:avLst>
              <a:gd name="adj" fmla="val 10811"/>
            </a:avLst>
          </a:prstGeom>
          <a:noFill xmlns:a="http://schemas.openxmlformats.org/drawingml/2006/main"/>
          <a:ln xmlns:a="http://schemas.openxmlformats.org/drawingml/2006/main" w="12700">
            <a:solidFill>
              <a:srgbClr val="29B9ED"/>
            </a:solidFill>
          </a:ln>
        </p:spPr>
      </p:sp>
      <p:sp>
        <p:nvSpPr>
          <p:cNvPr id="131" name="capability_v1_s5_o131">
            <a:extLst xmlns:a="http://schemas.openxmlformats.org/drawingml/2006/main">
              <a:ext uri="{FF2B5EF4-FFF2-40B4-BE49-F238E27FC236}">
                <a16:creationId xmlns:a16="http://schemas.microsoft.com/office/drawing/2014/main" id="{87763AE8-FA11-4A3F-9A68-E600E06A57FC}"/>
              </a:ext>
            </a:extLst>
          </p:cNvPr>
          <p:cNvSpPr>
            <a:spLocks xmlns:a="http://schemas.openxmlformats.org/drawingml/2006/main" noGrp="1"/>
          </p:cNvSpPr>
          <p:nvPr/>
        </p:nvSpPr>
        <p:spPr>
          <a:xfrm xmlns:a="http://schemas.openxmlformats.org/drawingml/2006/main">
            <a:off x="114300" y="876300"/>
            <a:ext cx="11963400" cy="241300"/>
          </a:xfrm>
          <a:prstGeom xmlns:a="http://schemas.openxmlformats.org/drawingml/2006/main" prst="rect">
            <a:avLst/>
          </a:prstGeom>
          <a:solidFill xmlns:a="http://schemas.openxmlformats.org/drawingml/2006/main">
            <a:srgbClr val="05243B"/>
          </a:solidFill>
          <a:ln xmlns:a="http://schemas.openxmlformats.org/drawingml/2006/main" w="0">
            <a:noFill/>
          </a:ln>
        </p:spPr>
      </p:sp>
      <p:sp>
        <p:nvSpPr>
          <p:cNvPr id="132" name="capability_v1_s5_o132">
            <a:extLst xmlns:a="http://schemas.openxmlformats.org/drawingml/2006/main">
              <a:ext uri="{FF2B5EF4-FFF2-40B4-BE49-F238E27FC236}">
                <a16:creationId xmlns:a16="http://schemas.microsoft.com/office/drawing/2014/main" id="{FB27843B-E168-4873-818B-19A8B5A0D990}"/>
              </a:ext>
            </a:extLst>
          </p:cNvPr>
          <p:cNvSpPr>
            <a:spLocks xmlns:a="http://schemas.openxmlformats.org/drawingml/2006/main" noGrp="1"/>
          </p:cNvSpPr>
          <p:nvPr/>
        </p:nvSpPr>
        <p:spPr>
          <a:xfrm xmlns:a="http://schemas.openxmlformats.org/drawingml/2006/main">
            <a:off x="177800" y="850900"/>
            <a:ext cx="508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rPr>
              <a:t>Execution row 1</a:t>
            </a:r>
          </a:p>
        </p:txBody>
      </p:sp>
      <p:sp>
        <p:nvSpPr>
          <p:cNvPr id="133" name="capability_v1_s5_o133">
            <a:extLst xmlns:a="http://schemas.openxmlformats.org/drawingml/2006/main">
              <a:ext uri="{FF2B5EF4-FFF2-40B4-BE49-F238E27FC236}">
                <a16:creationId xmlns:a16="http://schemas.microsoft.com/office/drawing/2014/main" id="{48490B02-D5CE-4448-B024-9CD7FE40920D}"/>
              </a:ext>
            </a:extLst>
          </p:cNvPr>
          <p:cNvSpPr>
            <a:spLocks xmlns:a="http://schemas.openxmlformats.org/drawingml/2006/main" noGrp="1"/>
          </p:cNvSpPr>
          <p:nvPr/>
        </p:nvSpPr>
        <p:spPr>
          <a:xfrm xmlns:a="http://schemas.openxmlformats.org/drawingml/2006/main">
            <a:off x="8890000" y="863600"/>
            <a:ext cx="3098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45A7FF"/>
                </a:solidFill>
                <a:latin typeface="Arial"/>
                <a:ea typeface="Arial"/>
                <a:cs typeface="Arial"/>
              </a:defRPr>
            </a:defPPr>
          </a:lstStyle>
          <a:p xmlns:a="http://schemas.openxmlformats.org/drawingml/2006/main">
            <a:pPr algn="r">
              <a:lnSpc>
                <a:spcPct val="108000"/>
              </a:lnSpc>
              <a:buNone/>
              <a:defRPr sz="1000" b="0">
                <a:solidFill>
                  <a:srgbClr val="45A7FF"/>
                </a:solidFill>
                <a:latin typeface="Arial"/>
                <a:ea typeface="Arial"/>
                <a:cs typeface="Arial"/>
              </a:defRPr>
            </a:pPr>
            <a:r>
              <a:rPr sz="1000" b="0">
                <a:solidFill>
                  <a:srgbClr val="45A7FF"/>
                </a:solidFill>
                <a:latin typeface="Arial"/>
                <a:ea typeface="Arial"/>
                <a:cs typeface="Arial"/>
              </a:rPr>
              <a:t>Operations 01 – 01</a:t>
            </a:r>
          </a:p>
        </p:txBody>
      </p:sp>
      <p:sp>
        <p:nvSpPr>
          <p:cNvPr id="134" name="capability_v1_s5_o134">
            <a:extLst xmlns:a="http://schemas.openxmlformats.org/drawingml/2006/main">
              <a:ext uri="{FF2B5EF4-FFF2-40B4-BE49-F238E27FC236}">
                <a16:creationId xmlns:a16="http://schemas.microsoft.com/office/drawing/2014/main" id="{8EB62501-A723-4A8B-8713-8016C8CE38FD}"/>
              </a:ext>
            </a:extLst>
          </p:cNvPr>
          <p:cNvSpPr>
            <a:spLocks xmlns:a="http://schemas.openxmlformats.org/drawingml/2006/main" noGrp="1"/>
          </p:cNvSpPr>
          <p:nvPr/>
        </p:nvSpPr>
        <p:spPr>
          <a:xfrm xmlns:a="http://schemas.openxmlformats.org/drawingml/2006/main">
            <a:off x="4572000" y="1155700"/>
            <a:ext cx="3048000" cy="571500"/>
          </a:xfrm>
          <a:prstGeom xmlns:a="http://schemas.openxmlformats.org/drawingml/2006/main" prst="roundRect">
            <a:avLst>
              <a:gd name="adj" fmla="val 17778"/>
            </a:avLst>
          </a:prstGeom>
          <a:solidFill xmlns:a="http://schemas.openxmlformats.org/drawingml/2006/main">
            <a:srgbClr val="04263A"/>
          </a:solidFill>
          <a:ln xmlns:a="http://schemas.openxmlformats.org/drawingml/2006/main" w="16510">
            <a:solidFill>
              <a:srgbClr val="45A7FF"/>
            </a:solidFill>
          </a:ln>
        </p:spPr>
      </p:sp>
      <p:sp>
        <p:nvSpPr>
          <p:cNvPr id="135" name="capability_v1_s5_o135">
            <a:extLst xmlns:a="http://schemas.openxmlformats.org/drawingml/2006/main">
              <a:ext uri="{FF2B5EF4-FFF2-40B4-BE49-F238E27FC236}">
                <a16:creationId xmlns:a16="http://schemas.microsoft.com/office/drawing/2014/main" id="{2110C401-922C-436B-B877-512F2CD08ABA}"/>
              </a:ext>
            </a:extLst>
          </p:cNvPr>
          <p:cNvSpPr>
            <a:spLocks xmlns:a="http://schemas.openxmlformats.org/drawingml/2006/main" noGrp="1"/>
          </p:cNvSpPr>
          <p:nvPr/>
        </p:nvSpPr>
        <p:spPr>
          <a:xfrm xmlns:a="http://schemas.openxmlformats.org/drawingml/2006/main">
            <a:off x="5181600" y="1178560"/>
            <a:ext cx="95" cy="525780"/>
          </a:xfrm>
          <a:custGeom xmlns:a="http://schemas.openxmlformats.org/drawingml/2006/main">
            <a:pathLst>
              <a:path w="95" h="525780">
                <a:moveTo>
                  <a:pt x="0" y="0"/>
                </a:moveTo>
                <a:lnTo>
                  <a:pt x="0" y="525780"/>
                </a:lnTo>
              </a:path>
            </a:pathLst>
          </a:custGeom>
          <a:noFill xmlns:a="http://schemas.openxmlformats.org/drawingml/2006/main"/>
          <a:ln xmlns:a="http://schemas.openxmlformats.org/drawingml/2006/main" w="7620">
            <a:solidFill>
              <a:srgbClr val="45A7FF"/>
            </a:solidFill>
            <a:prstDash val="solid"/>
          </a:ln>
        </p:spPr>
      </p:sp>
      <p:sp>
        <p:nvSpPr>
          <p:cNvPr id="136" name="capability_v1_s5_o136">
            <a:extLst xmlns:a="http://schemas.openxmlformats.org/drawingml/2006/main">
              <a:ext uri="{FF2B5EF4-FFF2-40B4-BE49-F238E27FC236}">
                <a16:creationId xmlns:a16="http://schemas.microsoft.com/office/drawing/2014/main" id="{036D0005-92E4-415D-911F-B6C8570B233B}"/>
              </a:ext>
            </a:extLst>
          </p:cNvPr>
          <p:cNvSpPr>
            <a:spLocks xmlns:a="http://schemas.openxmlformats.org/drawingml/2006/main" noGrp="1"/>
          </p:cNvSpPr>
          <p:nvPr/>
        </p:nvSpPr>
        <p:spPr>
          <a:xfrm xmlns:a="http://schemas.openxmlformats.org/drawingml/2006/main">
            <a:off x="4470400" y="1270000"/>
            <a:ext cx="81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200" b="1">
                <a:solidFill>
                  <a:srgbClr val="45A7FF"/>
                </a:solidFill>
                <a:latin typeface="Arial"/>
                <a:ea typeface="Arial"/>
                <a:cs typeface="Arial"/>
              </a:defRPr>
            </a:defPPr>
          </a:lstStyle>
          <a:p xmlns:a="http://schemas.openxmlformats.org/drawingml/2006/main">
            <a:pPr algn="ctr">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rPr>
              <a:t>01</a:t>
            </a:r>
          </a:p>
        </p:txBody>
      </p:sp>
      <p:sp>
        <p:nvSpPr>
          <p:cNvPr id="137" name="capability_v1_s5_o137">
            <a:extLst xmlns:a="http://schemas.openxmlformats.org/drawingml/2006/main">
              <a:ext uri="{FF2B5EF4-FFF2-40B4-BE49-F238E27FC236}">
                <a16:creationId xmlns:a16="http://schemas.microsoft.com/office/drawing/2014/main" id="{178FBC40-C09A-4246-8B5F-FF3EAC523D4F}"/>
              </a:ext>
            </a:extLst>
          </p:cNvPr>
          <p:cNvSpPr>
            <a:spLocks xmlns:a="http://schemas.openxmlformats.org/drawingml/2006/main" noGrp="1"/>
          </p:cNvSpPr>
          <p:nvPr/>
        </p:nvSpPr>
        <p:spPr>
          <a:xfrm xmlns:a="http://schemas.openxmlformats.org/drawingml/2006/main">
            <a:off x="5181600" y="1167130"/>
            <a:ext cx="237744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25" b="0">
                <a:solidFill>
                  <a:srgbClr val="F4F7FB"/>
                </a:solidFill>
                <a:latin typeface="Arial"/>
                <a:ea typeface="Arial"/>
                <a:cs typeface="Arial"/>
              </a:defRPr>
            </a:defPPr>
          </a:lstStyle>
          <a:p xmlns:a="http://schemas.openxmlformats.org/drawingml/2006/main">
            <a:pPr algn="l">
              <a:lnSpc>
                <a:spcPct val="108000"/>
              </a:lnSpc>
              <a:buNone/>
              <a:defRPr sz="1025" b="0">
                <a:solidFill>
                  <a:srgbClr val="F4F7FB"/>
                </a:solidFill>
                <a:latin typeface="Arial"/>
                <a:ea typeface="Arial"/>
                <a:cs typeface="Arial"/>
              </a:defRPr>
            </a:pPr>
            <a:r>
              <a:rPr sz="1025" b="0">
                <a:solidFill>
                  <a:srgbClr val="F4F7FB"/>
                </a:solidFill>
                <a:latin typeface="Arial"/>
                <a:ea typeface="Arial"/>
                <a:cs typeface="Arial"/>
                <a:hlinkClick xmlns:r="http://schemas.openxmlformats.org/officeDocument/2006/relationships" r:id="R18855726fa0b4968" action="ppaction://hlinksldjump"/>
              </a:rPr>
              <a:t>topology and rasterize transform</a:t>
            </a:r>
          </a:p>
          <a:p xmlns:a="http://schemas.openxmlformats.org/drawingml/2006/main">
            <a:pPr algn="l">
              <a:lnSpc>
                <a:spcPct val="108000"/>
              </a:lnSpc>
              <a:buNone/>
              <a:defRPr sz="1025" b="0">
                <a:solidFill>
                  <a:srgbClr val="F4F7FB"/>
                </a:solidFill>
                <a:latin typeface="Arial"/>
                <a:ea typeface="Arial"/>
                <a:cs typeface="Arial"/>
              </a:defRPr>
            </a:pPr>
            <a:r>
              <a:rPr sz="1025" b="0">
                <a:solidFill>
                  <a:srgbClr val="F4F7FB"/>
                </a:solidFill>
                <a:latin typeface="Arial"/>
                <a:ea typeface="Arial"/>
                <a:cs typeface="Arial"/>
                <a:hlinkClick xmlns:r="http://schemas.openxmlformats.org/officeDocument/2006/relationships" r:id="Rf091d1e7c79b4a40" action="ppaction://hlinksldjump"/>
              </a:rPr>
              <a:t>port</a:t>
            </a:r>
          </a:p>
        </p:txBody>
      </p:sp>
      <p:sp>
        <p:nvSpPr>
          <p:cNvPr id="138" name="capability_v1_s5_o138">
            <a:extLst xmlns:a="http://schemas.openxmlformats.org/drawingml/2006/main">
              <a:ext uri="{FF2B5EF4-FFF2-40B4-BE49-F238E27FC236}">
                <a16:creationId xmlns:a16="http://schemas.microsoft.com/office/drawing/2014/main" id="{FF0D4F8A-D839-4FBE-BCF3-AEB27FE48C26}"/>
              </a:ext>
            </a:extLst>
          </p:cNvPr>
          <p:cNvSpPr>
            <a:spLocks xmlns:a="http://schemas.openxmlformats.org/drawingml/2006/main" noGrp="1"/>
          </p:cNvSpPr>
          <p:nvPr/>
        </p:nvSpPr>
        <p:spPr>
          <a:xfrm xmlns:a="http://schemas.openxmlformats.org/drawingml/2006/main">
            <a:off x="215900" y="5943600"/>
            <a:ext cx="406400" cy="203200"/>
          </a:xfrm>
          <a:prstGeom xmlns:a="http://schemas.openxmlformats.org/drawingml/2006/main" prst="roundRect">
            <a:avLst>
              <a:gd name="adj" fmla="val 50000"/>
            </a:avLst>
          </a:prstGeom>
          <a:solidFill xmlns:a="http://schemas.openxmlformats.org/drawingml/2006/main">
            <a:srgbClr val="041C32"/>
          </a:solidFill>
          <a:ln xmlns:a="http://schemas.openxmlformats.org/drawingml/2006/main" w="11557">
            <a:solidFill>
              <a:srgbClr val="45A7FF"/>
            </a:solidFill>
          </a:ln>
        </p:spPr>
      </p:sp>
      <p:sp>
        <p:nvSpPr>
          <p:cNvPr id="139" name="capability_v1_s5_o139">
            <a:extLst xmlns:a="http://schemas.openxmlformats.org/drawingml/2006/main">
              <a:ext uri="{FF2B5EF4-FFF2-40B4-BE49-F238E27FC236}">
                <a16:creationId xmlns:a16="http://schemas.microsoft.com/office/drawing/2014/main" id="{7BDFD8DA-BE97-4D2C-B58A-753D3941BC32}"/>
              </a:ext>
            </a:extLst>
          </p:cNvPr>
          <p:cNvSpPr>
            <a:spLocks xmlns:a="http://schemas.openxmlformats.org/drawingml/2006/main" noGrp="1"/>
          </p:cNvSpPr>
          <p:nvPr/>
        </p:nvSpPr>
        <p:spPr>
          <a:xfrm xmlns:a="http://schemas.openxmlformats.org/drawingml/2006/main">
            <a:off x="297180" y="5951728"/>
            <a:ext cx="95" cy="186944"/>
          </a:xfrm>
          <a:custGeom xmlns:a="http://schemas.openxmlformats.org/drawingml/2006/main">
            <a:pathLst>
              <a:path w="95" h="186944">
                <a:moveTo>
                  <a:pt x="0" y="0"/>
                </a:moveTo>
                <a:lnTo>
                  <a:pt x="0" y="186944"/>
                </a:lnTo>
              </a:path>
            </a:pathLst>
          </a:custGeom>
          <a:noFill xmlns:a="http://schemas.openxmlformats.org/drawingml/2006/main"/>
          <a:ln xmlns:a="http://schemas.openxmlformats.org/drawingml/2006/main" w="6350">
            <a:solidFill>
              <a:srgbClr val="45A7FF"/>
            </a:solidFill>
            <a:prstDash val="solid"/>
          </a:ln>
        </p:spPr>
      </p:sp>
      <p:sp>
        <p:nvSpPr>
          <p:cNvPr id="140" name="capability_v1_s5_o140">
            <a:extLst xmlns:a="http://schemas.openxmlformats.org/drawingml/2006/main">
              <a:ext uri="{FF2B5EF4-FFF2-40B4-BE49-F238E27FC236}">
                <a16:creationId xmlns:a16="http://schemas.microsoft.com/office/drawing/2014/main" id="{3A458BB8-1657-47C5-98BD-1C33D89B9720}"/>
              </a:ext>
            </a:extLst>
          </p:cNvPr>
          <p:cNvSpPr>
            <a:spLocks xmlns:a="http://schemas.openxmlformats.org/drawingml/2006/main" noGrp="1"/>
          </p:cNvSpPr>
          <p:nvPr/>
        </p:nvSpPr>
        <p:spPr>
          <a:xfrm xmlns:a="http://schemas.openxmlformats.org/drawingml/2006/main">
            <a:off x="660400" y="5892800"/>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50" b="0">
                <a:solidFill>
                  <a:srgbClr val="45A7FF"/>
                </a:solidFill>
                <a:latin typeface="Arial"/>
                <a:ea typeface="Arial"/>
                <a:cs typeface="Arial"/>
              </a:defRPr>
            </a:defPPr>
          </a:lstStyle>
          <a:p xmlns:a="http://schemas.openxmlformats.org/drawingml/2006/main">
            <a:pPr algn="l">
              <a:lnSpc>
                <a:spcPct val="108000"/>
              </a:lnSpc>
              <a:buNone/>
              <a:defRPr sz="950" b="0">
                <a:solidFill>
                  <a:srgbClr val="45A7FF"/>
                </a:solidFill>
                <a:latin typeface="Arial"/>
                <a:ea typeface="Arial"/>
                <a:cs typeface="Arial"/>
              </a:defRPr>
            </a:pPr>
            <a:r>
              <a:rPr sz="950" b="0">
                <a:solidFill>
                  <a:srgbClr val="45A7FF"/>
                </a:solidFill>
                <a:latin typeface="Arial"/>
                <a:ea typeface="Arial"/>
                <a:cs typeface="Arial"/>
              </a:rPr>
              <a:t>Other / unclassified</a:t>
            </a:r>
          </a:p>
        </p:txBody>
      </p:sp>
      <p:sp>
        <p:nvSpPr>
          <p:cNvPr id="141" name="capability_v1_s5_o141">
            <a:extLst xmlns:a="http://schemas.openxmlformats.org/drawingml/2006/main">
              <a:ext uri="{FF2B5EF4-FFF2-40B4-BE49-F238E27FC236}">
                <a16:creationId xmlns:a16="http://schemas.microsoft.com/office/drawing/2014/main" id="{8E566110-F32B-4DE7-92AF-4ED07A330173}"/>
              </a:ext>
            </a:extLst>
          </p:cNvPr>
          <p:cNvSpPr>
            <a:spLocks xmlns:a="http://schemas.openxmlformats.org/drawingml/2006/main" noGrp="1"/>
          </p:cNvSpPr>
          <p:nvPr/>
        </p:nvSpPr>
        <p:spPr>
          <a:xfrm xmlns:a="http://schemas.openxmlformats.org/drawingml/2006/main">
            <a:off x="9144000" y="5918200"/>
            <a:ext cx="292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45A7FF"/>
                </a:solidFill>
                <a:latin typeface="Arial"/>
                <a:ea typeface="Arial"/>
                <a:cs typeface="Arial"/>
              </a:defRPr>
            </a:defPPr>
          </a:lstStyle>
          <a:p xmlns:a="http://schemas.openxmlformats.org/drawingml/2006/main">
            <a:pPr algn="r">
              <a:lnSpc>
                <a:spcPct val="108000"/>
              </a:lnSpc>
              <a:buNone/>
              <a:defRPr sz="1000" b="0">
                <a:solidFill>
                  <a:srgbClr val="45A7FF"/>
                </a:solidFill>
                <a:latin typeface="Arial"/>
                <a:ea typeface="Arial"/>
                <a:cs typeface="Arial"/>
              </a:defRPr>
            </a:pPr>
            <a:r>
              <a:rPr sz="1000" b="0">
                <a:solidFill>
                  <a:srgbClr val="45A7FF"/>
                </a:solidFill>
                <a:latin typeface="Arial"/>
                <a:ea typeface="Arial"/>
                <a:cs typeface="Arial"/>
              </a:rPr>
              <a:t>Arrows: declared order</a:t>
            </a:r>
          </a:p>
        </p:txBody>
      </p:sp>
      <p:sp>
        <p:nvSpPr>
          <p:cNvPr id="142" name="capability_v1_s5_o142">
            <a:extLst xmlns:a="http://schemas.openxmlformats.org/drawingml/2006/main">
              <a:ext uri="{FF2B5EF4-FFF2-40B4-BE49-F238E27FC236}">
                <a16:creationId xmlns:a16="http://schemas.microsoft.com/office/drawing/2014/main" id="{59494DDB-E70B-4049-84DE-0DEBD71D49F6}"/>
              </a:ext>
            </a:extLst>
          </p:cNvPr>
          <p:cNvSpPr>
            <a:spLocks xmlns:a="http://schemas.openxmlformats.org/drawingml/2006/main" noGrp="1"/>
          </p:cNvSpPr>
          <p:nvPr/>
        </p:nvSpPr>
        <p:spPr>
          <a:xfrm xmlns:a="http://schemas.openxmlformats.org/drawingml/2006/main">
            <a:off x="177800" y="6184900"/>
            <a:ext cx="774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50" b="0">
                <a:solidFill>
                  <a:srgbClr val="A8B8CA"/>
                </a:solidFill>
                <a:latin typeface="Arial"/>
                <a:ea typeface="Arial"/>
                <a:cs typeface="Arial"/>
              </a:defRPr>
            </a:defPPr>
          </a:lstStyle>
          <a:p xmlns:a="http://schemas.openxmlformats.org/drawingml/2006/main">
            <a:pPr algn="l">
              <a:lnSpc>
                <a:spcPct val="108000"/>
              </a:lnSpc>
              <a:buNone/>
              <a:defRPr sz="850" b="0">
                <a:solidFill>
                  <a:srgbClr val="A8B8CA"/>
                </a:solidFill>
                <a:latin typeface="Arial"/>
                <a:ea typeface="Arial"/>
                <a:cs typeface="Arial"/>
              </a:defRPr>
            </a:pPr>
            <a:r>
              <a:rPr sz="850" b="0">
                <a:solidFill>
                  <a:srgbClr val="A8B8CA"/>
                </a:solidFill>
                <a:latin typeface="Arial"/>
                <a:ea typeface="Arial"/>
                <a:cs typeface="Arial"/>
              </a:rPr>
              <a:t>Colors: build · bind · observe · select / normalize (identifier prefixes)</a:t>
            </a:r>
          </a:p>
        </p:txBody>
      </p:sp>
      <p:sp>
        <p:nvSpPr>
          <p:cNvPr id="143" name="capability_v1_s5_o143">
            <a:extLst xmlns:a="http://schemas.openxmlformats.org/drawingml/2006/main">
              <a:ext uri="{FF2B5EF4-FFF2-40B4-BE49-F238E27FC236}">
                <a16:creationId xmlns:a16="http://schemas.microsoft.com/office/drawing/2014/main" id="{99794030-E163-40B8-B196-8C12BF5BD61E}"/>
              </a:ext>
            </a:extLst>
          </p:cNvPr>
          <p:cNvSpPr>
            <a:spLocks xmlns:a="http://schemas.openxmlformats.org/drawingml/2006/main" noGrp="1"/>
          </p:cNvSpPr>
          <p:nvPr/>
        </p:nvSpPr>
        <p:spPr>
          <a:xfrm xmlns:a="http://schemas.openxmlformats.org/drawingml/2006/main">
            <a:off x="8128000" y="6184900"/>
            <a:ext cx="389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850" b="0">
                <a:solidFill>
                  <a:srgbClr val="A8B8CA"/>
                </a:solidFill>
                <a:latin typeface="Arial"/>
                <a:ea typeface="Arial"/>
                <a:cs typeface="Arial"/>
              </a:defRPr>
            </a:defPPr>
          </a:lstStyle>
          <a:p xmlns:a="http://schemas.openxmlformats.org/drawingml/2006/main">
            <a:pPr algn="r">
              <a:lnSpc>
                <a:spcPct val="108000"/>
              </a:lnSpc>
              <a:buNone/>
              <a:defRPr sz="850" b="0">
                <a:solidFill>
                  <a:srgbClr val="A8B8CA"/>
                </a:solidFill>
                <a:latin typeface="Arial"/>
                <a:ea typeface="Arial"/>
                <a:cs typeface="Arial"/>
              </a:defRPr>
            </a:pPr>
            <a:r>
              <a:rPr sz="850" b="0">
                <a:solidFill>
                  <a:srgbClr val="A8B8CA"/>
                </a:solidFill>
                <a:latin typeface="Arial"/>
                <a:ea typeface="Arial"/>
                <a:cs typeface="Arial"/>
              </a:rPr>
              <a:t>Routing / proof unverified · Unobserved</a:t>
            </a:r>
          </a:p>
        </p:txBody>
      </p:sp>
      <p:sp>
        <p:nvSpPr>
          <p:cNvPr id="144" name="capability_v1_s5_o144">
            <a:extLst xmlns:a="http://schemas.openxmlformats.org/drawingml/2006/main">
              <a:ext uri="{FF2B5EF4-FFF2-40B4-BE49-F238E27FC236}">
                <a16:creationId xmlns:a16="http://schemas.microsoft.com/office/drawing/2014/main" id="{6BBDCC70-FFA5-44B7-B20E-4DAB214C1E36}"/>
              </a:ext>
            </a:extLst>
          </p:cNvPr>
          <p:cNvSpPr>
            <a:spLocks xmlns:a="http://schemas.openxmlformats.org/drawingml/2006/main" noGrp="1"/>
          </p:cNvSpPr>
          <p:nvPr/>
        </p:nvSpPr>
        <p:spPr>
          <a:xfrm xmlns:a="http://schemas.openxmlformats.org/drawingml/2006/main">
            <a:off x="177800" y="6350000"/>
            <a:ext cx="1460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da4d03b1ea784c0b" action="ppaction://hlinksldjump"/>
              </a:rPr>
              <a:t>Capability</a:t>
            </a:r>
          </a:p>
        </p:txBody>
      </p:sp>
      <p:sp>
        <p:nvSpPr>
          <p:cNvPr id="145" name="capability_v1_s5_o145">
            <a:extLst xmlns:a="http://schemas.openxmlformats.org/drawingml/2006/main">
              <a:ext uri="{FF2B5EF4-FFF2-40B4-BE49-F238E27FC236}">
                <a16:creationId xmlns:a16="http://schemas.microsoft.com/office/drawing/2014/main" id="{04A6650B-4FA3-4768-A8AD-CE4350081484}"/>
              </a:ext>
            </a:extLst>
          </p:cNvPr>
          <p:cNvSpPr>
            <a:spLocks xmlns:a="http://schemas.openxmlformats.org/drawingml/2006/main" noGrp="1"/>
          </p:cNvSpPr>
          <p:nvPr/>
        </p:nvSpPr>
        <p:spPr>
          <a:xfrm xmlns:a="http://schemas.openxmlformats.org/drawingml/2006/main">
            <a:off x="2032000" y="6350000"/>
            <a:ext cx="254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75ea0be57bce463d" action="ppaction://hlinksldjump"/>
              </a:rPr>
              <a:t>Scenario blueprint</a:t>
            </a:r>
          </a:p>
        </p:txBody>
      </p:sp>
      <p:sp>
        <p:nvSpPr>
          <p:cNvPr id="146" name="capability_v1_s5_o146">
            <a:extLst xmlns:a="http://schemas.openxmlformats.org/drawingml/2006/main">
              <a:ext uri="{FF2B5EF4-FFF2-40B4-BE49-F238E27FC236}">
                <a16:creationId xmlns:a16="http://schemas.microsoft.com/office/drawing/2014/main" id="{4B9C756C-29E3-4CCC-9369-74505B0BC2B8}"/>
              </a:ext>
            </a:extLst>
          </p:cNvPr>
          <p:cNvSpPr>
            <a:spLocks xmlns:a="http://schemas.openxmlformats.org/drawingml/2006/main" noGrp="1"/>
          </p:cNvSpPr>
          <p:nvPr/>
        </p:nvSpPr>
        <p:spPr>
          <a:xfrm xmlns:a="http://schemas.openxmlformats.org/drawingml/2006/main">
            <a:off x="4889500" y="6350000"/>
            <a:ext cx="4000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7d0caf5545664a50" action="ppaction://hlinksldjump"/>
              </a:rPr>
              <a:t>Review · 0 errors / 4 warnings</a:t>
            </a:r>
          </a:p>
        </p:txBody>
      </p:sp>
      <p:sp>
        <p:nvSpPr>
          <p:cNvPr id="147" name="capability_v1_s5_o147">
            <a:extLst xmlns:a="http://schemas.openxmlformats.org/drawingml/2006/main">
              <a:ext uri="{FF2B5EF4-FFF2-40B4-BE49-F238E27FC236}">
                <a16:creationId xmlns:a16="http://schemas.microsoft.com/office/drawing/2014/main" id="{B670F73C-4C80-4046-86B9-D404BDA8BAF6}"/>
              </a:ext>
            </a:extLst>
          </p:cNvPr>
          <p:cNvSpPr>
            <a:spLocks xmlns:a="http://schemas.openxmlformats.org/drawingml/2006/main" noGrp="1"/>
          </p:cNvSpPr>
          <p:nvPr/>
        </p:nvSpPr>
        <p:spPr>
          <a:xfrm xmlns:a="http://schemas.openxmlformats.org/drawingml/2006/main">
            <a:off x="9906000" y="6350000"/>
            <a:ext cx="190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6316ce454d0b4418" action="ppaction://hlinksldjump"/>
              </a:rPr>
              <a:t>Inventory · 1</a:t>
            </a:r>
          </a:p>
        </p:txBody>
      </p:sp>
      <p:sp>
        <p:nvSpPr>
          <p:cNvPr id="148" name="capability_v1_s5_o148">
            <a:extLst xmlns:a="http://schemas.openxmlformats.org/drawingml/2006/main">
              <a:ext uri="{FF2B5EF4-FFF2-40B4-BE49-F238E27FC236}">
                <a16:creationId xmlns:a16="http://schemas.microsoft.com/office/drawing/2014/main" id="{85E95AC7-C0A8-40EE-8DE6-F3B46A2FEF9C}"/>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
        <p:nvSpPr>
          <p:cNvPr id="149" name="capability_v1_s5_o149">
            <a:extLst xmlns:a="http://schemas.openxmlformats.org/drawingml/2006/main">
              <a:ext uri="{FF2B5EF4-FFF2-40B4-BE49-F238E27FC236}">
                <a16:creationId xmlns:a16="http://schemas.microsoft.com/office/drawing/2014/main" id="{EBC1BB3C-458A-407D-9CE6-9F88F98594D3}"/>
              </a:ext>
            </a:extLst>
          </p:cNvPr>
          <p:cNvSpPr>
            <a:spLocks xmlns:a="http://schemas.openxmlformats.org/drawingml/2006/main" noGrp="1"/>
          </p:cNvSpPr>
          <p:nvPr/>
        </p:nvSpPr>
        <p:spPr>
          <a:xfrm xmlns:a="http://schemas.openxmlformats.org/drawingml/2006/main">
            <a:off x="11430000" y="6629400"/>
            <a:ext cx="5334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800" b="0">
                <a:solidFill>
                  <a:srgbClr val="A8B8CA"/>
                </a:solidFill>
                <a:latin typeface="Arial"/>
                <a:ea typeface="Arial"/>
                <a:cs typeface="Arial"/>
              </a:defRPr>
            </a:defPPr>
          </a:lstStyle>
          <a:p xmlns:a="http://schemas.openxmlformats.org/drawingml/2006/main">
            <a:pPr algn="r">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05</a:t>
            </a:r>
          </a:p>
        </p:txBody>
      </p:sp>
    </p:spTree>
    <p:extLst>
      <p:ext uri="{BB962C8B-B14F-4D97-AF65-F5344CB8AC3E}">
        <p14:creationId xmlns:p14="http://schemas.microsoft.com/office/powerpoint/2010/main" val="18144016"/>
      </p:ext>
    </p:extLst>
  </p:cSld>
</p:sld>
</file>

<file path=ppt/slides/slide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9" name="capability_v1_s6_o1">
            <a:extLst xmlns:a="http://schemas.openxmlformats.org/drawingml/2006/main">
              <a:ext uri="{FF2B5EF4-FFF2-40B4-BE49-F238E27FC236}">
                <a16:creationId xmlns:a16="http://schemas.microsoft.com/office/drawing/2014/main" id="{DF7D9491-B2B6-4CCF-B564-B636CA5AFEE4}"/>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Execution cell identities</a:t>
            </a:r>
          </a:p>
        </p:txBody>
      </p:sp>
      <p:sp>
        <p:nvSpPr>
          <p:cNvPr id="2" name="capability_v1_s6_o2">
            <a:extLst xmlns:a="http://schemas.openxmlformats.org/drawingml/2006/main">
              <a:ext uri="{FF2B5EF4-FFF2-40B4-BE49-F238E27FC236}">
                <a16:creationId xmlns:a16="http://schemas.microsoft.com/office/drawing/2014/main" id="{6F468485-4906-4E5C-84BD-DF72F9E134B8}"/>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procedural-dungeon-governed-execution · source declarations</a:t>
            </a:r>
          </a:p>
        </p:txBody>
      </p:sp>
      <p:sp>
        <p:nvSpPr>
          <p:cNvPr id="3" name="capability_v1_s6_o3">
            <a:extLst xmlns:a="http://schemas.openxmlformats.org/drawingml/2006/main">
              <a:ext uri="{FF2B5EF4-FFF2-40B4-BE49-F238E27FC236}">
                <a16:creationId xmlns:a16="http://schemas.microsoft.com/office/drawing/2014/main" id="{C892647A-C002-4E43-A172-150E3C0FB6E8}"/>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06</a:t>
            </a:r>
          </a:p>
        </p:txBody>
      </p:sp>
      <p:sp>
        <p:nvSpPr>
          <p:cNvPr id="4" name="capability_v1_s6_o4">
            <a:extLst xmlns:a="http://schemas.openxmlformats.org/drawingml/2006/main">
              <a:ext uri="{FF2B5EF4-FFF2-40B4-BE49-F238E27FC236}">
                <a16:creationId xmlns:a16="http://schemas.microsoft.com/office/drawing/2014/main" id="{BD6E9561-34CA-4EBA-AA85-A104A904434D}"/>
              </a:ext>
            </a:extLst>
          </p:cNvPr>
          <p:cNvSpPr>
            <a:spLocks xmlns:a="http://schemas.openxmlformats.org/drawingml/2006/main" noGrp="1"/>
          </p:cNvSpPr>
          <p:nvPr/>
        </p:nvSpPr>
        <p:spPr>
          <a:xfrm xmlns:a="http://schemas.openxmlformats.org/drawingml/2006/main">
            <a:off x="444500" y="1765300"/>
            <a:ext cx="5715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600" b="1">
                <a:solidFill>
                  <a:srgbClr val="45A7FF"/>
                </a:solidFill>
                <a:latin typeface="Arial"/>
                <a:ea typeface="Arial"/>
                <a:cs typeface="Arial"/>
              </a:defRPr>
            </a:defPPr>
          </a:lstStyle>
          <a:p xmlns:a="http://schemas.openxmlformats.org/drawingml/2006/main">
            <a:pPr algn="l">
              <a:lnSpc>
                <a:spcPct val="108000"/>
              </a:lnSpc>
              <a:buNone/>
              <a:defRPr sz="1600" b="1">
                <a:solidFill>
                  <a:srgbClr val="45A7FF"/>
                </a:solidFill>
                <a:latin typeface="Arial"/>
                <a:ea typeface="Arial"/>
                <a:cs typeface="Arial"/>
              </a:defRPr>
            </a:pPr>
            <a:r>
              <a:rPr sz="1600" b="1">
                <a:solidFill>
                  <a:srgbClr val="45A7FF"/>
                </a:solidFill>
                <a:latin typeface="Arial"/>
                <a:ea typeface="Arial"/>
                <a:cs typeface="Arial"/>
              </a:rPr>
              <a:t>01</a:t>
            </a:r>
          </a:p>
        </p:txBody>
      </p:sp>
      <p:sp>
        <p:nvSpPr>
          <p:cNvPr id="5" name="capability_v1_s6_o5">
            <a:extLst xmlns:a="http://schemas.openxmlformats.org/drawingml/2006/main">
              <a:ext uri="{FF2B5EF4-FFF2-40B4-BE49-F238E27FC236}">
                <a16:creationId xmlns:a16="http://schemas.microsoft.com/office/drawing/2014/main" id="{9721A9E8-CED5-48F7-858E-341026D3E8F9}"/>
              </a:ext>
            </a:extLst>
          </p:cNvPr>
          <p:cNvSpPr>
            <a:spLocks xmlns:a="http://schemas.openxmlformats.org/drawingml/2006/main" noGrp="1"/>
          </p:cNvSpPr>
          <p:nvPr/>
        </p:nvSpPr>
        <p:spPr>
          <a:xfrm xmlns:a="http://schemas.openxmlformats.org/drawingml/2006/main">
            <a:off x="1104900" y="1765300"/>
            <a:ext cx="10452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4F7FB"/>
                </a:solidFill>
                <a:latin typeface="Arial"/>
                <a:ea typeface="Arial"/>
                <a:cs typeface="Arial"/>
              </a:defRPr>
            </a:defPPr>
          </a:lstStyle>
          <a:p xmlns:a="http://schemas.openxmlformats.org/drawingml/2006/main">
            <a:pPr algn="l">
              <a:lnSpc>
                <a:spcPct val="108000"/>
              </a:lnSpc>
              <a:buNone/>
              <a:defRPr sz="1400" b="1">
                <a:solidFill>
                  <a:srgbClr val="F4F7FB"/>
                </a:solidFill>
                <a:latin typeface="Arial"/>
                <a:ea typeface="Arial"/>
                <a:cs typeface="Arial"/>
              </a:defRPr>
            </a:pPr>
            <a:r>
              <a:rPr sz="1400" b="1">
                <a:solidFill>
                  <a:srgbClr val="F4F7FB"/>
                </a:solidFill>
                <a:latin typeface="Arial"/>
                <a:ea typeface="Arial"/>
                <a:cs typeface="Arial"/>
              </a:rPr>
              <a:t>topology-and-rasterize-transform-port</a:t>
            </a:r>
          </a:p>
        </p:txBody>
      </p:sp>
      <p:sp>
        <p:nvSpPr>
          <p:cNvPr id="6" name="capability_v1_s6_o6">
            <a:extLst xmlns:a="http://schemas.openxmlformats.org/drawingml/2006/main">
              <a:ext uri="{FF2B5EF4-FFF2-40B4-BE49-F238E27FC236}">
                <a16:creationId xmlns:a16="http://schemas.microsoft.com/office/drawing/2014/main" id="{3A3C323B-EF25-457F-9E27-934D8BE9A157}"/>
              </a:ext>
            </a:extLst>
          </p:cNvPr>
          <p:cNvSpPr>
            <a:spLocks xmlns:a="http://schemas.openxmlformats.org/drawingml/2006/main" noGrp="1"/>
          </p:cNvSpPr>
          <p:nvPr/>
        </p:nvSpPr>
        <p:spPr>
          <a:xfrm xmlns:a="http://schemas.openxmlformats.org/drawingml/2006/main">
            <a:off x="1104900" y="2260600"/>
            <a:ext cx="104140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invoke-port · port: topology-and-rasterize-transform-port</a:t>
            </a:r>
          </a:p>
        </p:txBody>
      </p:sp>
      <p:sp>
        <p:nvSpPr>
          <p:cNvPr id="7" name="capability_v1_s6_o7">
            <a:extLst xmlns:a="http://schemas.openxmlformats.org/drawingml/2006/main">
              <a:ext uri="{FF2B5EF4-FFF2-40B4-BE49-F238E27FC236}">
                <a16:creationId xmlns:a16="http://schemas.microsoft.com/office/drawing/2014/main" id="{C50565C0-B561-4925-9509-7F9ECF5DDC95}"/>
              </a:ext>
            </a:extLst>
          </p:cNvPr>
          <p:cNvSpPr>
            <a:spLocks xmlns:a="http://schemas.openxmlformats.org/drawingml/2006/main" noGrp="1"/>
          </p:cNvSpPr>
          <p:nvPr/>
        </p:nvSpPr>
        <p:spPr>
          <a:xfrm xmlns:a="http://schemas.openxmlformats.org/drawingml/2006/main">
            <a:off x="444500" y="62865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e95227ce9f3649cc" action="ppaction://hlinksldjump"/>
              </a:rPr>
              <a:t>Back to complete Event circuit</a:t>
            </a:r>
          </a:p>
        </p:txBody>
      </p:sp>
      <p:sp>
        <p:nvSpPr>
          <p:cNvPr id="8" name="capability_v1_s6_o8">
            <a:extLst xmlns:a="http://schemas.openxmlformats.org/drawingml/2006/main">
              <a:ext uri="{FF2B5EF4-FFF2-40B4-BE49-F238E27FC236}">
                <a16:creationId xmlns:a16="http://schemas.microsoft.com/office/drawing/2014/main" id="{AA7D43A7-27BA-486F-8E02-2F4D5366DF6D}"/>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062809817"/>
      </p:ext>
    </p:extLst>
  </p:cSld>
</p:sld>
</file>

<file path=ppt/slides/slide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9" name="capability_v1_s7_o1">
            <a:extLst xmlns:a="http://schemas.openxmlformats.org/drawingml/2006/main">
              <a:ext uri="{FF2B5EF4-FFF2-40B4-BE49-F238E27FC236}">
                <a16:creationId xmlns:a16="http://schemas.microsoft.com/office/drawing/2014/main" id="{DD9B7188-3117-491F-839F-6B13F35A7F4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Provider port ownership</a:t>
            </a:r>
          </a:p>
        </p:txBody>
      </p:sp>
      <p:sp>
        <p:nvSpPr>
          <p:cNvPr id="2" name="capability_v1_s7_o2">
            <a:extLst xmlns:a="http://schemas.openxmlformats.org/drawingml/2006/main">
              <a:ext uri="{FF2B5EF4-FFF2-40B4-BE49-F238E27FC236}">
                <a16:creationId xmlns:a16="http://schemas.microsoft.com/office/drawing/2014/main" id="{6330CE27-4EC5-4681-B39E-53B7148F443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procedural-dungeon-governed-execution · OPERATION → PORT → BINDING → PLATFORM / PROVIDER</a:t>
            </a:r>
          </a:p>
        </p:txBody>
      </p:sp>
      <p:sp>
        <p:nvSpPr>
          <p:cNvPr id="3" name="capability_v1_s7_o3">
            <a:extLst xmlns:a="http://schemas.openxmlformats.org/drawingml/2006/main">
              <a:ext uri="{FF2B5EF4-FFF2-40B4-BE49-F238E27FC236}">
                <a16:creationId xmlns:a16="http://schemas.microsoft.com/office/drawing/2014/main" id="{21BDE93B-4C65-4215-8375-5CE6FD349CF5}"/>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07</a:t>
            </a:r>
          </a:p>
        </p:txBody>
      </p:sp>
      <p:sp>
        <p:nvSpPr>
          <p:cNvPr id="4" name="capability_v1_s7_o4">
            <a:extLst xmlns:a="http://schemas.openxmlformats.org/drawingml/2006/main">
              <a:ext uri="{FF2B5EF4-FFF2-40B4-BE49-F238E27FC236}">
                <a16:creationId xmlns:a16="http://schemas.microsoft.com/office/drawing/2014/main" id="{06771EF5-6899-4D9C-A721-C780BC99CAF8}"/>
              </a:ext>
            </a:extLst>
          </p:cNvPr>
          <p:cNvSpPr>
            <a:spLocks xmlns:a="http://schemas.openxmlformats.org/drawingml/2006/main" noGrp="1"/>
          </p:cNvSpPr>
          <p:nvPr/>
        </p:nvSpPr>
        <p:spPr>
          <a:xfrm xmlns:a="http://schemas.openxmlformats.org/drawingml/2006/main">
            <a:off x="20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 name="capability_v1_s7_o5">
            <a:extLst xmlns:a="http://schemas.openxmlformats.org/drawingml/2006/main">
              <a:ext uri="{FF2B5EF4-FFF2-40B4-BE49-F238E27FC236}">
                <a16:creationId xmlns:a16="http://schemas.microsoft.com/office/drawing/2014/main" id="{9386C3CC-8CA3-422E-95F1-32403D9E2A35}"/>
              </a:ext>
            </a:extLst>
          </p:cNvPr>
          <p:cNvSpPr>
            <a:spLocks xmlns:a="http://schemas.openxmlformats.org/drawingml/2006/main" noGrp="1"/>
          </p:cNvSpPr>
          <p:nvPr/>
        </p:nvSpPr>
        <p:spPr>
          <a:xfrm xmlns:a="http://schemas.openxmlformats.org/drawingml/2006/main">
            <a:off x="40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 name="capability_v1_s7_o6">
            <a:extLst xmlns:a="http://schemas.openxmlformats.org/drawingml/2006/main">
              <a:ext uri="{FF2B5EF4-FFF2-40B4-BE49-F238E27FC236}">
                <a16:creationId xmlns:a16="http://schemas.microsoft.com/office/drawing/2014/main" id="{3EC71C9E-A8F9-437E-98C5-166414784670}"/>
              </a:ext>
            </a:extLst>
          </p:cNvPr>
          <p:cNvSpPr>
            <a:spLocks xmlns:a="http://schemas.openxmlformats.org/drawingml/2006/main" noGrp="1"/>
          </p:cNvSpPr>
          <p:nvPr/>
        </p:nvSpPr>
        <p:spPr>
          <a:xfrm xmlns:a="http://schemas.openxmlformats.org/drawingml/2006/main">
            <a:off x="60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7" name="capability_v1_s7_o7">
            <a:extLst xmlns:a="http://schemas.openxmlformats.org/drawingml/2006/main">
              <a:ext uri="{FF2B5EF4-FFF2-40B4-BE49-F238E27FC236}">
                <a16:creationId xmlns:a16="http://schemas.microsoft.com/office/drawing/2014/main" id="{3B4E127B-0E0D-42EB-AF68-684CEFC03D52}"/>
              </a:ext>
            </a:extLst>
          </p:cNvPr>
          <p:cNvSpPr>
            <a:spLocks xmlns:a="http://schemas.openxmlformats.org/drawingml/2006/main" noGrp="1"/>
          </p:cNvSpPr>
          <p:nvPr/>
        </p:nvSpPr>
        <p:spPr>
          <a:xfrm xmlns:a="http://schemas.openxmlformats.org/drawingml/2006/main">
            <a:off x="81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8" name="capability_v1_s7_o8">
            <a:extLst xmlns:a="http://schemas.openxmlformats.org/drawingml/2006/main">
              <a:ext uri="{FF2B5EF4-FFF2-40B4-BE49-F238E27FC236}">
                <a16:creationId xmlns:a16="http://schemas.microsoft.com/office/drawing/2014/main" id="{A8511B7B-0EEA-42A0-AD4D-5F1A49C3D7B2}"/>
              </a:ext>
            </a:extLst>
          </p:cNvPr>
          <p:cNvSpPr>
            <a:spLocks xmlns:a="http://schemas.openxmlformats.org/drawingml/2006/main" noGrp="1"/>
          </p:cNvSpPr>
          <p:nvPr/>
        </p:nvSpPr>
        <p:spPr>
          <a:xfrm xmlns:a="http://schemas.openxmlformats.org/drawingml/2006/main">
            <a:off x="101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9" name="capability_v1_s7_o9">
            <a:extLst xmlns:a="http://schemas.openxmlformats.org/drawingml/2006/main">
              <a:ext uri="{FF2B5EF4-FFF2-40B4-BE49-F238E27FC236}">
                <a16:creationId xmlns:a16="http://schemas.microsoft.com/office/drawing/2014/main" id="{E7E0ABC5-F25C-4918-B024-56B250CC839E}"/>
              </a:ext>
            </a:extLst>
          </p:cNvPr>
          <p:cNvSpPr>
            <a:spLocks xmlns:a="http://schemas.openxmlformats.org/drawingml/2006/main" noGrp="1"/>
          </p:cNvSpPr>
          <p:nvPr/>
        </p:nvSpPr>
        <p:spPr>
          <a:xfrm xmlns:a="http://schemas.openxmlformats.org/drawingml/2006/main">
            <a:off x="121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0" name="capability_v1_s7_o10">
            <a:extLst xmlns:a="http://schemas.openxmlformats.org/drawingml/2006/main">
              <a:ext uri="{FF2B5EF4-FFF2-40B4-BE49-F238E27FC236}">
                <a16:creationId xmlns:a16="http://schemas.microsoft.com/office/drawing/2014/main" id="{6078737E-C27E-4EBD-9623-89D4E57B54AE}"/>
              </a:ext>
            </a:extLst>
          </p:cNvPr>
          <p:cNvSpPr>
            <a:spLocks xmlns:a="http://schemas.openxmlformats.org/drawingml/2006/main" noGrp="1"/>
          </p:cNvSpPr>
          <p:nvPr/>
        </p:nvSpPr>
        <p:spPr>
          <a:xfrm xmlns:a="http://schemas.openxmlformats.org/drawingml/2006/main">
            <a:off x="142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1" name="capability_v1_s7_o11">
            <a:extLst xmlns:a="http://schemas.openxmlformats.org/drawingml/2006/main">
              <a:ext uri="{FF2B5EF4-FFF2-40B4-BE49-F238E27FC236}">
                <a16:creationId xmlns:a16="http://schemas.microsoft.com/office/drawing/2014/main" id="{C38258BC-4E86-4324-9CB2-B95A72C9C908}"/>
              </a:ext>
            </a:extLst>
          </p:cNvPr>
          <p:cNvSpPr>
            <a:spLocks xmlns:a="http://schemas.openxmlformats.org/drawingml/2006/main" noGrp="1"/>
          </p:cNvSpPr>
          <p:nvPr/>
        </p:nvSpPr>
        <p:spPr>
          <a:xfrm xmlns:a="http://schemas.openxmlformats.org/drawingml/2006/main">
            <a:off x="162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2" name="capability_v1_s7_o12">
            <a:extLst xmlns:a="http://schemas.openxmlformats.org/drawingml/2006/main">
              <a:ext uri="{FF2B5EF4-FFF2-40B4-BE49-F238E27FC236}">
                <a16:creationId xmlns:a16="http://schemas.microsoft.com/office/drawing/2014/main" id="{2641F251-7F4D-4001-BBD6-401CB4EC8CAB}"/>
              </a:ext>
            </a:extLst>
          </p:cNvPr>
          <p:cNvSpPr>
            <a:spLocks xmlns:a="http://schemas.openxmlformats.org/drawingml/2006/main" noGrp="1"/>
          </p:cNvSpPr>
          <p:nvPr/>
        </p:nvSpPr>
        <p:spPr>
          <a:xfrm xmlns:a="http://schemas.openxmlformats.org/drawingml/2006/main">
            <a:off x="182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13" name="capability_v1_s7_o13">
            <a:extLst xmlns:a="http://schemas.openxmlformats.org/drawingml/2006/main">
              <a:ext uri="{FF2B5EF4-FFF2-40B4-BE49-F238E27FC236}">
                <a16:creationId xmlns:a16="http://schemas.microsoft.com/office/drawing/2014/main" id="{C87DA552-7694-41FF-B9A2-8E7CBE5B4E76}"/>
              </a:ext>
            </a:extLst>
          </p:cNvPr>
          <p:cNvSpPr>
            <a:spLocks xmlns:a="http://schemas.openxmlformats.org/drawingml/2006/main" noGrp="1"/>
          </p:cNvSpPr>
          <p:nvPr/>
        </p:nvSpPr>
        <p:spPr>
          <a:xfrm xmlns:a="http://schemas.openxmlformats.org/drawingml/2006/main">
            <a:off x="2032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4" name="capability_v1_s7_o14">
            <a:extLst xmlns:a="http://schemas.openxmlformats.org/drawingml/2006/main">
              <a:ext uri="{FF2B5EF4-FFF2-40B4-BE49-F238E27FC236}">
                <a16:creationId xmlns:a16="http://schemas.microsoft.com/office/drawing/2014/main" id="{2C5A704D-A500-495A-8C35-6170ED7F32A3}"/>
              </a:ext>
            </a:extLst>
          </p:cNvPr>
          <p:cNvSpPr>
            <a:spLocks xmlns:a="http://schemas.openxmlformats.org/drawingml/2006/main" noGrp="1"/>
          </p:cNvSpPr>
          <p:nvPr/>
        </p:nvSpPr>
        <p:spPr>
          <a:xfrm xmlns:a="http://schemas.openxmlformats.org/drawingml/2006/main">
            <a:off x="2235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5" name="capability_v1_s7_o15">
            <a:extLst xmlns:a="http://schemas.openxmlformats.org/drawingml/2006/main">
              <a:ext uri="{FF2B5EF4-FFF2-40B4-BE49-F238E27FC236}">
                <a16:creationId xmlns:a16="http://schemas.microsoft.com/office/drawing/2014/main" id="{7EDFC1D3-6B19-4219-89F1-DABE86C9F1C3}"/>
              </a:ext>
            </a:extLst>
          </p:cNvPr>
          <p:cNvSpPr>
            <a:spLocks xmlns:a="http://schemas.openxmlformats.org/drawingml/2006/main" noGrp="1"/>
          </p:cNvSpPr>
          <p:nvPr/>
        </p:nvSpPr>
        <p:spPr>
          <a:xfrm xmlns:a="http://schemas.openxmlformats.org/drawingml/2006/main">
            <a:off x="2438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6" name="capability_v1_s7_o16">
            <a:extLst xmlns:a="http://schemas.openxmlformats.org/drawingml/2006/main">
              <a:ext uri="{FF2B5EF4-FFF2-40B4-BE49-F238E27FC236}">
                <a16:creationId xmlns:a16="http://schemas.microsoft.com/office/drawing/2014/main" id="{BAEE389D-5E4F-4C5B-A26C-0D18365070A4}"/>
              </a:ext>
            </a:extLst>
          </p:cNvPr>
          <p:cNvSpPr>
            <a:spLocks xmlns:a="http://schemas.openxmlformats.org/drawingml/2006/main" noGrp="1"/>
          </p:cNvSpPr>
          <p:nvPr/>
        </p:nvSpPr>
        <p:spPr>
          <a:xfrm xmlns:a="http://schemas.openxmlformats.org/drawingml/2006/main">
            <a:off x="2641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17" name="capability_v1_s7_o17">
            <a:extLst xmlns:a="http://schemas.openxmlformats.org/drawingml/2006/main">
              <a:ext uri="{FF2B5EF4-FFF2-40B4-BE49-F238E27FC236}">
                <a16:creationId xmlns:a16="http://schemas.microsoft.com/office/drawing/2014/main" id="{47A26296-7765-4AC8-BA82-EA3EB8C5CFF4}"/>
              </a:ext>
            </a:extLst>
          </p:cNvPr>
          <p:cNvSpPr>
            <a:spLocks xmlns:a="http://schemas.openxmlformats.org/drawingml/2006/main" noGrp="1"/>
          </p:cNvSpPr>
          <p:nvPr/>
        </p:nvSpPr>
        <p:spPr>
          <a:xfrm xmlns:a="http://schemas.openxmlformats.org/drawingml/2006/main">
            <a:off x="2844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8" name="capability_v1_s7_o18">
            <a:extLst xmlns:a="http://schemas.openxmlformats.org/drawingml/2006/main">
              <a:ext uri="{FF2B5EF4-FFF2-40B4-BE49-F238E27FC236}">
                <a16:creationId xmlns:a16="http://schemas.microsoft.com/office/drawing/2014/main" id="{3E78D1B2-E3BB-4F68-8F74-35EB13BFF174}"/>
              </a:ext>
            </a:extLst>
          </p:cNvPr>
          <p:cNvSpPr>
            <a:spLocks xmlns:a="http://schemas.openxmlformats.org/drawingml/2006/main" noGrp="1"/>
          </p:cNvSpPr>
          <p:nvPr/>
        </p:nvSpPr>
        <p:spPr>
          <a:xfrm xmlns:a="http://schemas.openxmlformats.org/drawingml/2006/main">
            <a:off x="3048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19" name="capability_v1_s7_o19">
            <a:extLst xmlns:a="http://schemas.openxmlformats.org/drawingml/2006/main">
              <a:ext uri="{FF2B5EF4-FFF2-40B4-BE49-F238E27FC236}">
                <a16:creationId xmlns:a16="http://schemas.microsoft.com/office/drawing/2014/main" id="{8D11A8B2-1CF3-4118-8266-A47532FED9F8}"/>
              </a:ext>
            </a:extLst>
          </p:cNvPr>
          <p:cNvSpPr>
            <a:spLocks xmlns:a="http://schemas.openxmlformats.org/drawingml/2006/main" noGrp="1"/>
          </p:cNvSpPr>
          <p:nvPr/>
        </p:nvSpPr>
        <p:spPr>
          <a:xfrm xmlns:a="http://schemas.openxmlformats.org/drawingml/2006/main">
            <a:off x="3251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0" name="capability_v1_s7_o20">
            <a:extLst xmlns:a="http://schemas.openxmlformats.org/drawingml/2006/main">
              <a:ext uri="{FF2B5EF4-FFF2-40B4-BE49-F238E27FC236}">
                <a16:creationId xmlns:a16="http://schemas.microsoft.com/office/drawing/2014/main" id="{DCDDFF44-6161-4F3E-A275-0F9B4601CCC5}"/>
              </a:ext>
            </a:extLst>
          </p:cNvPr>
          <p:cNvSpPr>
            <a:spLocks xmlns:a="http://schemas.openxmlformats.org/drawingml/2006/main" noGrp="1"/>
          </p:cNvSpPr>
          <p:nvPr/>
        </p:nvSpPr>
        <p:spPr>
          <a:xfrm xmlns:a="http://schemas.openxmlformats.org/drawingml/2006/main">
            <a:off x="3454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1" name="capability_v1_s7_o21">
            <a:extLst xmlns:a="http://schemas.openxmlformats.org/drawingml/2006/main">
              <a:ext uri="{FF2B5EF4-FFF2-40B4-BE49-F238E27FC236}">
                <a16:creationId xmlns:a16="http://schemas.microsoft.com/office/drawing/2014/main" id="{435B2935-21C9-4C79-A8C3-FEA66165D629}"/>
              </a:ext>
            </a:extLst>
          </p:cNvPr>
          <p:cNvSpPr>
            <a:spLocks xmlns:a="http://schemas.openxmlformats.org/drawingml/2006/main" noGrp="1"/>
          </p:cNvSpPr>
          <p:nvPr/>
        </p:nvSpPr>
        <p:spPr>
          <a:xfrm xmlns:a="http://schemas.openxmlformats.org/drawingml/2006/main">
            <a:off x="3657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2" name="capability_v1_s7_o22">
            <a:extLst xmlns:a="http://schemas.openxmlformats.org/drawingml/2006/main">
              <a:ext uri="{FF2B5EF4-FFF2-40B4-BE49-F238E27FC236}">
                <a16:creationId xmlns:a16="http://schemas.microsoft.com/office/drawing/2014/main" id="{160137C1-7FC7-41ED-8D72-565A77D306AD}"/>
              </a:ext>
            </a:extLst>
          </p:cNvPr>
          <p:cNvSpPr>
            <a:spLocks xmlns:a="http://schemas.openxmlformats.org/drawingml/2006/main" noGrp="1"/>
          </p:cNvSpPr>
          <p:nvPr/>
        </p:nvSpPr>
        <p:spPr>
          <a:xfrm xmlns:a="http://schemas.openxmlformats.org/drawingml/2006/main">
            <a:off x="3860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3" name="capability_v1_s7_o23">
            <a:extLst xmlns:a="http://schemas.openxmlformats.org/drawingml/2006/main">
              <a:ext uri="{FF2B5EF4-FFF2-40B4-BE49-F238E27FC236}">
                <a16:creationId xmlns:a16="http://schemas.microsoft.com/office/drawing/2014/main" id="{7D432A74-91EE-490F-9CB9-5177B09D633D}"/>
              </a:ext>
            </a:extLst>
          </p:cNvPr>
          <p:cNvSpPr>
            <a:spLocks xmlns:a="http://schemas.openxmlformats.org/drawingml/2006/main" noGrp="1"/>
          </p:cNvSpPr>
          <p:nvPr/>
        </p:nvSpPr>
        <p:spPr>
          <a:xfrm xmlns:a="http://schemas.openxmlformats.org/drawingml/2006/main">
            <a:off x="4064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4" name="capability_v1_s7_o24">
            <a:extLst xmlns:a="http://schemas.openxmlformats.org/drawingml/2006/main">
              <a:ext uri="{FF2B5EF4-FFF2-40B4-BE49-F238E27FC236}">
                <a16:creationId xmlns:a16="http://schemas.microsoft.com/office/drawing/2014/main" id="{675C6100-F9B3-4CAE-BC19-5F68454C3644}"/>
              </a:ext>
            </a:extLst>
          </p:cNvPr>
          <p:cNvSpPr>
            <a:spLocks xmlns:a="http://schemas.openxmlformats.org/drawingml/2006/main" noGrp="1"/>
          </p:cNvSpPr>
          <p:nvPr/>
        </p:nvSpPr>
        <p:spPr>
          <a:xfrm xmlns:a="http://schemas.openxmlformats.org/drawingml/2006/main">
            <a:off x="4267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5" name="capability_v1_s7_o25">
            <a:extLst xmlns:a="http://schemas.openxmlformats.org/drawingml/2006/main">
              <a:ext uri="{FF2B5EF4-FFF2-40B4-BE49-F238E27FC236}">
                <a16:creationId xmlns:a16="http://schemas.microsoft.com/office/drawing/2014/main" id="{D3A180FA-8FA8-421C-9609-8DBE09A3B875}"/>
              </a:ext>
            </a:extLst>
          </p:cNvPr>
          <p:cNvSpPr>
            <a:spLocks xmlns:a="http://schemas.openxmlformats.org/drawingml/2006/main" noGrp="1"/>
          </p:cNvSpPr>
          <p:nvPr/>
        </p:nvSpPr>
        <p:spPr>
          <a:xfrm xmlns:a="http://schemas.openxmlformats.org/drawingml/2006/main">
            <a:off x="4470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6" name="capability_v1_s7_o26">
            <a:extLst xmlns:a="http://schemas.openxmlformats.org/drawingml/2006/main">
              <a:ext uri="{FF2B5EF4-FFF2-40B4-BE49-F238E27FC236}">
                <a16:creationId xmlns:a16="http://schemas.microsoft.com/office/drawing/2014/main" id="{2F61B88C-A749-4287-BCE4-667089E94972}"/>
              </a:ext>
            </a:extLst>
          </p:cNvPr>
          <p:cNvSpPr>
            <a:spLocks xmlns:a="http://schemas.openxmlformats.org/drawingml/2006/main" noGrp="1"/>
          </p:cNvSpPr>
          <p:nvPr/>
        </p:nvSpPr>
        <p:spPr>
          <a:xfrm xmlns:a="http://schemas.openxmlformats.org/drawingml/2006/main">
            <a:off x="4673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7" name="capability_v1_s7_o27">
            <a:extLst xmlns:a="http://schemas.openxmlformats.org/drawingml/2006/main">
              <a:ext uri="{FF2B5EF4-FFF2-40B4-BE49-F238E27FC236}">
                <a16:creationId xmlns:a16="http://schemas.microsoft.com/office/drawing/2014/main" id="{3660EAA5-FE6A-44F9-9603-30F3BEB5E3E1}"/>
              </a:ext>
            </a:extLst>
          </p:cNvPr>
          <p:cNvSpPr>
            <a:spLocks xmlns:a="http://schemas.openxmlformats.org/drawingml/2006/main" noGrp="1"/>
          </p:cNvSpPr>
          <p:nvPr/>
        </p:nvSpPr>
        <p:spPr>
          <a:xfrm xmlns:a="http://schemas.openxmlformats.org/drawingml/2006/main">
            <a:off x="4876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28" name="capability_v1_s7_o28">
            <a:extLst xmlns:a="http://schemas.openxmlformats.org/drawingml/2006/main">
              <a:ext uri="{FF2B5EF4-FFF2-40B4-BE49-F238E27FC236}">
                <a16:creationId xmlns:a16="http://schemas.microsoft.com/office/drawing/2014/main" id="{39A1A3DE-21BB-4DFF-BE1B-C0B3051C8EAE}"/>
              </a:ext>
            </a:extLst>
          </p:cNvPr>
          <p:cNvSpPr>
            <a:spLocks xmlns:a="http://schemas.openxmlformats.org/drawingml/2006/main" noGrp="1"/>
          </p:cNvSpPr>
          <p:nvPr/>
        </p:nvSpPr>
        <p:spPr>
          <a:xfrm xmlns:a="http://schemas.openxmlformats.org/drawingml/2006/main">
            <a:off x="5080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29" name="capability_v1_s7_o29">
            <a:extLst xmlns:a="http://schemas.openxmlformats.org/drawingml/2006/main">
              <a:ext uri="{FF2B5EF4-FFF2-40B4-BE49-F238E27FC236}">
                <a16:creationId xmlns:a16="http://schemas.microsoft.com/office/drawing/2014/main" id="{15620C65-5220-4AF1-B3A9-BEC802365BF4}"/>
              </a:ext>
            </a:extLst>
          </p:cNvPr>
          <p:cNvSpPr>
            <a:spLocks xmlns:a="http://schemas.openxmlformats.org/drawingml/2006/main" noGrp="1"/>
          </p:cNvSpPr>
          <p:nvPr/>
        </p:nvSpPr>
        <p:spPr>
          <a:xfrm xmlns:a="http://schemas.openxmlformats.org/drawingml/2006/main">
            <a:off x="528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0" name="capability_v1_s7_o30">
            <a:extLst xmlns:a="http://schemas.openxmlformats.org/drawingml/2006/main">
              <a:ext uri="{FF2B5EF4-FFF2-40B4-BE49-F238E27FC236}">
                <a16:creationId xmlns:a16="http://schemas.microsoft.com/office/drawing/2014/main" id="{221FF8EE-3BFD-4478-9431-77B53C23784B}"/>
              </a:ext>
            </a:extLst>
          </p:cNvPr>
          <p:cNvSpPr>
            <a:spLocks xmlns:a="http://schemas.openxmlformats.org/drawingml/2006/main" noGrp="1"/>
          </p:cNvSpPr>
          <p:nvPr/>
        </p:nvSpPr>
        <p:spPr>
          <a:xfrm xmlns:a="http://schemas.openxmlformats.org/drawingml/2006/main">
            <a:off x="548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1" name="capability_v1_s7_o31">
            <a:extLst xmlns:a="http://schemas.openxmlformats.org/drawingml/2006/main">
              <a:ext uri="{FF2B5EF4-FFF2-40B4-BE49-F238E27FC236}">
                <a16:creationId xmlns:a16="http://schemas.microsoft.com/office/drawing/2014/main" id="{B3EDF03D-33AB-40CF-BDBA-193DB2B9D934}"/>
              </a:ext>
            </a:extLst>
          </p:cNvPr>
          <p:cNvSpPr>
            <a:spLocks xmlns:a="http://schemas.openxmlformats.org/drawingml/2006/main" noGrp="1"/>
          </p:cNvSpPr>
          <p:nvPr/>
        </p:nvSpPr>
        <p:spPr>
          <a:xfrm xmlns:a="http://schemas.openxmlformats.org/drawingml/2006/main">
            <a:off x="568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2" name="capability_v1_s7_o32">
            <a:extLst xmlns:a="http://schemas.openxmlformats.org/drawingml/2006/main">
              <a:ext uri="{FF2B5EF4-FFF2-40B4-BE49-F238E27FC236}">
                <a16:creationId xmlns:a16="http://schemas.microsoft.com/office/drawing/2014/main" id="{98D1E7E8-FBA4-4A15-A236-A8D3CCD43127}"/>
              </a:ext>
            </a:extLst>
          </p:cNvPr>
          <p:cNvSpPr>
            <a:spLocks xmlns:a="http://schemas.openxmlformats.org/drawingml/2006/main" noGrp="1"/>
          </p:cNvSpPr>
          <p:nvPr/>
        </p:nvSpPr>
        <p:spPr>
          <a:xfrm xmlns:a="http://schemas.openxmlformats.org/drawingml/2006/main">
            <a:off x="589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33" name="capability_v1_s7_o33">
            <a:extLst xmlns:a="http://schemas.openxmlformats.org/drawingml/2006/main">
              <a:ext uri="{FF2B5EF4-FFF2-40B4-BE49-F238E27FC236}">
                <a16:creationId xmlns:a16="http://schemas.microsoft.com/office/drawing/2014/main" id="{8811059E-15A9-40BB-AF35-A0CD7D1FA347}"/>
              </a:ext>
            </a:extLst>
          </p:cNvPr>
          <p:cNvSpPr>
            <a:spLocks xmlns:a="http://schemas.openxmlformats.org/drawingml/2006/main" noGrp="1"/>
          </p:cNvSpPr>
          <p:nvPr/>
        </p:nvSpPr>
        <p:spPr>
          <a:xfrm xmlns:a="http://schemas.openxmlformats.org/drawingml/2006/main">
            <a:off x="609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4" name="capability_v1_s7_o34">
            <a:extLst xmlns:a="http://schemas.openxmlformats.org/drawingml/2006/main">
              <a:ext uri="{FF2B5EF4-FFF2-40B4-BE49-F238E27FC236}">
                <a16:creationId xmlns:a16="http://schemas.microsoft.com/office/drawing/2014/main" id="{DB095DAC-FD31-4DB0-A2C3-D9C436C6D439}"/>
              </a:ext>
            </a:extLst>
          </p:cNvPr>
          <p:cNvSpPr>
            <a:spLocks xmlns:a="http://schemas.openxmlformats.org/drawingml/2006/main" noGrp="1"/>
          </p:cNvSpPr>
          <p:nvPr/>
        </p:nvSpPr>
        <p:spPr>
          <a:xfrm xmlns:a="http://schemas.openxmlformats.org/drawingml/2006/main">
            <a:off x="629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5" name="capability_v1_s7_o35">
            <a:extLst xmlns:a="http://schemas.openxmlformats.org/drawingml/2006/main">
              <a:ext uri="{FF2B5EF4-FFF2-40B4-BE49-F238E27FC236}">
                <a16:creationId xmlns:a16="http://schemas.microsoft.com/office/drawing/2014/main" id="{749A7847-A6CC-4EB1-8DA8-2438468C3DC1}"/>
              </a:ext>
            </a:extLst>
          </p:cNvPr>
          <p:cNvSpPr>
            <a:spLocks xmlns:a="http://schemas.openxmlformats.org/drawingml/2006/main" noGrp="1"/>
          </p:cNvSpPr>
          <p:nvPr/>
        </p:nvSpPr>
        <p:spPr>
          <a:xfrm xmlns:a="http://schemas.openxmlformats.org/drawingml/2006/main">
            <a:off x="650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6" name="capability_v1_s7_o36">
            <a:extLst xmlns:a="http://schemas.openxmlformats.org/drawingml/2006/main">
              <a:ext uri="{FF2B5EF4-FFF2-40B4-BE49-F238E27FC236}">
                <a16:creationId xmlns:a16="http://schemas.microsoft.com/office/drawing/2014/main" id="{D2271B4C-6F63-41BB-BA7F-86B6BE3DF0B6}"/>
              </a:ext>
            </a:extLst>
          </p:cNvPr>
          <p:cNvSpPr>
            <a:spLocks xmlns:a="http://schemas.openxmlformats.org/drawingml/2006/main" noGrp="1"/>
          </p:cNvSpPr>
          <p:nvPr/>
        </p:nvSpPr>
        <p:spPr>
          <a:xfrm xmlns:a="http://schemas.openxmlformats.org/drawingml/2006/main">
            <a:off x="670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37" name="capability_v1_s7_o37">
            <a:extLst xmlns:a="http://schemas.openxmlformats.org/drawingml/2006/main">
              <a:ext uri="{FF2B5EF4-FFF2-40B4-BE49-F238E27FC236}">
                <a16:creationId xmlns:a16="http://schemas.microsoft.com/office/drawing/2014/main" id="{B56D5A97-7A70-42A5-BD42-9A51C81F73E6}"/>
              </a:ext>
            </a:extLst>
          </p:cNvPr>
          <p:cNvSpPr>
            <a:spLocks xmlns:a="http://schemas.openxmlformats.org/drawingml/2006/main" noGrp="1"/>
          </p:cNvSpPr>
          <p:nvPr/>
        </p:nvSpPr>
        <p:spPr>
          <a:xfrm xmlns:a="http://schemas.openxmlformats.org/drawingml/2006/main">
            <a:off x="690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8" name="capability_v1_s7_o38">
            <a:extLst xmlns:a="http://schemas.openxmlformats.org/drawingml/2006/main">
              <a:ext uri="{FF2B5EF4-FFF2-40B4-BE49-F238E27FC236}">
                <a16:creationId xmlns:a16="http://schemas.microsoft.com/office/drawing/2014/main" id="{419ABBE4-0E75-4D3B-8880-1F3899D7A242}"/>
              </a:ext>
            </a:extLst>
          </p:cNvPr>
          <p:cNvSpPr>
            <a:spLocks xmlns:a="http://schemas.openxmlformats.org/drawingml/2006/main" noGrp="1"/>
          </p:cNvSpPr>
          <p:nvPr/>
        </p:nvSpPr>
        <p:spPr>
          <a:xfrm xmlns:a="http://schemas.openxmlformats.org/drawingml/2006/main">
            <a:off x="7112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39" name="capability_v1_s7_o39">
            <a:extLst xmlns:a="http://schemas.openxmlformats.org/drawingml/2006/main">
              <a:ext uri="{FF2B5EF4-FFF2-40B4-BE49-F238E27FC236}">
                <a16:creationId xmlns:a16="http://schemas.microsoft.com/office/drawing/2014/main" id="{3890FA1D-317C-4943-A34B-A4023D8CE75B}"/>
              </a:ext>
            </a:extLst>
          </p:cNvPr>
          <p:cNvSpPr>
            <a:spLocks xmlns:a="http://schemas.openxmlformats.org/drawingml/2006/main" noGrp="1"/>
          </p:cNvSpPr>
          <p:nvPr/>
        </p:nvSpPr>
        <p:spPr>
          <a:xfrm xmlns:a="http://schemas.openxmlformats.org/drawingml/2006/main">
            <a:off x="7315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0" name="capability_v1_s7_o40">
            <a:extLst xmlns:a="http://schemas.openxmlformats.org/drawingml/2006/main">
              <a:ext uri="{FF2B5EF4-FFF2-40B4-BE49-F238E27FC236}">
                <a16:creationId xmlns:a16="http://schemas.microsoft.com/office/drawing/2014/main" id="{546291E9-84B7-4986-BCB6-DAC1BC879768}"/>
              </a:ext>
            </a:extLst>
          </p:cNvPr>
          <p:cNvSpPr>
            <a:spLocks xmlns:a="http://schemas.openxmlformats.org/drawingml/2006/main" noGrp="1"/>
          </p:cNvSpPr>
          <p:nvPr/>
        </p:nvSpPr>
        <p:spPr>
          <a:xfrm xmlns:a="http://schemas.openxmlformats.org/drawingml/2006/main">
            <a:off x="7518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1" name="capability_v1_s7_o41">
            <a:extLst xmlns:a="http://schemas.openxmlformats.org/drawingml/2006/main">
              <a:ext uri="{FF2B5EF4-FFF2-40B4-BE49-F238E27FC236}">
                <a16:creationId xmlns:a16="http://schemas.microsoft.com/office/drawing/2014/main" id="{FE0D0279-3D67-4B2D-8458-E01E12A1A112}"/>
              </a:ext>
            </a:extLst>
          </p:cNvPr>
          <p:cNvSpPr>
            <a:spLocks xmlns:a="http://schemas.openxmlformats.org/drawingml/2006/main" noGrp="1"/>
          </p:cNvSpPr>
          <p:nvPr/>
        </p:nvSpPr>
        <p:spPr>
          <a:xfrm xmlns:a="http://schemas.openxmlformats.org/drawingml/2006/main">
            <a:off x="7721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2" name="capability_v1_s7_o42">
            <a:extLst xmlns:a="http://schemas.openxmlformats.org/drawingml/2006/main">
              <a:ext uri="{FF2B5EF4-FFF2-40B4-BE49-F238E27FC236}">
                <a16:creationId xmlns:a16="http://schemas.microsoft.com/office/drawing/2014/main" id="{CE989C54-44A2-41B7-8E46-0B921A71CC28}"/>
              </a:ext>
            </a:extLst>
          </p:cNvPr>
          <p:cNvSpPr>
            <a:spLocks xmlns:a="http://schemas.openxmlformats.org/drawingml/2006/main" noGrp="1"/>
          </p:cNvSpPr>
          <p:nvPr/>
        </p:nvSpPr>
        <p:spPr>
          <a:xfrm xmlns:a="http://schemas.openxmlformats.org/drawingml/2006/main">
            <a:off x="7924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3" name="capability_v1_s7_o43">
            <a:extLst xmlns:a="http://schemas.openxmlformats.org/drawingml/2006/main">
              <a:ext uri="{FF2B5EF4-FFF2-40B4-BE49-F238E27FC236}">
                <a16:creationId xmlns:a16="http://schemas.microsoft.com/office/drawing/2014/main" id="{25ECAEB7-1A5B-4D39-B790-C130E61EB084}"/>
              </a:ext>
            </a:extLst>
          </p:cNvPr>
          <p:cNvSpPr>
            <a:spLocks xmlns:a="http://schemas.openxmlformats.org/drawingml/2006/main" noGrp="1"/>
          </p:cNvSpPr>
          <p:nvPr/>
        </p:nvSpPr>
        <p:spPr>
          <a:xfrm xmlns:a="http://schemas.openxmlformats.org/drawingml/2006/main">
            <a:off x="8128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4" name="capability_v1_s7_o44">
            <a:extLst xmlns:a="http://schemas.openxmlformats.org/drawingml/2006/main">
              <a:ext uri="{FF2B5EF4-FFF2-40B4-BE49-F238E27FC236}">
                <a16:creationId xmlns:a16="http://schemas.microsoft.com/office/drawing/2014/main" id="{ECAC9C49-A654-4D37-A63A-C3F4E8777D9C}"/>
              </a:ext>
            </a:extLst>
          </p:cNvPr>
          <p:cNvSpPr>
            <a:spLocks xmlns:a="http://schemas.openxmlformats.org/drawingml/2006/main" noGrp="1"/>
          </p:cNvSpPr>
          <p:nvPr/>
        </p:nvSpPr>
        <p:spPr>
          <a:xfrm xmlns:a="http://schemas.openxmlformats.org/drawingml/2006/main">
            <a:off x="8331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5" name="capability_v1_s7_o45">
            <a:extLst xmlns:a="http://schemas.openxmlformats.org/drawingml/2006/main">
              <a:ext uri="{FF2B5EF4-FFF2-40B4-BE49-F238E27FC236}">
                <a16:creationId xmlns:a16="http://schemas.microsoft.com/office/drawing/2014/main" id="{54B76437-7718-47A7-840F-848FA85B3D4C}"/>
              </a:ext>
            </a:extLst>
          </p:cNvPr>
          <p:cNvSpPr>
            <a:spLocks xmlns:a="http://schemas.openxmlformats.org/drawingml/2006/main" noGrp="1"/>
          </p:cNvSpPr>
          <p:nvPr/>
        </p:nvSpPr>
        <p:spPr>
          <a:xfrm xmlns:a="http://schemas.openxmlformats.org/drawingml/2006/main">
            <a:off x="8534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6" name="capability_v1_s7_o46">
            <a:extLst xmlns:a="http://schemas.openxmlformats.org/drawingml/2006/main">
              <a:ext uri="{FF2B5EF4-FFF2-40B4-BE49-F238E27FC236}">
                <a16:creationId xmlns:a16="http://schemas.microsoft.com/office/drawing/2014/main" id="{1D5BE50A-DDF9-420F-9F70-7F04C6F66F7A}"/>
              </a:ext>
            </a:extLst>
          </p:cNvPr>
          <p:cNvSpPr>
            <a:spLocks xmlns:a="http://schemas.openxmlformats.org/drawingml/2006/main" noGrp="1"/>
          </p:cNvSpPr>
          <p:nvPr/>
        </p:nvSpPr>
        <p:spPr>
          <a:xfrm xmlns:a="http://schemas.openxmlformats.org/drawingml/2006/main">
            <a:off x="8737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7" name="capability_v1_s7_o47">
            <a:extLst xmlns:a="http://schemas.openxmlformats.org/drawingml/2006/main">
              <a:ext uri="{FF2B5EF4-FFF2-40B4-BE49-F238E27FC236}">
                <a16:creationId xmlns:a16="http://schemas.microsoft.com/office/drawing/2014/main" id="{951BD239-0A5B-4534-ADD1-91F97B0127C5}"/>
              </a:ext>
            </a:extLst>
          </p:cNvPr>
          <p:cNvSpPr>
            <a:spLocks xmlns:a="http://schemas.openxmlformats.org/drawingml/2006/main" noGrp="1"/>
          </p:cNvSpPr>
          <p:nvPr/>
        </p:nvSpPr>
        <p:spPr>
          <a:xfrm xmlns:a="http://schemas.openxmlformats.org/drawingml/2006/main">
            <a:off x="8940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48" name="capability_v1_s7_o48">
            <a:extLst xmlns:a="http://schemas.openxmlformats.org/drawingml/2006/main">
              <a:ext uri="{FF2B5EF4-FFF2-40B4-BE49-F238E27FC236}">
                <a16:creationId xmlns:a16="http://schemas.microsoft.com/office/drawing/2014/main" id="{A429DBA8-2731-4DA6-89AA-61B7057B6E5E}"/>
              </a:ext>
            </a:extLst>
          </p:cNvPr>
          <p:cNvSpPr>
            <a:spLocks xmlns:a="http://schemas.openxmlformats.org/drawingml/2006/main" noGrp="1"/>
          </p:cNvSpPr>
          <p:nvPr/>
        </p:nvSpPr>
        <p:spPr>
          <a:xfrm xmlns:a="http://schemas.openxmlformats.org/drawingml/2006/main">
            <a:off x="9144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49" name="capability_v1_s7_o49">
            <a:extLst xmlns:a="http://schemas.openxmlformats.org/drawingml/2006/main">
              <a:ext uri="{FF2B5EF4-FFF2-40B4-BE49-F238E27FC236}">
                <a16:creationId xmlns:a16="http://schemas.microsoft.com/office/drawing/2014/main" id="{9EF2E83F-18E6-4144-90DE-BD7BA5FC1355}"/>
              </a:ext>
            </a:extLst>
          </p:cNvPr>
          <p:cNvSpPr>
            <a:spLocks xmlns:a="http://schemas.openxmlformats.org/drawingml/2006/main" noGrp="1"/>
          </p:cNvSpPr>
          <p:nvPr/>
        </p:nvSpPr>
        <p:spPr>
          <a:xfrm xmlns:a="http://schemas.openxmlformats.org/drawingml/2006/main">
            <a:off x="9347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0" name="capability_v1_s7_o50">
            <a:extLst xmlns:a="http://schemas.openxmlformats.org/drawingml/2006/main">
              <a:ext uri="{FF2B5EF4-FFF2-40B4-BE49-F238E27FC236}">
                <a16:creationId xmlns:a16="http://schemas.microsoft.com/office/drawing/2014/main" id="{DD114675-D330-4F86-B399-43F8FB750EF9}"/>
              </a:ext>
            </a:extLst>
          </p:cNvPr>
          <p:cNvSpPr>
            <a:spLocks xmlns:a="http://schemas.openxmlformats.org/drawingml/2006/main" noGrp="1"/>
          </p:cNvSpPr>
          <p:nvPr/>
        </p:nvSpPr>
        <p:spPr>
          <a:xfrm xmlns:a="http://schemas.openxmlformats.org/drawingml/2006/main">
            <a:off x="9550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1" name="capability_v1_s7_o51">
            <a:extLst xmlns:a="http://schemas.openxmlformats.org/drawingml/2006/main">
              <a:ext uri="{FF2B5EF4-FFF2-40B4-BE49-F238E27FC236}">
                <a16:creationId xmlns:a16="http://schemas.microsoft.com/office/drawing/2014/main" id="{F391CA35-B1D2-47CD-9C74-AB2CCF6882A8}"/>
              </a:ext>
            </a:extLst>
          </p:cNvPr>
          <p:cNvSpPr>
            <a:spLocks xmlns:a="http://schemas.openxmlformats.org/drawingml/2006/main" noGrp="1"/>
          </p:cNvSpPr>
          <p:nvPr/>
        </p:nvSpPr>
        <p:spPr>
          <a:xfrm xmlns:a="http://schemas.openxmlformats.org/drawingml/2006/main">
            <a:off x="9753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2" name="capability_v1_s7_o52">
            <a:extLst xmlns:a="http://schemas.openxmlformats.org/drawingml/2006/main">
              <a:ext uri="{FF2B5EF4-FFF2-40B4-BE49-F238E27FC236}">
                <a16:creationId xmlns:a16="http://schemas.microsoft.com/office/drawing/2014/main" id="{CB6C4CB0-2C8F-4ED3-A355-CC2E62B02CB7}"/>
              </a:ext>
            </a:extLst>
          </p:cNvPr>
          <p:cNvSpPr>
            <a:spLocks xmlns:a="http://schemas.openxmlformats.org/drawingml/2006/main" noGrp="1"/>
          </p:cNvSpPr>
          <p:nvPr/>
        </p:nvSpPr>
        <p:spPr>
          <a:xfrm xmlns:a="http://schemas.openxmlformats.org/drawingml/2006/main">
            <a:off x="9956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3" name="capability_v1_s7_o53">
            <a:extLst xmlns:a="http://schemas.openxmlformats.org/drawingml/2006/main">
              <a:ext uri="{FF2B5EF4-FFF2-40B4-BE49-F238E27FC236}">
                <a16:creationId xmlns:a16="http://schemas.microsoft.com/office/drawing/2014/main" id="{0D10E705-8EEC-4CF4-92B8-12EB34CAD722}"/>
              </a:ext>
            </a:extLst>
          </p:cNvPr>
          <p:cNvSpPr>
            <a:spLocks xmlns:a="http://schemas.openxmlformats.org/drawingml/2006/main" noGrp="1"/>
          </p:cNvSpPr>
          <p:nvPr/>
        </p:nvSpPr>
        <p:spPr>
          <a:xfrm xmlns:a="http://schemas.openxmlformats.org/drawingml/2006/main">
            <a:off x="10160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4" name="capability_v1_s7_o54">
            <a:extLst xmlns:a="http://schemas.openxmlformats.org/drawingml/2006/main">
              <a:ext uri="{FF2B5EF4-FFF2-40B4-BE49-F238E27FC236}">
                <a16:creationId xmlns:a16="http://schemas.microsoft.com/office/drawing/2014/main" id="{B9E911AF-ACF2-44BA-ADBE-EE72838F2B80}"/>
              </a:ext>
            </a:extLst>
          </p:cNvPr>
          <p:cNvSpPr>
            <a:spLocks xmlns:a="http://schemas.openxmlformats.org/drawingml/2006/main" noGrp="1"/>
          </p:cNvSpPr>
          <p:nvPr/>
        </p:nvSpPr>
        <p:spPr>
          <a:xfrm xmlns:a="http://schemas.openxmlformats.org/drawingml/2006/main">
            <a:off x="10363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5" name="capability_v1_s7_o55">
            <a:extLst xmlns:a="http://schemas.openxmlformats.org/drawingml/2006/main">
              <a:ext uri="{FF2B5EF4-FFF2-40B4-BE49-F238E27FC236}">
                <a16:creationId xmlns:a16="http://schemas.microsoft.com/office/drawing/2014/main" id="{40DC54B6-A65F-4199-AFA1-039B878E6E02}"/>
              </a:ext>
            </a:extLst>
          </p:cNvPr>
          <p:cNvSpPr>
            <a:spLocks xmlns:a="http://schemas.openxmlformats.org/drawingml/2006/main" noGrp="1"/>
          </p:cNvSpPr>
          <p:nvPr/>
        </p:nvSpPr>
        <p:spPr>
          <a:xfrm xmlns:a="http://schemas.openxmlformats.org/drawingml/2006/main">
            <a:off x="10566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6" name="capability_v1_s7_o56">
            <a:extLst xmlns:a="http://schemas.openxmlformats.org/drawingml/2006/main">
              <a:ext uri="{FF2B5EF4-FFF2-40B4-BE49-F238E27FC236}">
                <a16:creationId xmlns:a16="http://schemas.microsoft.com/office/drawing/2014/main" id="{0C66C46A-2A8C-4B06-9F9B-0F2CDF548C9C}"/>
              </a:ext>
            </a:extLst>
          </p:cNvPr>
          <p:cNvSpPr>
            <a:spLocks xmlns:a="http://schemas.openxmlformats.org/drawingml/2006/main" noGrp="1"/>
          </p:cNvSpPr>
          <p:nvPr/>
        </p:nvSpPr>
        <p:spPr>
          <a:xfrm xmlns:a="http://schemas.openxmlformats.org/drawingml/2006/main">
            <a:off x="10769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57" name="capability_v1_s7_o57">
            <a:extLst xmlns:a="http://schemas.openxmlformats.org/drawingml/2006/main">
              <a:ext uri="{FF2B5EF4-FFF2-40B4-BE49-F238E27FC236}">
                <a16:creationId xmlns:a16="http://schemas.microsoft.com/office/drawing/2014/main" id="{1BD5248B-8F53-400B-B826-926104205B22}"/>
              </a:ext>
            </a:extLst>
          </p:cNvPr>
          <p:cNvSpPr>
            <a:spLocks xmlns:a="http://schemas.openxmlformats.org/drawingml/2006/main" noGrp="1"/>
          </p:cNvSpPr>
          <p:nvPr/>
        </p:nvSpPr>
        <p:spPr>
          <a:xfrm xmlns:a="http://schemas.openxmlformats.org/drawingml/2006/main">
            <a:off x="10972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8" name="capability_v1_s7_o58">
            <a:extLst xmlns:a="http://schemas.openxmlformats.org/drawingml/2006/main">
              <a:ext uri="{FF2B5EF4-FFF2-40B4-BE49-F238E27FC236}">
                <a16:creationId xmlns:a16="http://schemas.microsoft.com/office/drawing/2014/main" id="{8FDFFC0B-5275-4F02-87B3-E4733323D07C}"/>
              </a:ext>
            </a:extLst>
          </p:cNvPr>
          <p:cNvSpPr>
            <a:spLocks xmlns:a="http://schemas.openxmlformats.org/drawingml/2006/main" noGrp="1"/>
          </p:cNvSpPr>
          <p:nvPr/>
        </p:nvSpPr>
        <p:spPr>
          <a:xfrm xmlns:a="http://schemas.openxmlformats.org/drawingml/2006/main">
            <a:off x="111760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59" name="capability_v1_s7_o59">
            <a:extLst xmlns:a="http://schemas.openxmlformats.org/drawingml/2006/main">
              <a:ext uri="{FF2B5EF4-FFF2-40B4-BE49-F238E27FC236}">
                <a16:creationId xmlns:a16="http://schemas.microsoft.com/office/drawing/2014/main" id="{D7DD2456-1735-41C0-917E-9D755511A9B6}"/>
              </a:ext>
            </a:extLst>
          </p:cNvPr>
          <p:cNvSpPr>
            <a:spLocks xmlns:a="http://schemas.openxmlformats.org/drawingml/2006/main" noGrp="1"/>
          </p:cNvSpPr>
          <p:nvPr/>
        </p:nvSpPr>
        <p:spPr>
          <a:xfrm xmlns:a="http://schemas.openxmlformats.org/drawingml/2006/main">
            <a:off x="113792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0" name="capability_v1_s7_o60">
            <a:extLst xmlns:a="http://schemas.openxmlformats.org/drawingml/2006/main">
              <a:ext uri="{FF2B5EF4-FFF2-40B4-BE49-F238E27FC236}">
                <a16:creationId xmlns:a16="http://schemas.microsoft.com/office/drawing/2014/main" id="{4A3E8086-B2BE-4E44-9881-B1904C6DD620}"/>
              </a:ext>
            </a:extLst>
          </p:cNvPr>
          <p:cNvSpPr>
            <a:spLocks xmlns:a="http://schemas.openxmlformats.org/drawingml/2006/main" noGrp="1"/>
          </p:cNvSpPr>
          <p:nvPr/>
        </p:nvSpPr>
        <p:spPr>
          <a:xfrm xmlns:a="http://schemas.openxmlformats.org/drawingml/2006/main">
            <a:off x="115824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18000"/>
              </a:srgbClr>
            </a:solidFill>
            <a:prstDash val="solid"/>
          </a:ln>
        </p:spPr>
      </p:sp>
      <p:sp>
        <p:nvSpPr>
          <p:cNvPr id="61" name="capability_v1_s7_o61">
            <a:extLst xmlns:a="http://schemas.openxmlformats.org/drawingml/2006/main">
              <a:ext uri="{FF2B5EF4-FFF2-40B4-BE49-F238E27FC236}">
                <a16:creationId xmlns:a16="http://schemas.microsoft.com/office/drawing/2014/main" id="{10A95CFE-F05E-47D5-B285-5358B2C06D66}"/>
              </a:ext>
            </a:extLst>
          </p:cNvPr>
          <p:cNvSpPr>
            <a:spLocks xmlns:a="http://schemas.openxmlformats.org/drawingml/2006/main" noGrp="1"/>
          </p:cNvSpPr>
          <p:nvPr/>
        </p:nvSpPr>
        <p:spPr>
          <a:xfrm xmlns:a="http://schemas.openxmlformats.org/drawingml/2006/main">
            <a:off x="117856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2" name="capability_v1_s7_o62">
            <a:extLst xmlns:a="http://schemas.openxmlformats.org/drawingml/2006/main">
              <a:ext uri="{FF2B5EF4-FFF2-40B4-BE49-F238E27FC236}">
                <a16:creationId xmlns:a16="http://schemas.microsoft.com/office/drawing/2014/main" id="{C71B2DFB-3A5D-4E7C-A416-96C14C090C9C}"/>
              </a:ext>
            </a:extLst>
          </p:cNvPr>
          <p:cNvSpPr>
            <a:spLocks xmlns:a="http://schemas.openxmlformats.org/drawingml/2006/main" noGrp="1"/>
          </p:cNvSpPr>
          <p:nvPr/>
        </p:nvSpPr>
        <p:spPr>
          <a:xfrm xmlns:a="http://schemas.openxmlformats.org/drawingml/2006/main">
            <a:off x="11988800" y="1498600"/>
            <a:ext cx="95" cy="4673600"/>
          </a:xfrm>
          <a:custGeom xmlns:a="http://schemas.openxmlformats.org/drawingml/2006/main">
            <a:pathLst>
              <a:path w="95" h="4673600">
                <a:moveTo>
                  <a:pt x="0" y="0"/>
                </a:moveTo>
                <a:lnTo>
                  <a:pt x="0" y="4673600"/>
                </a:lnTo>
              </a:path>
            </a:pathLst>
          </a:custGeom>
          <a:noFill xmlns:a="http://schemas.openxmlformats.org/drawingml/2006/main"/>
          <a:ln xmlns:a="http://schemas.openxmlformats.org/drawingml/2006/main" w="5715">
            <a:solidFill>
              <a:srgbClr val="45A7FF">
                <a:alpha val="8000"/>
              </a:srgbClr>
            </a:solidFill>
            <a:prstDash val="solid"/>
          </a:ln>
        </p:spPr>
      </p:sp>
      <p:sp>
        <p:nvSpPr>
          <p:cNvPr id="63" name="capability_v1_s7_o63">
            <a:extLst xmlns:a="http://schemas.openxmlformats.org/drawingml/2006/main">
              <a:ext uri="{FF2B5EF4-FFF2-40B4-BE49-F238E27FC236}">
                <a16:creationId xmlns:a16="http://schemas.microsoft.com/office/drawing/2014/main" id="{AA274786-7CAB-466A-B04E-BD8CDE538031}"/>
              </a:ext>
            </a:extLst>
          </p:cNvPr>
          <p:cNvSpPr>
            <a:spLocks xmlns:a="http://schemas.openxmlformats.org/drawingml/2006/main" noGrp="1"/>
          </p:cNvSpPr>
          <p:nvPr/>
        </p:nvSpPr>
        <p:spPr>
          <a:xfrm xmlns:a="http://schemas.openxmlformats.org/drawingml/2006/main">
            <a:off x="203200" y="1498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64" name="capability_v1_s7_o64">
            <a:extLst xmlns:a="http://schemas.openxmlformats.org/drawingml/2006/main">
              <a:ext uri="{FF2B5EF4-FFF2-40B4-BE49-F238E27FC236}">
                <a16:creationId xmlns:a16="http://schemas.microsoft.com/office/drawing/2014/main" id="{5C025A19-356D-42C5-8684-4F88F2CBEFB1}"/>
              </a:ext>
            </a:extLst>
          </p:cNvPr>
          <p:cNvSpPr>
            <a:spLocks xmlns:a="http://schemas.openxmlformats.org/drawingml/2006/main" noGrp="1"/>
          </p:cNvSpPr>
          <p:nvPr/>
        </p:nvSpPr>
        <p:spPr>
          <a:xfrm xmlns:a="http://schemas.openxmlformats.org/drawingml/2006/main">
            <a:off x="203200" y="1701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5" name="capability_v1_s7_o65">
            <a:extLst xmlns:a="http://schemas.openxmlformats.org/drawingml/2006/main">
              <a:ext uri="{FF2B5EF4-FFF2-40B4-BE49-F238E27FC236}">
                <a16:creationId xmlns:a16="http://schemas.microsoft.com/office/drawing/2014/main" id="{7F84C74C-7F10-4D1B-B4B7-23499F8C21AB}"/>
              </a:ext>
            </a:extLst>
          </p:cNvPr>
          <p:cNvSpPr>
            <a:spLocks xmlns:a="http://schemas.openxmlformats.org/drawingml/2006/main" noGrp="1"/>
          </p:cNvSpPr>
          <p:nvPr/>
        </p:nvSpPr>
        <p:spPr>
          <a:xfrm xmlns:a="http://schemas.openxmlformats.org/drawingml/2006/main">
            <a:off x="203200" y="1905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6" name="capability_v1_s7_o66">
            <a:extLst xmlns:a="http://schemas.openxmlformats.org/drawingml/2006/main">
              <a:ext uri="{FF2B5EF4-FFF2-40B4-BE49-F238E27FC236}">
                <a16:creationId xmlns:a16="http://schemas.microsoft.com/office/drawing/2014/main" id="{27A05423-3238-4DCB-9145-FF98A98A4334}"/>
              </a:ext>
            </a:extLst>
          </p:cNvPr>
          <p:cNvSpPr>
            <a:spLocks xmlns:a="http://schemas.openxmlformats.org/drawingml/2006/main" noGrp="1"/>
          </p:cNvSpPr>
          <p:nvPr/>
        </p:nvSpPr>
        <p:spPr>
          <a:xfrm xmlns:a="http://schemas.openxmlformats.org/drawingml/2006/main">
            <a:off x="203200" y="2108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7" name="capability_v1_s7_o67">
            <a:extLst xmlns:a="http://schemas.openxmlformats.org/drawingml/2006/main">
              <a:ext uri="{FF2B5EF4-FFF2-40B4-BE49-F238E27FC236}">
                <a16:creationId xmlns:a16="http://schemas.microsoft.com/office/drawing/2014/main" id="{2F49B346-53C4-44F9-9F8B-BA45DE1FACDB}"/>
              </a:ext>
            </a:extLst>
          </p:cNvPr>
          <p:cNvSpPr>
            <a:spLocks xmlns:a="http://schemas.openxmlformats.org/drawingml/2006/main" noGrp="1"/>
          </p:cNvSpPr>
          <p:nvPr/>
        </p:nvSpPr>
        <p:spPr>
          <a:xfrm xmlns:a="http://schemas.openxmlformats.org/drawingml/2006/main">
            <a:off x="203200" y="2311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68" name="capability_v1_s7_o68">
            <a:extLst xmlns:a="http://schemas.openxmlformats.org/drawingml/2006/main">
              <a:ext uri="{FF2B5EF4-FFF2-40B4-BE49-F238E27FC236}">
                <a16:creationId xmlns:a16="http://schemas.microsoft.com/office/drawing/2014/main" id="{0EC52183-2043-448E-B23B-009F37AA18FF}"/>
              </a:ext>
            </a:extLst>
          </p:cNvPr>
          <p:cNvSpPr>
            <a:spLocks xmlns:a="http://schemas.openxmlformats.org/drawingml/2006/main" noGrp="1"/>
          </p:cNvSpPr>
          <p:nvPr/>
        </p:nvSpPr>
        <p:spPr>
          <a:xfrm xmlns:a="http://schemas.openxmlformats.org/drawingml/2006/main">
            <a:off x="203200" y="2514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69" name="capability_v1_s7_o69">
            <a:extLst xmlns:a="http://schemas.openxmlformats.org/drawingml/2006/main">
              <a:ext uri="{FF2B5EF4-FFF2-40B4-BE49-F238E27FC236}">
                <a16:creationId xmlns:a16="http://schemas.microsoft.com/office/drawing/2014/main" id="{2C52B90A-9967-49FC-8381-6DBB6513DBC9}"/>
              </a:ext>
            </a:extLst>
          </p:cNvPr>
          <p:cNvSpPr>
            <a:spLocks xmlns:a="http://schemas.openxmlformats.org/drawingml/2006/main" noGrp="1"/>
          </p:cNvSpPr>
          <p:nvPr/>
        </p:nvSpPr>
        <p:spPr>
          <a:xfrm xmlns:a="http://schemas.openxmlformats.org/drawingml/2006/main">
            <a:off x="203200" y="2717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0" name="capability_v1_s7_o70">
            <a:extLst xmlns:a="http://schemas.openxmlformats.org/drawingml/2006/main">
              <a:ext uri="{FF2B5EF4-FFF2-40B4-BE49-F238E27FC236}">
                <a16:creationId xmlns:a16="http://schemas.microsoft.com/office/drawing/2014/main" id="{B9C7A95F-856D-4B1C-80E8-245ADD2FD70C}"/>
              </a:ext>
            </a:extLst>
          </p:cNvPr>
          <p:cNvSpPr>
            <a:spLocks xmlns:a="http://schemas.openxmlformats.org/drawingml/2006/main" noGrp="1"/>
          </p:cNvSpPr>
          <p:nvPr/>
        </p:nvSpPr>
        <p:spPr>
          <a:xfrm xmlns:a="http://schemas.openxmlformats.org/drawingml/2006/main">
            <a:off x="203200" y="2921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1" name="capability_v1_s7_o71">
            <a:extLst xmlns:a="http://schemas.openxmlformats.org/drawingml/2006/main">
              <a:ext uri="{FF2B5EF4-FFF2-40B4-BE49-F238E27FC236}">
                <a16:creationId xmlns:a16="http://schemas.microsoft.com/office/drawing/2014/main" id="{3B3CE0C3-2645-4BC1-9435-92D53EBABF35}"/>
              </a:ext>
            </a:extLst>
          </p:cNvPr>
          <p:cNvSpPr>
            <a:spLocks xmlns:a="http://schemas.openxmlformats.org/drawingml/2006/main" noGrp="1"/>
          </p:cNvSpPr>
          <p:nvPr/>
        </p:nvSpPr>
        <p:spPr>
          <a:xfrm xmlns:a="http://schemas.openxmlformats.org/drawingml/2006/main">
            <a:off x="203200" y="3124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72" name="capability_v1_s7_o72">
            <a:extLst xmlns:a="http://schemas.openxmlformats.org/drawingml/2006/main">
              <a:ext uri="{FF2B5EF4-FFF2-40B4-BE49-F238E27FC236}">
                <a16:creationId xmlns:a16="http://schemas.microsoft.com/office/drawing/2014/main" id="{E7E8C5C9-E20C-4950-9CE7-EA717D02177C}"/>
              </a:ext>
            </a:extLst>
          </p:cNvPr>
          <p:cNvSpPr>
            <a:spLocks xmlns:a="http://schemas.openxmlformats.org/drawingml/2006/main" noGrp="1"/>
          </p:cNvSpPr>
          <p:nvPr/>
        </p:nvSpPr>
        <p:spPr>
          <a:xfrm xmlns:a="http://schemas.openxmlformats.org/drawingml/2006/main">
            <a:off x="203200" y="3327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3" name="capability_v1_s7_o73">
            <a:extLst xmlns:a="http://schemas.openxmlformats.org/drawingml/2006/main">
              <a:ext uri="{FF2B5EF4-FFF2-40B4-BE49-F238E27FC236}">
                <a16:creationId xmlns:a16="http://schemas.microsoft.com/office/drawing/2014/main" id="{550CB09D-D4C9-4FBD-84AD-CF8BE8BC9BD7}"/>
              </a:ext>
            </a:extLst>
          </p:cNvPr>
          <p:cNvSpPr>
            <a:spLocks xmlns:a="http://schemas.openxmlformats.org/drawingml/2006/main" noGrp="1"/>
          </p:cNvSpPr>
          <p:nvPr/>
        </p:nvSpPr>
        <p:spPr>
          <a:xfrm xmlns:a="http://schemas.openxmlformats.org/drawingml/2006/main">
            <a:off x="203200" y="3530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4" name="capability_v1_s7_o74">
            <a:extLst xmlns:a="http://schemas.openxmlformats.org/drawingml/2006/main">
              <a:ext uri="{FF2B5EF4-FFF2-40B4-BE49-F238E27FC236}">
                <a16:creationId xmlns:a16="http://schemas.microsoft.com/office/drawing/2014/main" id="{AB46E296-6E61-463C-BFBA-D8DFB25834A3}"/>
              </a:ext>
            </a:extLst>
          </p:cNvPr>
          <p:cNvSpPr>
            <a:spLocks xmlns:a="http://schemas.openxmlformats.org/drawingml/2006/main" noGrp="1"/>
          </p:cNvSpPr>
          <p:nvPr/>
        </p:nvSpPr>
        <p:spPr>
          <a:xfrm xmlns:a="http://schemas.openxmlformats.org/drawingml/2006/main">
            <a:off x="203200" y="3733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5" name="capability_v1_s7_o75">
            <a:extLst xmlns:a="http://schemas.openxmlformats.org/drawingml/2006/main">
              <a:ext uri="{FF2B5EF4-FFF2-40B4-BE49-F238E27FC236}">
                <a16:creationId xmlns:a16="http://schemas.microsoft.com/office/drawing/2014/main" id="{390A9FE4-1074-4372-8670-AB87EF0C3D7A}"/>
              </a:ext>
            </a:extLst>
          </p:cNvPr>
          <p:cNvSpPr>
            <a:spLocks xmlns:a="http://schemas.openxmlformats.org/drawingml/2006/main" noGrp="1"/>
          </p:cNvSpPr>
          <p:nvPr/>
        </p:nvSpPr>
        <p:spPr>
          <a:xfrm xmlns:a="http://schemas.openxmlformats.org/drawingml/2006/main">
            <a:off x="203200" y="3937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76" name="capability_v1_s7_o76">
            <a:extLst xmlns:a="http://schemas.openxmlformats.org/drawingml/2006/main">
              <a:ext uri="{FF2B5EF4-FFF2-40B4-BE49-F238E27FC236}">
                <a16:creationId xmlns:a16="http://schemas.microsoft.com/office/drawing/2014/main" id="{F07565A6-0FD7-4A2A-BED1-866E7A672696}"/>
              </a:ext>
            </a:extLst>
          </p:cNvPr>
          <p:cNvSpPr>
            <a:spLocks xmlns:a="http://schemas.openxmlformats.org/drawingml/2006/main" noGrp="1"/>
          </p:cNvSpPr>
          <p:nvPr/>
        </p:nvSpPr>
        <p:spPr>
          <a:xfrm xmlns:a="http://schemas.openxmlformats.org/drawingml/2006/main">
            <a:off x="203200" y="4140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7" name="capability_v1_s7_o77">
            <a:extLst xmlns:a="http://schemas.openxmlformats.org/drawingml/2006/main">
              <a:ext uri="{FF2B5EF4-FFF2-40B4-BE49-F238E27FC236}">
                <a16:creationId xmlns:a16="http://schemas.microsoft.com/office/drawing/2014/main" id="{8A2DB9E9-E93E-4114-BB83-5E8CDCF1F6A4}"/>
              </a:ext>
            </a:extLst>
          </p:cNvPr>
          <p:cNvSpPr>
            <a:spLocks xmlns:a="http://schemas.openxmlformats.org/drawingml/2006/main" noGrp="1"/>
          </p:cNvSpPr>
          <p:nvPr/>
        </p:nvSpPr>
        <p:spPr>
          <a:xfrm xmlns:a="http://schemas.openxmlformats.org/drawingml/2006/main">
            <a:off x="203200" y="4343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8" name="capability_v1_s7_o78">
            <a:extLst xmlns:a="http://schemas.openxmlformats.org/drawingml/2006/main">
              <a:ext uri="{FF2B5EF4-FFF2-40B4-BE49-F238E27FC236}">
                <a16:creationId xmlns:a16="http://schemas.microsoft.com/office/drawing/2014/main" id="{374938C3-9239-4E54-8680-D656BA716AFC}"/>
              </a:ext>
            </a:extLst>
          </p:cNvPr>
          <p:cNvSpPr>
            <a:spLocks xmlns:a="http://schemas.openxmlformats.org/drawingml/2006/main" noGrp="1"/>
          </p:cNvSpPr>
          <p:nvPr/>
        </p:nvSpPr>
        <p:spPr>
          <a:xfrm xmlns:a="http://schemas.openxmlformats.org/drawingml/2006/main">
            <a:off x="203200" y="4546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79" name="capability_v1_s7_o79">
            <a:extLst xmlns:a="http://schemas.openxmlformats.org/drawingml/2006/main">
              <a:ext uri="{FF2B5EF4-FFF2-40B4-BE49-F238E27FC236}">
                <a16:creationId xmlns:a16="http://schemas.microsoft.com/office/drawing/2014/main" id="{687EFEBD-092A-4287-9E2D-365EB59280B6}"/>
              </a:ext>
            </a:extLst>
          </p:cNvPr>
          <p:cNvSpPr>
            <a:spLocks xmlns:a="http://schemas.openxmlformats.org/drawingml/2006/main" noGrp="1"/>
          </p:cNvSpPr>
          <p:nvPr/>
        </p:nvSpPr>
        <p:spPr>
          <a:xfrm xmlns:a="http://schemas.openxmlformats.org/drawingml/2006/main">
            <a:off x="203200" y="4749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80" name="capability_v1_s7_o80">
            <a:extLst xmlns:a="http://schemas.openxmlformats.org/drawingml/2006/main">
              <a:ext uri="{FF2B5EF4-FFF2-40B4-BE49-F238E27FC236}">
                <a16:creationId xmlns:a16="http://schemas.microsoft.com/office/drawing/2014/main" id="{ED7D27DB-3025-492C-917E-F4B608145E55}"/>
              </a:ext>
            </a:extLst>
          </p:cNvPr>
          <p:cNvSpPr>
            <a:spLocks xmlns:a="http://schemas.openxmlformats.org/drawingml/2006/main" noGrp="1"/>
          </p:cNvSpPr>
          <p:nvPr/>
        </p:nvSpPr>
        <p:spPr>
          <a:xfrm xmlns:a="http://schemas.openxmlformats.org/drawingml/2006/main">
            <a:off x="203200" y="4953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1" name="capability_v1_s7_o81">
            <a:extLst xmlns:a="http://schemas.openxmlformats.org/drawingml/2006/main">
              <a:ext uri="{FF2B5EF4-FFF2-40B4-BE49-F238E27FC236}">
                <a16:creationId xmlns:a16="http://schemas.microsoft.com/office/drawing/2014/main" id="{AFB2EB13-8DF8-4F2C-92B6-D10A9FD46BB5}"/>
              </a:ext>
            </a:extLst>
          </p:cNvPr>
          <p:cNvSpPr>
            <a:spLocks xmlns:a="http://schemas.openxmlformats.org/drawingml/2006/main" noGrp="1"/>
          </p:cNvSpPr>
          <p:nvPr/>
        </p:nvSpPr>
        <p:spPr>
          <a:xfrm xmlns:a="http://schemas.openxmlformats.org/drawingml/2006/main">
            <a:off x="203200" y="5156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2" name="capability_v1_s7_o82">
            <a:extLst xmlns:a="http://schemas.openxmlformats.org/drawingml/2006/main">
              <a:ext uri="{FF2B5EF4-FFF2-40B4-BE49-F238E27FC236}">
                <a16:creationId xmlns:a16="http://schemas.microsoft.com/office/drawing/2014/main" id="{103D051D-C167-4DC3-A6C3-45AD9781F305}"/>
              </a:ext>
            </a:extLst>
          </p:cNvPr>
          <p:cNvSpPr>
            <a:spLocks xmlns:a="http://schemas.openxmlformats.org/drawingml/2006/main" noGrp="1"/>
          </p:cNvSpPr>
          <p:nvPr/>
        </p:nvSpPr>
        <p:spPr>
          <a:xfrm xmlns:a="http://schemas.openxmlformats.org/drawingml/2006/main">
            <a:off x="203200" y="53594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3" name="capability_v1_s7_o83">
            <a:extLst xmlns:a="http://schemas.openxmlformats.org/drawingml/2006/main">
              <a:ext uri="{FF2B5EF4-FFF2-40B4-BE49-F238E27FC236}">
                <a16:creationId xmlns:a16="http://schemas.microsoft.com/office/drawing/2014/main" id="{5E99F045-FBF5-4A43-8603-ED9D8A6A2E95}"/>
              </a:ext>
            </a:extLst>
          </p:cNvPr>
          <p:cNvSpPr>
            <a:spLocks xmlns:a="http://schemas.openxmlformats.org/drawingml/2006/main" noGrp="1"/>
          </p:cNvSpPr>
          <p:nvPr/>
        </p:nvSpPr>
        <p:spPr>
          <a:xfrm xmlns:a="http://schemas.openxmlformats.org/drawingml/2006/main">
            <a:off x="203200" y="55626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18000"/>
              </a:srgbClr>
            </a:solidFill>
            <a:prstDash val="solid"/>
          </a:ln>
        </p:spPr>
      </p:sp>
      <p:sp>
        <p:nvSpPr>
          <p:cNvPr id="84" name="capability_v1_s7_o84">
            <a:extLst xmlns:a="http://schemas.openxmlformats.org/drawingml/2006/main">
              <a:ext uri="{FF2B5EF4-FFF2-40B4-BE49-F238E27FC236}">
                <a16:creationId xmlns:a16="http://schemas.microsoft.com/office/drawing/2014/main" id="{362F00D3-777C-4C37-BC4D-DDAF53326D8D}"/>
              </a:ext>
            </a:extLst>
          </p:cNvPr>
          <p:cNvSpPr>
            <a:spLocks xmlns:a="http://schemas.openxmlformats.org/drawingml/2006/main" noGrp="1"/>
          </p:cNvSpPr>
          <p:nvPr/>
        </p:nvSpPr>
        <p:spPr>
          <a:xfrm xmlns:a="http://schemas.openxmlformats.org/drawingml/2006/main">
            <a:off x="203200" y="57658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5" name="capability_v1_s7_o85">
            <a:extLst xmlns:a="http://schemas.openxmlformats.org/drawingml/2006/main">
              <a:ext uri="{FF2B5EF4-FFF2-40B4-BE49-F238E27FC236}">
                <a16:creationId xmlns:a16="http://schemas.microsoft.com/office/drawing/2014/main" id="{E370DBA1-D1E1-4A4E-A139-478860E180EF}"/>
              </a:ext>
            </a:extLst>
          </p:cNvPr>
          <p:cNvSpPr>
            <a:spLocks xmlns:a="http://schemas.openxmlformats.org/drawingml/2006/main" noGrp="1"/>
          </p:cNvSpPr>
          <p:nvPr/>
        </p:nvSpPr>
        <p:spPr>
          <a:xfrm xmlns:a="http://schemas.openxmlformats.org/drawingml/2006/main">
            <a:off x="203200" y="59690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6" name="capability_v1_s7_o86">
            <a:extLst xmlns:a="http://schemas.openxmlformats.org/drawingml/2006/main">
              <a:ext uri="{FF2B5EF4-FFF2-40B4-BE49-F238E27FC236}">
                <a16:creationId xmlns:a16="http://schemas.microsoft.com/office/drawing/2014/main" id="{5E1863DC-B952-4010-B4EB-50000A1643B8}"/>
              </a:ext>
            </a:extLst>
          </p:cNvPr>
          <p:cNvSpPr>
            <a:spLocks xmlns:a="http://schemas.openxmlformats.org/drawingml/2006/main" noGrp="1"/>
          </p:cNvSpPr>
          <p:nvPr/>
        </p:nvSpPr>
        <p:spPr>
          <a:xfrm xmlns:a="http://schemas.openxmlformats.org/drawingml/2006/main">
            <a:off x="203200" y="6172200"/>
            <a:ext cx="11785600" cy="95"/>
          </a:xfrm>
          <a:custGeom xmlns:a="http://schemas.openxmlformats.org/drawingml/2006/main">
            <a:pathLst>
              <a:path w="11785600" h="95">
                <a:moveTo>
                  <a:pt x="0" y="0"/>
                </a:moveTo>
                <a:lnTo>
                  <a:pt x="11785600" y="0"/>
                </a:lnTo>
              </a:path>
            </a:pathLst>
          </a:custGeom>
          <a:noFill xmlns:a="http://schemas.openxmlformats.org/drawingml/2006/main"/>
          <a:ln xmlns:a="http://schemas.openxmlformats.org/drawingml/2006/main" w="5715">
            <a:solidFill>
              <a:srgbClr val="45A7FF">
                <a:alpha val="8000"/>
              </a:srgbClr>
            </a:solidFill>
            <a:prstDash val="solid"/>
          </a:ln>
        </p:spPr>
      </p:sp>
      <p:sp>
        <p:nvSpPr>
          <p:cNvPr id="87" name="capability_v1_s7_o87">
            <a:extLst xmlns:a="http://schemas.openxmlformats.org/drawingml/2006/main">
              <a:ext uri="{FF2B5EF4-FFF2-40B4-BE49-F238E27FC236}">
                <a16:creationId xmlns:a16="http://schemas.microsoft.com/office/drawing/2014/main" id="{16FF989E-348F-40E4-9FCF-B59F760D3C30}"/>
              </a:ext>
            </a:extLst>
          </p:cNvPr>
          <p:cNvSpPr>
            <a:spLocks xmlns:a="http://schemas.openxmlformats.org/drawingml/2006/main" noGrp="1"/>
          </p:cNvSpPr>
          <p:nvPr/>
        </p:nvSpPr>
        <p:spPr>
          <a:xfrm xmlns:a="http://schemas.openxmlformats.org/drawingml/2006/main">
            <a:off x="355600" y="1574800"/>
            <a:ext cx="11480800" cy="3975100"/>
          </a:xfrm>
          <a:prstGeom xmlns:a="http://schemas.openxmlformats.org/drawingml/2006/main" prst="rect">
            <a:avLst/>
          </a:prstGeom>
          <a:noFill xmlns:a="http://schemas.openxmlformats.org/drawingml/2006/main"/>
          <a:ln xmlns:a="http://schemas.openxmlformats.org/drawingml/2006/main" w="13970">
            <a:solidFill>
              <a:srgbClr val="45A7FF"/>
            </a:solidFill>
          </a:ln>
        </p:spPr>
      </p:sp>
      <p:sp>
        <p:nvSpPr>
          <p:cNvPr id="88" name="capability_v1_s7_o88">
            <a:extLst xmlns:a="http://schemas.openxmlformats.org/drawingml/2006/main">
              <a:ext uri="{FF2B5EF4-FFF2-40B4-BE49-F238E27FC236}">
                <a16:creationId xmlns:a16="http://schemas.microsoft.com/office/drawing/2014/main" id="{0A6674A8-395A-49F9-A058-8DC94F758C39}"/>
              </a:ext>
            </a:extLst>
          </p:cNvPr>
          <p:cNvSpPr>
            <a:spLocks xmlns:a="http://schemas.openxmlformats.org/drawingml/2006/main" noGrp="1"/>
          </p:cNvSpPr>
          <p:nvPr/>
        </p:nvSpPr>
        <p:spPr>
          <a:xfrm xmlns:a="http://schemas.openxmlformats.org/drawingml/2006/main">
            <a:off x="355600" y="1574800"/>
            <a:ext cx="11480800" cy="381000"/>
          </a:xfrm>
          <a:prstGeom xmlns:a="http://schemas.openxmlformats.org/drawingml/2006/main" prst="rect">
            <a:avLst/>
          </a:prstGeom>
          <a:solidFill xmlns:a="http://schemas.openxmlformats.org/drawingml/2006/main">
            <a:srgbClr val="07223B"/>
          </a:solidFill>
          <a:ln xmlns:a="http://schemas.openxmlformats.org/drawingml/2006/main" w="10160">
            <a:solidFill>
              <a:srgbClr val="45A7FF"/>
            </a:solidFill>
          </a:ln>
        </p:spPr>
      </p:sp>
      <p:sp>
        <p:nvSpPr>
          <p:cNvPr id="89" name="capability_v1_s7_o89">
            <a:extLst xmlns:a="http://schemas.openxmlformats.org/drawingml/2006/main">
              <a:ext uri="{FF2B5EF4-FFF2-40B4-BE49-F238E27FC236}">
                <a16:creationId xmlns:a16="http://schemas.microsoft.com/office/drawing/2014/main" id="{189B08F8-975E-4009-8386-BB637DBA1C7A}"/>
              </a:ext>
            </a:extLst>
          </p:cNvPr>
          <p:cNvSpPr>
            <a:spLocks xmlns:a="http://schemas.openxmlformats.org/drawingml/2006/main" noGrp="1"/>
          </p:cNvSpPr>
          <p:nvPr/>
        </p:nvSpPr>
        <p:spPr>
          <a:xfrm xmlns:a="http://schemas.openxmlformats.org/drawingml/2006/main">
            <a:off x="457200" y="1625600"/>
            <a:ext cx="241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1">
                <a:solidFill>
                  <a:srgbClr val="45A7FF"/>
                </a:solidFill>
                <a:latin typeface="Arial"/>
                <a:ea typeface="Arial"/>
                <a:cs typeface="Arial"/>
              </a:defRPr>
            </a:defPPr>
          </a:lstStyle>
          <a:p xmlns:a="http://schemas.openxmlformats.org/drawingml/2006/main">
            <a:pPr algn="l">
              <a:lnSpc>
                <a:spcPct val="108000"/>
              </a:lnSpc>
              <a:buNone/>
              <a:defRPr sz="1300" b="1">
                <a:solidFill>
                  <a:srgbClr val="45A7FF"/>
                </a:solidFill>
                <a:latin typeface="Arial"/>
                <a:ea typeface="Arial"/>
                <a:cs typeface="Arial"/>
              </a:defRPr>
            </a:pPr>
            <a:r>
              <a:rPr sz="1300" b="1">
                <a:solidFill>
                  <a:srgbClr val="45A7FF"/>
                </a:solidFill>
                <a:latin typeface="Arial"/>
                <a:ea typeface="Arial"/>
                <a:cs typeface="Arial"/>
              </a:rPr>
              <a:t>Capability boundary</a:t>
            </a:r>
          </a:p>
        </p:txBody>
      </p:sp>
      <p:sp>
        <p:nvSpPr>
          <p:cNvPr id="90" name="capability_v1_s7_o90">
            <a:extLst xmlns:a="http://schemas.openxmlformats.org/drawingml/2006/main">
              <a:ext uri="{FF2B5EF4-FFF2-40B4-BE49-F238E27FC236}">
                <a16:creationId xmlns:a16="http://schemas.microsoft.com/office/drawing/2014/main" id="{0D75DD21-538E-4D9E-BE6E-8516F7DB3CBD}"/>
              </a:ext>
            </a:extLst>
          </p:cNvPr>
          <p:cNvSpPr>
            <a:spLocks xmlns:a="http://schemas.openxmlformats.org/drawingml/2006/main" noGrp="1"/>
          </p:cNvSpPr>
          <p:nvPr/>
        </p:nvSpPr>
        <p:spPr>
          <a:xfrm xmlns:a="http://schemas.openxmlformats.org/drawingml/2006/main">
            <a:off x="2819400" y="1651000"/>
            <a:ext cx="87630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F4F7FB"/>
                </a:solidFill>
                <a:latin typeface="Arial"/>
                <a:ea typeface="Arial"/>
                <a:cs typeface="Arial"/>
              </a:defRPr>
            </a:defPPr>
          </a:lstStyle>
          <a:p xmlns:a="http://schemas.openxmlformats.org/drawingml/2006/main">
            <a:pPr algn="l">
              <a:lnSpc>
                <a:spcPct val="108000"/>
              </a:lnSpc>
              <a:buNone/>
              <a:defRPr sz="1100" b="0">
                <a:solidFill>
                  <a:srgbClr val="F4F7FB"/>
                </a:solidFill>
                <a:latin typeface="Arial"/>
                <a:ea typeface="Arial"/>
                <a:cs typeface="Arial"/>
              </a:defRPr>
            </a:pPr>
            <a:r>
              <a:rPr sz="1100" b="0">
                <a:solidFill>
                  <a:srgbClr val="F4F7FB"/>
                </a:solidFill>
                <a:latin typeface="Arial"/>
                <a:ea typeface="Arial"/>
                <a:cs typeface="Arial"/>
              </a:rPr>
              <a:t>procedural-dungeon-governed-execution</a:t>
            </a:r>
          </a:p>
        </p:txBody>
      </p:sp>
      <p:sp>
        <p:nvSpPr>
          <p:cNvPr id="91" name="capability_v1_s7_o91">
            <a:extLst xmlns:a="http://schemas.openxmlformats.org/drawingml/2006/main">
              <a:ext uri="{FF2B5EF4-FFF2-40B4-BE49-F238E27FC236}">
                <a16:creationId xmlns:a16="http://schemas.microsoft.com/office/drawing/2014/main" id="{4CBF3D62-9754-428E-9153-0249D4A8AE48}"/>
              </a:ext>
            </a:extLst>
          </p:cNvPr>
          <p:cNvSpPr>
            <a:spLocks xmlns:a="http://schemas.openxmlformats.org/drawingml/2006/main" noGrp="1"/>
          </p:cNvSpPr>
          <p:nvPr/>
        </p:nvSpPr>
        <p:spPr>
          <a:xfrm xmlns:a="http://schemas.openxmlformats.org/drawingml/2006/main">
            <a:off x="355600" y="5892800"/>
            <a:ext cx="11480800" cy="292100"/>
          </a:xfrm>
          <a:prstGeom xmlns:a="http://schemas.openxmlformats.org/drawingml/2006/main" prst="rect">
            <a:avLst/>
          </a:prstGeom>
          <a:solidFill xmlns:a="http://schemas.openxmlformats.org/drawingml/2006/main">
            <a:srgbClr val="07223B"/>
          </a:solidFill>
          <a:ln xmlns:a="http://schemas.openxmlformats.org/drawingml/2006/main" w="10160">
            <a:solidFill>
              <a:srgbClr val="45A7FF"/>
            </a:solidFill>
          </a:ln>
        </p:spPr>
      </p:sp>
      <p:sp>
        <p:nvSpPr>
          <p:cNvPr id="92" name="capability_v1_s7_o92">
            <a:extLst xmlns:a="http://schemas.openxmlformats.org/drawingml/2006/main">
              <a:ext uri="{FF2B5EF4-FFF2-40B4-BE49-F238E27FC236}">
                <a16:creationId xmlns:a16="http://schemas.microsoft.com/office/drawing/2014/main" id="{F1E58281-8D6D-48B7-8A69-7C645E660406}"/>
              </a:ext>
            </a:extLst>
          </p:cNvPr>
          <p:cNvSpPr>
            <a:spLocks xmlns:a="http://schemas.openxmlformats.org/drawingml/2006/main" noGrp="1"/>
          </p:cNvSpPr>
          <p:nvPr/>
        </p:nvSpPr>
        <p:spPr>
          <a:xfrm xmlns:a="http://schemas.openxmlformats.org/drawingml/2006/main">
            <a:off x="457200" y="5918200"/>
            <a:ext cx="2921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1">
                <a:solidFill>
                  <a:srgbClr val="45A7FF"/>
                </a:solidFill>
                <a:latin typeface="Arial"/>
                <a:ea typeface="Arial"/>
                <a:cs typeface="Arial"/>
              </a:defRPr>
            </a:defPPr>
          </a:lstStyle>
          <a:p xmlns:a="http://schemas.openxmlformats.org/drawingml/2006/main">
            <a:pPr algn="l">
              <a:lnSpc>
                <a:spcPct val="108000"/>
              </a:lnSpc>
              <a:buNone/>
              <a:defRPr sz="1000" b="1">
                <a:solidFill>
                  <a:srgbClr val="45A7FF"/>
                </a:solidFill>
                <a:latin typeface="Arial"/>
                <a:ea typeface="Arial"/>
                <a:cs typeface="Arial"/>
              </a:defRPr>
            </a:pPr>
            <a:r>
              <a:rPr sz="1000" b="1">
                <a:solidFill>
                  <a:srgbClr val="45A7FF"/>
                </a:solidFill>
                <a:latin typeface="Arial"/>
                <a:ea typeface="Arial"/>
                <a:cs typeface="Arial"/>
              </a:rPr>
              <a:t>OBSERVATION / TELEMETRY</a:t>
            </a:r>
          </a:p>
        </p:txBody>
      </p:sp>
      <p:sp>
        <p:nvSpPr>
          <p:cNvPr id="93" name="capability_v1_s7_o93">
            <a:extLst xmlns:a="http://schemas.openxmlformats.org/drawingml/2006/main">
              <a:ext uri="{FF2B5EF4-FFF2-40B4-BE49-F238E27FC236}">
                <a16:creationId xmlns:a16="http://schemas.microsoft.com/office/drawing/2014/main" id="{F3FE63E7-5954-40E3-8EF8-2C396552D57B}"/>
              </a:ext>
            </a:extLst>
          </p:cNvPr>
          <p:cNvSpPr>
            <a:spLocks xmlns:a="http://schemas.openxmlformats.org/drawingml/2006/main" noGrp="1"/>
          </p:cNvSpPr>
          <p:nvPr/>
        </p:nvSpPr>
        <p:spPr>
          <a:xfrm xmlns:a="http://schemas.openxmlformats.org/drawingml/2006/main">
            <a:off x="3937000" y="5918200"/>
            <a:ext cx="7442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Unobserved · no invocation selected</a:t>
            </a:r>
          </a:p>
        </p:txBody>
      </p:sp>
      <p:sp>
        <p:nvSpPr>
          <p:cNvPr id="94" name="capability_v1_s7_o94">
            <a:extLst xmlns:a="http://schemas.openxmlformats.org/drawingml/2006/main">
              <a:ext uri="{FF2B5EF4-FFF2-40B4-BE49-F238E27FC236}">
                <a16:creationId xmlns:a16="http://schemas.microsoft.com/office/drawing/2014/main" id="{0DA5DF3C-E78D-4AB4-A456-B647AC9D16FA}"/>
              </a:ext>
            </a:extLst>
          </p:cNvPr>
          <p:cNvSpPr>
            <a:spLocks xmlns:a="http://schemas.openxmlformats.org/drawingml/2006/main" noGrp="1"/>
          </p:cNvSpPr>
          <p:nvPr/>
        </p:nvSpPr>
        <p:spPr>
          <a:xfrm xmlns:a="http://schemas.openxmlformats.org/drawingml/2006/main">
            <a:off x="431800" y="5651500"/>
            <a:ext cx="127000" cy="127000"/>
          </a:xfrm>
          <a:prstGeom xmlns:a="http://schemas.openxmlformats.org/drawingml/2006/main" prst="rect">
            <a:avLst/>
          </a:prstGeom>
          <a:noFill xmlns:a="http://schemas.openxmlformats.org/drawingml/2006/main"/>
          <a:ln xmlns:a="http://schemas.openxmlformats.org/drawingml/2006/main" w="12700">
            <a:solidFill>
              <a:srgbClr val="F6B94D"/>
            </a:solidFill>
          </a:ln>
        </p:spPr>
      </p:sp>
      <p:sp>
        <p:nvSpPr>
          <p:cNvPr id="95" name="capability_v1_s7_o95">
            <a:extLst xmlns:a="http://schemas.openxmlformats.org/drawingml/2006/main">
              <a:ext uri="{FF2B5EF4-FFF2-40B4-BE49-F238E27FC236}">
                <a16:creationId xmlns:a16="http://schemas.microsoft.com/office/drawing/2014/main" id="{9DB8FCAA-ED4D-4BC5-BB84-73406653B52B}"/>
              </a:ext>
            </a:extLst>
          </p:cNvPr>
          <p:cNvSpPr>
            <a:spLocks xmlns:a="http://schemas.openxmlformats.org/drawingml/2006/main" noGrp="1"/>
          </p:cNvSpPr>
          <p:nvPr/>
        </p:nvSpPr>
        <p:spPr>
          <a:xfrm xmlns:a="http://schemas.openxmlformats.org/drawingml/2006/main">
            <a:off x="6350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F6B94D"/>
                </a:solidFill>
                <a:latin typeface="Arial"/>
                <a:ea typeface="Arial"/>
                <a:cs typeface="Arial"/>
              </a:defRPr>
            </a:defPPr>
          </a:lstStyle>
          <a:p xmlns:a="http://schemas.openxmlformats.org/drawingml/2006/main">
            <a:pPr algn="l">
              <a:lnSpc>
                <a:spcPct val="108000"/>
              </a:lnSpc>
              <a:buNone/>
              <a:defRPr sz="900" b="0">
                <a:solidFill>
                  <a:srgbClr val="F6B94D"/>
                </a:solidFill>
                <a:latin typeface="Arial"/>
                <a:ea typeface="Arial"/>
                <a:cs typeface="Arial"/>
              </a:defRPr>
            </a:pPr>
            <a:r>
              <a:rPr sz="900" b="0">
                <a:solidFill>
                  <a:srgbClr val="F6B94D"/>
                </a:solidFill>
                <a:latin typeface="Arial"/>
                <a:ea typeface="Arial"/>
                <a:cs typeface="Arial"/>
              </a:rPr>
              <a:t>INPUT</a:t>
            </a:r>
          </a:p>
        </p:txBody>
      </p:sp>
      <p:sp>
        <p:nvSpPr>
          <p:cNvPr id="96" name="capability_v1_s7_o96">
            <a:extLst xmlns:a="http://schemas.openxmlformats.org/drawingml/2006/main">
              <a:ext uri="{FF2B5EF4-FFF2-40B4-BE49-F238E27FC236}">
                <a16:creationId xmlns:a16="http://schemas.microsoft.com/office/drawing/2014/main" id="{6752DEC1-4552-4925-BCA1-20F06AF3D21E}"/>
              </a:ext>
            </a:extLst>
          </p:cNvPr>
          <p:cNvSpPr>
            <a:spLocks xmlns:a="http://schemas.openxmlformats.org/drawingml/2006/main" noGrp="1"/>
          </p:cNvSpPr>
          <p:nvPr/>
        </p:nvSpPr>
        <p:spPr>
          <a:xfrm xmlns:a="http://schemas.openxmlformats.org/drawingml/2006/main">
            <a:off x="2146300" y="5651500"/>
            <a:ext cx="127000" cy="127000"/>
          </a:xfrm>
          <a:prstGeom xmlns:a="http://schemas.openxmlformats.org/drawingml/2006/main" prst="rect">
            <a:avLst/>
          </a:prstGeom>
          <a:noFill xmlns:a="http://schemas.openxmlformats.org/drawingml/2006/main"/>
          <a:ln xmlns:a="http://schemas.openxmlformats.org/drawingml/2006/main" w="12700">
            <a:solidFill>
              <a:srgbClr val="45A7FF"/>
            </a:solidFill>
          </a:ln>
        </p:spPr>
      </p:sp>
      <p:sp>
        <p:nvSpPr>
          <p:cNvPr id="97" name="capability_v1_s7_o97">
            <a:extLst xmlns:a="http://schemas.openxmlformats.org/drawingml/2006/main">
              <a:ext uri="{FF2B5EF4-FFF2-40B4-BE49-F238E27FC236}">
                <a16:creationId xmlns:a16="http://schemas.microsoft.com/office/drawing/2014/main" id="{488584F7-DAC5-4083-A19F-95EFA275DFE2}"/>
              </a:ext>
            </a:extLst>
          </p:cNvPr>
          <p:cNvSpPr>
            <a:spLocks xmlns:a="http://schemas.openxmlformats.org/drawingml/2006/main" noGrp="1"/>
          </p:cNvSpPr>
          <p:nvPr/>
        </p:nvSpPr>
        <p:spPr>
          <a:xfrm xmlns:a="http://schemas.openxmlformats.org/drawingml/2006/main">
            <a:off x="23495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45A7FF"/>
                </a:solidFill>
                <a:latin typeface="Arial"/>
                <a:ea typeface="Arial"/>
                <a:cs typeface="Arial"/>
              </a:defRPr>
            </a:defPPr>
          </a:lstStyle>
          <a:p xmlns:a="http://schemas.openxmlformats.org/drawingml/2006/main">
            <a:pPr algn="l">
              <a:lnSpc>
                <a:spcPct val="108000"/>
              </a:lnSpc>
              <a:buNone/>
              <a:defRPr sz="900" b="0">
                <a:solidFill>
                  <a:srgbClr val="45A7FF"/>
                </a:solidFill>
                <a:latin typeface="Arial"/>
                <a:ea typeface="Arial"/>
                <a:cs typeface="Arial"/>
              </a:defRPr>
            </a:pPr>
            <a:r>
              <a:rPr sz="900" b="0">
                <a:solidFill>
                  <a:srgbClr val="45A7FF"/>
                </a:solidFill>
                <a:latin typeface="Arial"/>
                <a:ea typeface="Arial"/>
                <a:cs typeface="Arial"/>
              </a:rPr>
              <a:t>EXECUTION</a:t>
            </a:r>
          </a:p>
        </p:txBody>
      </p:sp>
      <p:sp>
        <p:nvSpPr>
          <p:cNvPr id="98" name="capability_v1_s7_o98">
            <a:extLst xmlns:a="http://schemas.openxmlformats.org/drawingml/2006/main">
              <a:ext uri="{FF2B5EF4-FFF2-40B4-BE49-F238E27FC236}">
                <a16:creationId xmlns:a16="http://schemas.microsoft.com/office/drawing/2014/main" id="{2B96A852-513E-4659-8067-B760020E4173}"/>
              </a:ext>
            </a:extLst>
          </p:cNvPr>
          <p:cNvSpPr>
            <a:spLocks xmlns:a="http://schemas.openxmlformats.org/drawingml/2006/main" noGrp="1"/>
          </p:cNvSpPr>
          <p:nvPr/>
        </p:nvSpPr>
        <p:spPr>
          <a:xfrm xmlns:a="http://schemas.openxmlformats.org/drawingml/2006/main">
            <a:off x="3860800" y="5651500"/>
            <a:ext cx="127000" cy="127000"/>
          </a:xfrm>
          <a:prstGeom xmlns:a="http://schemas.openxmlformats.org/drawingml/2006/main" prst="rect">
            <a:avLst/>
          </a:prstGeom>
          <a:noFill xmlns:a="http://schemas.openxmlformats.org/drawingml/2006/main"/>
          <a:ln xmlns:a="http://schemas.openxmlformats.org/drawingml/2006/main" w="12700">
            <a:solidFill>
              <a:srgbClr val="A98AF2"/>
            </a:solidFill>
          </a:ln>
        </p:spPr>
      </p:sp>
      <p:sp>
        <p:nvSpPr>
          <p:cNvPr id="99" name="capability_v1_s7_o99">
            <a:extLst xmlns:a="http://schemas.openxmlformats.org/drawingml/2006/main">
              <a:ext uri="{FF2B5EF4-FFF2-40B4-BE49-F238E27FC236}">
                <a16:creationId xmlns:a16="http://schemas.microsoft.com/office/drawing/2014/main" id="{B567BB5D-2BB8-4FF6-8D5F-C707A901932F}"/>
              </a:ext>
            </a:extLst>
          </p:cNvPr>
          <p:cNvSpPr>
            <a:spLocks xmlns:a="http://schemas.openxmlformats.org/drawingml/2006/main" noGrp="1"/>
          </p:cNvSpPr>
          <p:nvPr/>
        </p:nvSpPr>
        <p:spPr>
          <a:xfrm xmlns:a="http://schemas.openxmlformats.org/drawingml/2006/main">
            <a:off x="40640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98AF2"/>
                </a:solidFill>
                <a:latin typeface="Arial"/>
                <a:ea typeface="Arial"/>
                <a:cs typeface="Arial"/>
              </a:defRPr>
            </a:defPPr>
          </a:lstStyle>
          <a:p xmlns:a="http://schemas.openxmlformats.org/drawingml/2006/main">
            <a:pPr algn="l">
              <a:lnSpc>
                <a:spcPct val="108000"/>
              </a:lnSpc>
              <a:buNone/>
              <a:defRPr sz="900" b="0">
                <a:solidFill>
                  <a:srgbClr val="A98AF2"/>
                </a:solidFill>
                <a:latin typeface="Arial"/>
                <a:ea typeface="Arial"/>
                <a:cs typeface="Arial"/>
              </a:defRPr>
            </a:pPr>
            <a:r>
              <a:rPr sz="900" b="0">
                <a:solidFill>
                  <a:srgbClr val="A98AF2"/>
                </a:solidFill>
                <a:latin typeface="Arial"/>
                <a:ea typeface="Arial"/>
                <a:cs typeface="Arial"/>
              </a:rPr>
              <a:t>PROVIDER</a:t>
            </a:r>
          </a:p>
        </p:txBody>
      </p:sp>
      <p:sp>
        <p:nvSpPr>
          <p:cNvPr id="100" name="capability_v1_s7_o100">
            <a:extLst xmlns:a="http://schemas.openxmlformats.org/drawingml/2006/main">
              <a:ext uri="{FF2B5EF4-FFF2-40B4-BE49-F238E27FC236}">
                <a16:creationId xmlns:a16="http://schemas.microsoft.com/office/drawing/2014/main" id="{403F1EE1-1D90-4013-BD3B-E44C57FB40D9}"/>
              </a:ext>
            </a:extLst>
          </p:cNvPr>
          <p:cNvSpPr>
            <a:spLocks xmlns:a="http://schemas.openxmlformats.org/drawingml/2006/main" noGrp="1"/>
          </p:cNvSpPr>
          <p:nvPr/>
        </p:nvSpPr>
        <p:spPr>
          <a:xfrm xmlns:a="http://schemas.openxmlformats.org/drawingml/2006/main">
            <a:off x="5575300" y="5651500"/>
            <a:ext cx="127000" cy="127000"/>
          </a:xfrm>
          <a:prstGeom xmlns:a="http://schemas.openxmlformats.org/drawingml/2006/main" prst="rect">
            <a:avLst/>
          </a:prstGeom>
          <a:noFill xmlns:a="http://schemas.openxmlformats.org/drawingml/2006/main"/>
          <a:ln xmlns:a="http://schemas.openxmlformats.org/drawingml/2006/main" w="12700">
            <a:solidFill>
              <a:srgbClr val="4DE0B0"/>
            </a:solidFill>
          </a:ln>
        </p:spPr>
      </p:sp>
      <p:sp>
        <p:nvSpPr>
          <p:cNvPr id="101" name="capability_v1_s7_o101">
            <a:extLst xmlns:a="http://schemas.openxmlformats.org/drawingml/2006/main">
              <a:ext uri="{FF2B5EF4-FFF2-40B4-BE49-F238E27FC236}">
                <a16:creationId xmlns:a16="http://schemas.microsoft.com/office/drawing/2014/main" id="{A43794C5-9BB2-49EC-94D1-ED1DF09642FC}"/>
              </a:ext>
            </a:extLst>
          </p:cNvPr>
          <p:cNvSpPr>
            <a:spLocks xmlns:a="http://schemas.openxmlformats.org/drawingml/2006/main" noGrp="1"/>
          </p:cNvSpPr>
          <p:nvPr/>
        </p:nvSpPr>
        <p:spPr>
          <a:xfrm xmlns:a="http://schemas.openxmlformats.org/drawingml/2006/main">
            <a:off x="5778500" y="5600700"/>
            <a:ext cx="1422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4DE0B0"/>
                </a:solidFill>
                <a:latin typeface="Arial"/>
                <a:ea typeface="Arial"/>
                <a:cs typeface="Arial"/>
              </a:defRPr>
            </a:defPPr>
          </a:lstStyle>
          <a:p xmlns:a="http://schemas.openxmlformats.org/drawingml/2006/main">
            <a:pPr algn="l">
              <a:lnSpc>
                <a:spcPct val="108000"/>
              </a:lnSpc>
              <a:buNone/>
              <a:defRPr sz="900" b="0">
                <a:solidFill>
                  <a:srgbClr val="4DE0B0"/>
                </a:solidFill>
                <a:latin typeface="Arial"/>
                <a:ea typeface="Arial"/>
                <a:cs typeface="Arial"/>
              </a:defRPr>
            </a:pPr>
            <a:r>
              <a:rPr sz="900" b="0">
                <a:solidFill>
                  <a:srgbClr val="4DE0B0"/>
                </a:solidFill>
                <a:latin typeface="Arial"/>
                <a:ea typeface="Arial"/>
                <a:cs typeface="Arial"/>
              </a:rPr>
              <a:t>OUTCOME</a:t>
            </a:r>
          </a:p>
        </p:txBody>
      </p:sp>
      <p:sp>
        <p:nvSpPr>
          <p:cNvPr id="102" name="capability_v1_s7_o102">
            <a:extLst xmlns:a="http://schemas.openxmlformats.org/drawingml/2006/main">
              <a:ext uri="{FF2B5EF4-FFF2-40B4-BE49-F238E27FC236}">
                <a16:creationId xmlns:a16="http://schemas.microsoft.com/office/drawing/2014/main" id="{36AA9388-73CC-4DB7-84AD-D65F886C245C}"/>
              </a:ext>
            </a:extLst>
          </p:cNvPr>
          <p:cNvSpPr>
            <a:spLocks xmlns:a="http://schemas.openxmlformats.org/drawingml/2006/main" noGrp="1"/>
          </p:cNvSpPr>
          <p:nvPr/>
        </p:nvSpPr>
        <p:spPr>
          <a:xfrm xmlns:a="http://schemas.openxmlformats.org/drawingml/2006/main">
            <a:off x="7950200" y="5613400"/>
            <a:ext cx="3784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900" b="0">
                <a:solidFill>
                  <a:srgbClr val="A8B8CA"/>
                </a:solidFill>
                <a:latin typeface="Arial"/>
                <a:ea typeface="Arial"/>
                <a:cs typeface="Arial"/>
              </a:defRPr>
            </a:defPPr>
          </a:lstStyle>
          <a:p xmlns:a="http://schemas.openxmlformats.org/drawingml/2006/main">
            <a:pPr algn="l">
              <a:lnSpc>
                <a:spcPct val="108000"/>
              </a:lnSpc>
              <a:buNone/>
              <a:defRPr sz="900" b="0">
                <a:solidFill>
                  <a:srgbClr val="A8B8CA"/>
                </a:solidFill>
                <a:latin typeface="Arial"/>
                <a:ea typeface="Arial"/>
                <a:cs typeface="Arial"/>
              </a:defRPr>
            </a:pPr>
            <a:r>
              <a:rPr sz="900" b="0">
                <a:solidFill>
                  <a:srgbClr val="A8B8CA"/>
                </a:solidFill>
                <a:latin typeface="Arial"/>
                <a:ea typeface="Arial"/>
                <a:cs typeface="Arial"/>
              </a:rPr>
              <a:t>Dashed: declared order / call</a:t>
            </a:r>
          </a:p>
        </p:txBody>
      </p:sp>
      <p:sp>
        <p:nvSpPr>
          <p:cNvPr id="103" name="capability_v1_s7_o103">
            <a:extLst xmlns:a="http://schemas.openxmlformats.org/drawingml/2006/main">
              <a:ext uri="{FF2B5EF4-FFF2-40B4-BE49-F238E27FC236}">
                <a16:creationId xmlns:a16="http://schemas.microsoft.com/office/drawing/2014/main" id="{378FD9AA-3F67-422B-B5BB-687D4D09E4A6}"/>
              </a:ext>
            </a:extLst>
          </p:cNvPr>
          <p:cNvSpPr>
            <a:spLocks xmlns:a="http://schemas.openxmlformats.org/drawingml/2006/main" noGrp="1"/>
          </p:cNvSpPr>
          <p:nvPr/>
        </p:nvSpPr>
        <p:spPr>
          <a:xfrm xmlns:a="http://schemas.openxmlformats.org/drawingml/2006/main">
            <a:off x="2516692" y="3660489"/>
            <a:ext cx="1031471" cy="95"/>
          </a:xfrm>
          <a:custGeom xmlns:a="http://schemas.openxmlformats.org/drawingml/2006/main">
            <a:pathLst>
              <a:path w="1031471" h="95">
                <a:moveTo>
                  <a:pt x="0" y="0"/>
                </a:moveTo>
                <a:lnTo>
                  <a:pt x="1031471" y="0"/>
                </a:lnTo>
              </a:path>
            </a:pathLst>
          </a:custGeom>
          <a:noFill xmlns:a="http://schemas.openxmlformats.org/drawingml/2006/main"/>
          <a:ln xmlns:a="http://schemas.openxmlformats.org/drawingml/2006/main" w="14407">
            <a:solidFill>
              <a:srgbClr val="A98AF2"/>
            </a:solidFill>
            <a:prstDash val="solid"/>
          </a:ln>
        </p:spPr>
      </p:sp>
      <p:sp>
        <p:nvSpPr>
          <p:cNvPr id="104" name="capability_v1_s7_o103_arrow">
            <a:extLst xmlns:a="http://schemas.openxmlformats.org/drawingml/2006/main">
              <a:ext uri="{FF2B5EF4-FFF2-40B4-BE49-F238E27FC236}">
                <a16:creationId xmlns:a16="http://schemas.microsoft.com/office/drawing/2014/main" id="{5674CD94-7E0F-4CA0-B0E9-95CA753F65CF}"/>
              </a:ext>
            </a:extLst>
          </p:cNvPr>
          <p:cNvSpPr>
            <a:spLocks xmlns:a="http://schemas.openxmlformats.org/drawingml/2006/main" noGrp="1"/>
          </p:cNvSpPr>
          <p:nvPr/>
        </p:nvSpPr>
        <p:spPr>
          <a:xfrm xmlns:a="http://schemas.openxmlformats.org/drawingml/2006/main">
            <a:off x="3471963" y="3621119"/>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05" name="capability_v1_s7_o104">
            <a:extLst xmlns:a="http://schemas.openxmlformats.org/drawingml/2006/main">
              <a:ext uri="{FF2B5EF4-FFF2-40B4-BE49-F238E27FC236}">
                <a16:creationId xmlns:a16="http://schemas.microsoft.com/office/drawing/2014/main" id="{3A36A8D5-057A-4D4F-8C05-F407BA3E5002}"/>
              </a:ext>
            </a:extLst>
          </p:cNvPr>
          <p:cNvSpPr>
            <a:spLocks xmlns:a="http://schemas.openxmlformats.org/drawingml/2006/main" noGrp="1"/>
          </p:cNvSpPr>
          <p:nvPr/>
        </p:nvSpPr>
        <p:spPr>
          <a:xfrm xmlns:a="http://schemas.openxmlformats.org/drawingml/2006/main">
            <a:off x="4051517" y="3660489"/>
            <a:ext cx="1031471" cy="95"/>
          </a:xfrm>
          <a:custGeom xmlns:a="http://schemas.openxmlformats.org/drawingml/2006/main">
            <a:pathLst>
              <a:path w="1031471" h="95">
                <a:moveTo>
                  <a:pt x="0" y="0"/>
                </a:moveTo>
                <a:lnTo>
                  <a:pt x="1031471" y="0"/>
                </a:lnTo>
              </a:path>
            </a:pathLst>
          </a:custGeom>
          <a:noFill xmlns:a="http://schemas.openxmlformats.org/drawingml/2006/main"/>
          <a:ln xmlns:a="http://schemas.openxmlformats.org/drawingml/2006/main" w="14407">
            <a:solidFill>
              <a:srgbClr val="A98AF2"/>
            </a:solidFill>
            <a:prstDash val="solid"/>
          </a:ln>
        </p:spPr>
      </p:sp>
      <p:sp>
        <p:nvSpPr>
          <p:cNvPr id="106" name="capability_v1_s7_o104_arrow">
            <a:extLst xmlns:a="http://schemas.openxmlformats.org/drawingml/2006/main">
              <a:ext uri="{FF2B5EF4-FFF2-40B4-BE49-F238E27FC236}">
                <a16:creationId xmlns:a16="http://schemas.microsoft.com/office/drawing/2014/main" id="{38FAC09E-C9AC-4C66-ABDF-73C90A9AAB18}"/>
              </a:ext>
            </a:extLst>
          </p:cNvPr>
          <p:cNvSpPr>
            <a:spLocks xmlns:a="http://schemas.openxmlformats.org/drawingml/2006/main" noGrp="1"/>
          </p:cNvSpPr>
          <p:nvPr/>
        </p:nvSpPr>
        <p:spPr>
          <a:xfrm xmlns:a="http://schemas.openxmlformats.org/drawingml/2006/main">
            <a:off x="5006788" y="3621119"/>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07" name="capability_v1_s7_o105">
            <a:extLst xmlns:a="http://schemas.openxmlformats.org/drawingml/2006/main">
              <a:ext uri="{FF2B5EF4-FFF2-40B4-BE49-F238E27FC236}">
                <a16:creationId xmlns:a16="http://schemas.microsoft.com/office/drawing/2014/main" id="{CFC18952-73E5-4663-B0D3-0EB73D8A9761}"/>
              </a:ext>
            </a:extLst>
          </p:cNvPr>
          <p:cNvSpPr>
            <a:spLocks xmlns:a="http://schemas.openxmlformats.org/drawingml/2006/main" noGrp="1"/>
          </p:cNvSpPr>
          <p:nvPr/>
        </p:nvSpPr>
        <p:spPr>
          <a:xfrm xmlns:a="http://schemas.openxmlformats.org/drawingml/2006/main">
            <a:off x="7018966" y="3660489"/>
            <a:ext cx="315159" cy="95"/>
          </a:xfrm>
          <a:custGeom xmlns:a="http://schemas.openxmlformats.org/drawingml/2006/main">
            <a:pathLst>
              <a:path w="315159" h="95">
                <a:moveTo>
                  <a:pt x="0" y="0"/>
                </a:moveTo>
                <a:lnTo>
                  <a:pt x="315159" y="0"/>
                </a:lnTo>
              </a:path>
            </a:pathLst>
          </a:custGeom>
          <a:noFill xmlns:a="http://schemas.openxmlformats.org/drawingml/2006/main"/>
          <a:ln xmlns:a="http://schemas.openxmlformats.org/drawingml/2006/main" w="14407">
            <a:solidFill>
              <a:srgbClr val="A98AF2"/>
            </a:solidFill>
            <a:prstDash val="solid"/>
          </a:ln>
        </p:spPr>
      </p:sp>
      <p:sp>
        <p:nvSpPr>
          <p:cNvPr id="108" name="capability_v1_s7_o105_arrow">
            <a:extLst xmlns:a="http://schemas.openxmlformats.org/drawingml/2006/main">
              <a:ext uri="{FF2B5EF4-FFF2-40B4-BE49-F238E27FC236}">
                <a16:creationId xmlns:a16="http://schemas.microsoft.com/office/drawing/2014/main" id="{F462849F-2CFA-4332-AE8C-13EE7A07D81A}"/>
              </a:ext>
            </a:extLst>
          </p:cNvPr>
          <p:cNvSpPr>
            <a:spLocks xmlns:a="http://schemas.openxmlformats.org/drawingml/2006/main" noGrp="1"/>
          </p:cNvSpPr>
          <p:nvPr/>
        </p:nvSpPr>
        <p:spPr>
          <a:xfrm xmlns:a="http://schemas.openxmlformats.org/drawingml/2006/main">
            <a:off x="7257925" y="3621119"/>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09" name="capability_v1_s7_o106">
            <a:extLst xmlns:a="http://schemas.openxmlformats.org/drawingml/2006/main">
              <a:ext uri="{FF2B5EF4-FFF2-40B4-BE49-F238E27FC236}">
                <a16:creationId xmlns:a16="http://schemas.microsoft.com/office/drawing/2014/main" id="{1E3D48CC-56AB-4247-A83B-2B0D56EE6DB3}"/>
              </a:ext>
            </a:extLst>
          </p:cNvPr>
          <p:cNvSpPr>
            <a:spLocks xmlns:a="http://schemas.openxmlformats.org/drawingml/2006/main" noGrp="1"/>
          </p:cNvSpPr>
          <p:nvPr/>
        </p:nvSpPr>
        <p:spPr>
          <a:xfrm xmlns:a="http://schemas.openxmlformats.org/drawingml/2006/main">
            <a:off x="9270104" y="3660489"/>
            <a:ext cx="315159" cy="95"/>
          </a:xfrm>
          <a:custGeom xmlns:a="http://schemas.openxmlformats.org/drawingml/2006/main">
            <a:pathLst>
              <a:path w="315159" h="95">
                <a:moveTo>
                  <a:pt x="0" y="0"/>
                </a:moveTo>
                <a:lnTo>
                  <a:pt x="315159" y="0"/>
                </a:lnTo>
              </a:path>
            </a:pathLst>
          </a:custGeom>
          <a:noFill xmlns:a="http://schemas.openxmlformats.org/drawingml/2006/main"/>
          <a:ln xmlns:a="http://schemas.openxmlformats.org/drawingml/2006/main" w="14407">
            <a:solidFill>
              <a:srgbClr val="A98AF2"/>
            </a:solidFill>
            <a:prstDash val="solid"/>
          </a:ln>
        </p:spPr>
      </p:sp>
      <p:sp>
        <p:nvSpPr>
          <p:cNvPr id="110" name="capability_v1_s7_o106_arrow">
            <a:extLst xmlns:a="http://schemas.openxmlformats.org/drawingml/2006/main">
              <a:ext uri="{FF2B5EF4-FFF2-40B4-BE49-F238E27FC236}">
                <a16:creationId xmlns:a16="http://schemas.microsoft.com/office/drawing/2014/main" id="{8C5719EF-32EC-45E2-8399-5A72B9FEF206}"/>
              </a:ext>
            </a:extLst>
          </p:cNvPr>
          <p:cNvSpPr>
            <a:spLocks xmlns:a="http://schemas.openxmlformats.org/drawingml/2006/main" noGrp="1"/>
          </p:cNvSpPr>
          <p:nvPr/>
        </p:nvSpPr>
        <p:spPr>
          <a:xfrm xmlns:a="http://schemas.openxmlformats.org/drawingml/2006/main">
            <a:off x="9509063" y="3621119"/>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11" name="capability_v1_s7_o107">
            <a:extLst xmlns:a="http://schemas.openxmlformats.org/drawingml/2006/main">
              <a:ext uri="{FF2B5EF4-FFF2-40B4-BE49-F238E27FC236}">
                <a16:creationId xmlns:a16="http://schemas.microsoft.com/office/drawing/2014/main" id="{704B7627-692F-4425-B03A-73F542DE7201}"/>
              </a:ext>
            </a:extLst>
          </p:cNvPr>
          <p:cNvSpPr>
            <a:spLocks xmlns:a="http://schemas.openxmlformats.org/drawingml/2006/main" noGrp="1"/>
          </p:cNvSpPr>
          <p:nvPr/>
        </p:nvSpPr>
        <p:spPr>
          <a:xfrm xmlns:a="http://schemas.openxmlformats.org/drawingml/2006/main">
            <a:off x="580714" y="3165238"/>
            <a:ext cx="1935978" cy="990500"/>
          </a:xfrm>
          <a:prstGeom xmlns:a="http://schemas.openxmlformats.org/drawingml/2006/main" prst="roundRect">
            <a:avLst>
              <a:gd name="adj" fmla="val 10257"/>
            </a:avLst>
          </a:prstGeom>
          <a:solidFill xmlns:a="http://schemas.openxmlformats.org/drawingml/2006/main">
            <a:srgbClr val="041C32"/>
          </a:solidFill>
          <a:ln xmlns:a="http://schemas.openxmlformats.org/drawingml/2006/main" w="12606">
            <a:solidFill>
              <a:srgbClr val="45A7FF"/>
            </a:solidFill>
          </a:ln>
        </p:spPr>
      </p:sp>
      <p:sp>
        <p:nvSpPr>
          <p:cNvPr id="112" name="capability_v1_s7_o108">
            <a:extLst xmlns:a="http://schemas.openxmlformats.org/drawingml/2006/main">
              <a:ext uri="{FF2B5EF4-FFF2-40B4-BE49-F238E27FC236}">
                <a16:creationId xmlns:a16="http://schemas.microsoft.com/office/drawing/2014/main" id="{A5808C2D-40BD-499A-AECF-B4AC96168D00}"/>
              </a:ext>
            </a:extLst>
          </p:cNvPr>
          <p:cNvSpPr>
            <a:spLocks xmlns:a="http://schemas.openxmlformats.org/drawingml/2006/main" noGrp="1"/>
          </p:cNvSpPr>
          <p:nvPr/>
        </p:nvSpPr>
        <p:spPr>
          <a:xfrm xmlns:a="http://schemas.openxmlformats.org/drawingml/2006/main">
            <a:off x="648473" y="3199906"/>
            <a:ext cx="1800460" cy="24763"/>
          </a:xfrm>
          <a:prstGeom xmlns:a="http://schemas.openxmlformats.org/drawingml/2006/main" prst="rect">
            <a:avLst/>
          </a:prstGeom>
          <a:solidFill xmlns:a="http://schemas.openxmlformats.org/drawingml/2006/main">
            <a:srgbClr val="45A7FF">
              <a:alpha val="45000"/>
            </a:srgbClr>
          </a:solidFill>
          <a:ln xmlns:a="http://schemas.openxmlformats.org/drawingml/2006/main" w="0">
            <a:noFill/>
          </a:ln>
        </p:spPr>
      </p:sp>
      <p:sp>
        <p:nvSpPr>
          <p:cNvPr id="113" name="capability_v1_s7_o109">
            <a:extLst xmlns:a="http://schemas.openxmlformats.org/drawingml/2006/main">
              <a:ext uri="{FF2B5EF4-FFF2-40B4-BE49-F238E27FC236}">
                <a16:creationId xmlns:a16="http://schemas.microsoft.com/office/drawing/2014/main" id="{56A6B71E-AA05-4D5E-BD2E-2D879613163A}"/>
              </a:ext>
            </a:extLst>
          </p:cNvPr>
          <p:cNvSpPr>
            <a:spLocks xmlns:a="http://schemas.openxmlformats.org/drawingml/2006/main" noGrp="1"/>
          </p:cNvSpPr>
          <p:nvPr/>
        </p:nvSpPr>
        <p:spPr>
          <a:xfrm xmlns:a="http://schemas.openxmlformats.org/drawingml/2006/main">
            <a:off x="688768" y="3237275"/>
            <a:ext cx="234118" cy="234118"/>
          </a:xfrm>
          <a:prstGeom xmlns:a="http://schemas.openxmlformats.org/drawingml/2006/main" prst="ellipse">
            <a:avLst/>
          </a:prstGeom>
          <a:solidFill xmlns:a="http://schemas.openxmlformats.org/drawingml/2006/main">
            <a:srgbClr val="072D49"/>
          </a:solidFill>
          <a:ln xmlns:a="http://schemas.openxmlformats.org/drawingml/2006/main" w="9005">
            <a:solidFill>
              <a:srgbClr val="45A7FF"/>
            </a:solidFill>
          </a:ln>
        </p:spPr>
      </p:sp>
      <p:sp>
        <p:nvSpPr>
          <p:cNvPr id="114" name="capability_v1_s7_o110">
            <a:extLst xmlns:a="http://schemas.openxmlformats.org/drawingml/2006/main">
              <a:ext uri="{FF2B5EF4-FFF2-40B4-BE49-F238E27FC236}">
                <a16:creationId xmlns:a16="http://schemas.microsoft.com/office/drawing/2014/main" id="{C85B88B3-CE2D-42F0-B0EA-03B6AB56F3CC}"/>
              </a:ext>
            </a:extLst>
          </p:cNvPr>
          <p:cNvSpPr>
            <a:spLocks xmlns:a="http://schemas.openxmlformats.org/drawingml/2006/main" noGrp="1"/>
          </p:cNvSpPr>
          <p:nvPr/>
        </p:nvSpPr>
        <p:spPr>
          <a:xfrm xmlns:a="http://schemas.openxmlformats.org/drawingml/2006/main">
            <a:off x="616732" y="3255284"/>
            <a:ext cx="378191" cy="19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655" b="1">
                <a:solidFill>
                  <a:srgbClr val="45A7FF"/>
                </a:solidFill>
                <a:latin typeface="Arial"/>
                <a:ea typeface="Arial"/>
                <a:cs typeface="Arial"/>
              </a:defRPr>
            </a:defPPr>
          </a:lstStyle>
          <a:p xmlns:a="http://schemas.openxmlformats.org/drawingml/2006/main">
            <a:pPr algn="ctr">
              <a:lnSpc>
                <a:spcPct val="108000"/>
              </a:lnSpc>
              <a:buNone/>
              <a:defRPr sz="655" b="1">
                <a:solidFill>
                  <a:srgbClr val="45A7FF"/>
                </a:solidFill>
                <a:latin typeface="Arial"/>
                <a:ea typeface="Arial"/>
                <a:cs typeface="Arial"/>
              </a:defRPr>
            </a:pPr>
            <a:r>
              <a:rPr sz="655" b="1">
                <a:solidFill>
                  <a:srgbClr val="45A7FF"/>
                </a:solidFill>
                <a:latin typeface="Arial"/>
                <a:ea typeface="Arial"/>
                <a:cs typeface="Arial"/>
              </a:rPr>
              <a:t>01</a:t>
            </a:r>
          </a:p>
        </p:txBody>
      </p:sp>
      <p:sp>
        <p:nvSpPr>
          <p:cNvPr id="115" name="capability_v1_s7_o111">
            <a:extLst xmlns:a="http://schemas.openxmlformats.org/drawingml/2006/main">
              <a:ext uri="{FF2B5EF4-FFF2-40B4-BE49-F238E27FC236}">
                <a16:creationId xmlns:a16="http://schemas.microsoft.com/office/drawing/2014/main" id="{CA78F2C6-8E4A-4231-8EC1-DC1F49923B21}"/>
              </a:ext>
            </a:extLst>
          </p:cNvPr>
          <p:cNvSpPr>
            <a:spLocks xmlns:a="http://schemas.openxmlformats.org/drawingml/2006/main" noGrp="1"/>
          </p:cNvSpPr>
          <p:nvPr/>
        </p:nvSpPr>
        <p:spPr>
          <a:xfrm xmlns:a="http://schemas.openxmlformats.org/drawingml/2006/main">
            <a:off x="985918" y="3255284"/>
            <a:ext cx="1467741" cy="2251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826" b="0">
                <a:solidFill>
                  <a:srgbClr val="45A7FF"/>
                </a:solidFill>
                <a:latin typeface="Arial"/>
                <a:ea typeface="Arial"/>
                <a:cs typeface="Arial"/>
              </a:defRPr>
            </a:defPPr>
          </a:lstStyle>
          <a:p xmlns:a="http://schemas.openxmlformats.org/drawingml/2006/main">
            <a:pPr algn="ctr">
              <a:lnSpc>
                <a:spcPct val="108000"/>
              </a:lnSpc>
              <a:buNone/>
              <a:defRPr sz="826" b="0">
                <a:solidFill>
                  <a:srgbClr val="45A7FF"/>
                </a:solidFill>
                <a:latin typeface="Arial"/>
                <a:ea typeface="Arial"/>
                <a:cs typeface="Arial"/>
              </a:defRPr>
            </a:pPr>
            <a:r>
              <a:rPr sz="826" b="0">
                <a:solidFill>
                  <a:srgbClr val="45A7FF"/>
                </a:solidFill>
                <a:latin typeface="Arial"/>
                <a:ea typeface="Arial"/>
                <a:cs typeface="Arial"/>
              </a:rPr>
              <a:t>invoke-port</a:t>
            </a:r>
          </a:p>
        </p:txBody>
      </p:sp>
      <p:sp>
        <p:nvSpPr>
          <p:cNvPr id="116" name="capability_v1_s7_o112">
            <a:extLst xmlns:a="http://schemas.openxmlformats.org/drawingml/2006/main">
              <a:ext uri="{FF2B5EF4-FFF2-40B4-BE49-F238E27FC236}">
                <a16:creationId xmlns:a16="http://schemas.microsoft.com/office/drawing/2014/main" id="{2EE2990A-8983-40E2-99E3-9706EBC76AA9}"/>
              </a:ext>
            </a:extLst>
          </p:cNvPr>
          <p:cNvSpPr>
            <a:spLocks xmlns:a="http://schemas.openxmlformats.org/drawingml/2006/main" noGrp="1"/>
          </p:cNvSpPr>
          <p:nvPr/>
        </p:nvSpPr>
        <p:spPr>
          <a:xfrm xmlns:a="http://schemas.openxmlformats.org/drawingml/2006/main">
            <a:off x="658153" y="3531724"/>
            <a:ext cx="1781100" cy="564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F4F7FB"/>
                </a:solidFill>
                <a:latin typeface="Arial"/>
                <a:ea typeface="Arial"/>
                <a:cs typeface="Arial"/>
              </a:defRPr>
            </a:defPPr>
          </a:lstStyle>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topology and rasterize</a:t>
            </a:r>
          </a:p>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transform port</a:t>
            </a:r>
          </a:p>
        </p:txBody>
      </p:sp>
      <p:sp>
        <p:nvSpPr>
          <p:cNvPr id="117" name="capability_v1_s7_o113">
            <a:extLst xmlns:a="http://schemas.openxmlformats.org/drawingml/2006/main">
              <a:ext uri="{FF2B5EF4-FFF2-40B4-BE49-F238E27FC236}">
                <a16:creationId xmlns:a16="http://schemas.microsoft.com/office/drawing/2014/main" id="{74A3A610-5ECA-486A-8C42-EA954C035FB3}"/>
              </a:ext>
            </a:extLst>
          </p:cNvPr>
          <p:cNvSpPr>
            <a:spLocks xmlns:a="http://schemas.openxmlformats.org/drawingml/2006/main" noGrp="1"/>
          </p:cNvSpPr>
          <p:nvPr/>
        </p:nvSpPr>
        <p:spPr>
          <a:xfrm xmlns:a="http://schemas.openxmlformats.org/drawingml/2006/main">
            <a:off x="2489678"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45A7FF"/>
            </a:solidFill>
          </a:ln>
        </p:spPr>
      </p:sp>
      <p:sp>
        <p:nvSpPr>
          <p:cNvPr id="118" name="capability_v1_s7_o114">
            <a:extLst xmlns:a="http://schemas.openxmlformats.org/drawingml/2006/main">
              <a:ext uri="{FF2B5EF4-FFF2-40B4-BE49-F238E27FC236}">
                <a16:creationId xmlns:a16="http://schemas.microsoft.com/office/drawing/2014/main" id="{AB362765-96E2-4C5F-B6A0-EE61D7F8656A}"/>
              </a:ext>
            </a:extLst>
          </p:cNvPr>
          <p:cNvSpPr>
            <a:spLocks xmlns:a="http://schemas.openxmlformats.org/drawingml/2006/main" noGrp="1"/>
          </p:cNvSpPr>
          <p:nvPr/>
        </p:nvSpPr>
        <p:spPr>
          <a:xfrm xmlns:a="http://schemas.openxmlformats.org/drawingml/2006/main">
            <a:off x="3703041" y="3502009"/>
            <a:ext cx="193598" cy="316960"/>
          </a:xfrm>
          <a:prstGeom xmlns:a="http://schemas.openxmlformats.org/drawingml/2006/main" prst="rect">
            <a:avLst/>
          </a:prstGeom>
          <a:solidFill xmlns:a="http://schemas.openxmlformats.org/drawingml/2006/main">
            <a:srgbClr val="041C32"/>
          </a:solidFill>
          <a:ln xmlns:a="http://schemas.openxmlformats.org/drawingml/2006/main" w="9005">
            <a:solidFill>
              <a:srgbClr val="A98AF2"/>
            </a:solidFill>
          </a:ln>
        </p:spPr>
      </p:sp>
      <p:sp>
        <p:nvSpPr>
          <p:cNvPr id="119" name="capability_v1_s7_o115">
            <a:extLst xmlns:a="http://schemas.openxmlformats.org/drawingml/2006/main">
              <a:ext uri="{FF2B5EF4-FFF2-40B4-BE49-F238E27FC236}">
                <a16:creationId xmlns:a16="http://schemas.microsoft.com/office/drawing/2014/main" id="{18565C9E-2D6B-49E5-B332-3B7F9A2ACE02}"/>
              </a:ext>
            </a:extLst>
          </p:cNvPr>
          <p:cNvSpPr>
            <a:spLocks xmlns:a="http://schemas.openxmlformats.org/drawingml/2006/main" noGrp="1"/>
          </p:cNvSpPr>
          <p:nvPr/>
        </p:nvSpPr>
        <p:spPr>
          <a:xfrm xmlns:a="http://schemas.openxmlformats.org/drawingml/2006/main">
            <a:off x="3548163" y="3561439"/>
            <a:ext cx="503354" cy="95"/>
          </a:xfrm>
          <a:custGeom xmlns:a="http://schemas.openxmlformats.org/drawingml/2006/main">
            <a:pathLst>
              <a:path w="503354" h="95">
                <a:moveTo>
                  <a:pt x="0" y="0"/>
                </a:moveTo>
                <a:lnTo>
                  <a:pt x="503354" y="0"/>
                </a:lnTo>
              </a:path>
            </a:pathLst>
          </a:custGeom>
          <a:noFill xmlns:a="http://schemas.openxmlformats.org/drawingml/2006/main"/>
          <a:ln xmlns:a="http://schemas.openxmlformats.org/drawingml/2006/main" w="13507">
            <a:solidFill>
              <a:srgbClr val="A98AF2"/>
            </a:solidFill>
            <a:prstDash val="solid"/>
          </a:ln>
        </p:spPr>
      </p:sp>
      <p:sp>
        <p:nvSpPr>
          <p:cNvPr id="120" name="capability_v1_s7_o116">
            <a:extLst xmlns:a="http://schemas.openxmlformats.org/drawingml/2006/main">
              <a:ext uri="{FF2B5EF4-FFF2-40B4-BE49-F238E27FC236}">
                <a16:creationId xmlns:a16="http://schemas.microsoft.com/office/drawing/2014/main" id="{56922F52-0D96-464D-A16C-6AAA62B6215C}"/>
              </a:ext>
            </a:extLst>
          </p:cNvPr>
          <p:cNvSpPr>
            <a:spLocks xmlns:a="http://schemas.openxmlformats.org/drawingml/2006/main" noGrp="1"/>
          </p:cNvSpPr>
          <p:nvPr/>
        </p:nvSpPr>
        <p:spPr>
          <a:xfrm xmlns:a="http://schemas.openxmlformats.org/drawingml/2006/main">
            <a:off x="3548163" y="3660489"/>
            <a:ext cx="503354" cy="95"/>
          </a:xfrm>
          <a:custGeom xmlns:a="http://schemas.openxmlformats.org/drawingml/2006/main">
            <a:pathLst>
              <a:path w="503354" h="95">
                <a:moveTo>
                  <a:pt x="0" y="0"/>
                </a:moveTo>
                <a:lnTo>
                  <a:pt x="503354" y="0"/>
                </a:lnTo>
              </a:path>
            </a:pathLst>
          </a:custGeom>
          <a:noFill xmlns:a="http://schemas.openxmlformats.org/drawingml/2006/main"/>
          <a:ln xmlns:a="http://schemas.openxmlformats.org/drawingml/2006/main" w="13507">
            <a:solidFill>
              <a:srgbClr val="A98AF2"/>
            </a:solidFill>
            <a:prstDash val="solid"/>
          </a:ln>
        </p:spPr>
      </p:sp>
      <p:sp>
        <p:nvSpPr>
          <p:cNvPr id="121" name="capability_v1_s7_o117">
            <a:extLst xmlns:a="http://schemas.openxmlformats.org/drawingml/2006/main">
              <a:ext uri="{FF2B5EF4-FFF2-40B4-BE49-F238E27FC236}">
                <a16:creationId xmlns:a16="http://schemas.microsoft.com/office/drawing/2014/main" id="{188D5884-871D-473C-B50D-9F3B26745F4B}"/>
              </a:ext>
            </a:extLst>
          </p:cNvPr>
          <p:cNvSpPr>
            <a:spLocks xmlns:a="http://schemas.openxmlformats.org/drawingml/2006/main" noGrp="1"/>
          </p:cNvSpPr>
          <p:nvPr/>
        </p:nvSpPr>
        <p:spPr>
          <a:xfrm xmlns:a="http://schemas.openxmlformats.org/drawingml/2006/main">
            <a:off x="3548163" y="3759539"/>
            <a:ext cx="503354" cy="95"/>
          </a:xfrm>
          <a:custGeom xmlns:a="http://schemas.openxmlformats.org/drawingml/2006/main">
            <a:pathLst>
              <a:path w="503354" h="95">
                <a:moveTo>
                  <a:pt x="0" y="0"/>
                </a:moveTo>
                <a:lnTo>
                  <a:pt x="503354" y="0"/>
                </a:lnTo>
              </a:path>
            </a:pathLst>
          </a:custGeom>
          <a:noFill xmlns:a="http://schemas.openxmlformats.org/drawingml/2006/main"/>
          <a:ln xmlns:a="http://schemas.openxmlformats.org/drawingml/2006/main" w="13507">
            <a:solidFill>
              <a:srgbClr val="A98AF2"/>
            </a:solidFill>
            <a:prstDash val="solid"/>
          </a:ln>
        </p:spPr>
      </p:sp>
      <p:sp>
        <p:nvSpPr>
          <p:cNvPr id="122" name="capability_v1_s7_o118">
            <a:extLst xmlns:a="http://schemas.openxmlformats.org/drawingml/2006/main">
              <a:ext uri="{FF2B5EF4-FFF2-40B4-BE49-F238E27FC236}">
                <a16:creationId xmlns:a16="http://schemas.microsoft.com/office/drawing/2014/main" id="{4DBEECDA-FCB3-474F-AC3E-1B5A33EBDC33}"/>
              </a:ext>
            </a:extLst>
          </p:cNvPr>
          <p:cNvSpPr>
            <a:spLocks xmlns:a="http://schemas.openxmlformats.org/drawingml/2006/main" noGrp="1"/>
          </p:cNvSpPr>
          <p:nvPr/>
        </p:nvSpPr>
        <p:spPr>
          <a:xfrm xmlns:a="http://schemas.openxmlformats.org/drawingml/2006/main">
            <a:off x="3761120" y="3624831"/>
            <a:ext cx="77439" cy="71316"/>
          </a:xfrm>
          <a:prstGeom xmlns:a="http://schemas.openxmlformats.org/drawingml/2006/main" prst="ellipse">
            <a:avLst/>
          </a:prstGeom>
          <a:solidFill xmlns:a="http://schemas.openxmlformats.org/drawingml/2006/main">
            <a:srgbClr val="041C32"/>
          </a:solidFill>
          <a:ln xmlns:a="http://schemas.openxmlformats.org/drawingml/2006/main" w="11706">
            <a:solidFill>
              <a:srgbClr val="A98AF2"/>
            </a:solidFill>
          </a:ln>
        </p:spPr>
      </p:sp>
      <p:sp>
        <p:nvSpPr>
          <p:cNvPr id="123" name="capability_v1_s7_o119">
            <a:extLst xmlns:a="http://schemas.openxmlformats.org/drawingml/2006/main">
              <a:ext uri="{FF2B5EF4-FFF2-40B4-BE49-F238E27FC236}">
                <a16:creationId xmlns:a16="http://schemas.microsoft.com/office/drawing/2014/main" id="{2CDDA839-D54B-4E1B-A3E9-663AF53D04A6}"/>
              </a:ext>
            </a:extLst>
          </p:cNvPr>
          <p:cNvSpPr>
            <a:spLocks xmlns:a="http://schemas.openxmlformats.org/drawingml/2006/main" noGrp="1"/>
          </p:cNvSpPr>
          <p:nvPr/>
        </p:nvSpPr>
        <p:spPr>
          <a:xfrm xmlns:a="http://schemas.openxmlformats.org/drawingml/2006/main">
            <a:off x="2889930" y="3185048"/>
            <a:ext cx="1819819" cy="237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18" b="1">
                <a:solidFill>
                  <a:srgbClr val="A98AF2"/>
                </a:solidFill>
                <a:latin typeface="Arial"/>
                <a:ea typeface="Arial"/>
                <a:cs typeface="Arial"/>
              </a:defRPr>
            </a:defPPr>
          </a:lstStyle>
          <a:p xmlns:a="http://schemas.openxmlformats.org/drawingml/2006/main">
            <a:pPr algn="ctr">
              <a:lnSpc>
                <a:spcPct val="108000"/>
              </a:lnSpc>
              <a:buNone/>
              <a:defRPr sz="918" b="1">
                <a:solidFill>
                  <a:srgbClr val="A98AF2"/>
                </a:solidFill>
                <a:latin typeface="Arial"/>
                <a:ea typeface="Arial"/>
                <a:cs typeface="Arial"/>
              </a:defRPr>
            </a:pPr>
            <a:r>
              <a:rPr sz="918" b="1">
                <a:solidFill>
                  <a:srgbClr val="A98AF2"/>
                </a:solidFill>
                <a:latin typeface="Arial"/>
                <a:ea typeface="Arial"/>
                <a:cs typeface="Arial"/>
              </a:rPr>
              <a:t>PORT</a:t>
            </a:r>
          </a:p>
        </p:txBody>
      </p:sp>
      <p:sp>
        <p:nvSpPr>
          <p:cNvPr id="124" name="capability_v1_s7_o120">
            <a:extLst xmlns:a="http://schemas.openxmlformats.org/drawingml/2006/main">
              <a:ext uri="{FF2B5EF4-FFF2-40B4-BE49-F238E27FC236}">
                <a16:creationId xmlns:a16="http://schemas.microsoft.com/office/drawing/2014/main" id="{5620E9A7-AED3-4F61-8183-B25E936074C5}"/>
              </a:ext>
            </a:extLst>
          </p:cNvPr>
          <p:cNvSpPr>
            <a:spLocks xmlns:a="http://schemas.openxmlformats.org/drawingml/2006/main" noGrp="1"/>
          </p:cNvSpPr>
          <p:nvPr/>
        </p:nvSpPr>
        <p:spPr>
          <a:xfrm xmlns:a="http://schemas.openxmlformats.org/drawingml/2006/main">
            <a:off x="2831851" y="3848684"/>
            <a:ext cx="1935978" cy="29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743" b="1">
                <a:solidFill>
                  <a:srgbClr val="F4F7FB"/>
                </a:solidFill>
                <a:latin typeface="Arial"/>
                <a:ea typeface="Arial"/>
                <a:cs typeface="Arial"/>
              </a:defRPr>
            </a:defPPr>
          </a:lstStyle>
          <a:p xmlns:a="http://schemas.openxmlformats.org/drawingml/2006/main">
            <a:pPr algn="ctr">
              <a:lnSpc>
                <a:spcPct val="108000"/>
              </a:lnSpc>
              <a:buNone/>
              <a:defRPr sz="743" b="1">
                <a:solidFill>
                  <a:srgbClr val="F4F7FB"/>
                </a:solidFill>
                <a:latin typeface="Arial"/>
                <a:ea typeface="Arial"/>
                <a:cs typeface="Arial"/>
              </a:defRPr>
            </a:pPr>
            <a:r>
              <a:rPr sz="743" b="1">
                <a:solidFill>
                  <a:srgbClr val="F4F7FB"/>
                </a:solidFill>
                <a:latin typeface="Arial"/>
                <a:ea typeface="Arial"/>
                <a:cs typeface="Arial"/>
              </a:rPr>
              <a:t>topology and rasterize transform port</a:t>
            </a:r>
          </a:p>
        </p:txBody>
      </p:sp>
      <p:sp>
        <p:nvSpPr>
          <p:cNvPr id="125" name="capability_v1_s7_o121">
            <a:extLst xmlns:a="http://schemas.openxmlformats.org/drawingml/2006/main">
              <a:ext uri="{FF2B5EF4-FFF2-40B4-BE49-F238E27FC236}">
                <a16:creationId xmlns:a16="http://schemas.microsoft.com/office/drawing/2014/main" id="{4573CF4F-2B08-4D48-83F6-D9E085F25D23}"/>
              </a:ext>
            </a:extLst>
          </p:cNvPr>
          <p:cNvSpPr>
            <a:spLocks xmlns:a="http://schemas.openxmlformats.org/drawingml/2006/main" noGrp="1"/>
          </p:cNvSpPr>
          <p:nvPr/>
        </p:nvSpPr>
        <p:spPr>
          <a:xfrm xmlns:a="http://schemas.openxmlformats.org/drawingml/2006/main">
            <a:off x="3521149"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26" name="capability_v1_s7_o122">
            <a:extLst xmlns:a="http://schemas.openxmlformats.org/drawingml/2006/main">
              <a:ext uri="{FF2B5EF4-FFF2-40B4-BE49-F238E27FC236}">
                <a16:creationId xmlns:a16="http://schemas.microsoft.com/office/drawing/2014/main" id="{7EF98FDD-BA71-491F-BEC5-3D0A0A295BD9}"/>
              </a:ext>
            </a:extLst>
          </p:cNvPr>
          <p:cNvSpPr>
            <a:spLocks xmlns:a="http://schemas.openxmlformats.org/drawingml/2006/main" noGrp="1"/>
          </p:cNvSpPr>
          <p:nvPr/>
        </p:nvSpPr>
        <p:spPr>
          <a:xfrm xmlns:a="http://schemas.openxmlformats.org/drawingml/2006/main">
            <a:off x="4024503"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27" name="capability_v1_s7_o123">
            <a:extLst xmlns:a="http://schemas.openxmlformats.org/drawingml/2006/main">
              <a:ext uri="{FF2B5EF4-FFF2-40B4-BE49-F238E27FC236}">
                <a16:creationId xmlns:a16="http://schemas.microsoft.com/office/drawing/2014/main" id="{C9C9644A-FA19-4771-B06B-22EF1439CBDC}"/>
              </a:ext>
            </a:extLst>
          </p:cNvPr>
          <p:cNvSpPr>
            <a:spLocks xmlns:a="http://schemas.openxmlformats.org/drawingml/2006/main" noGrp="1"/>
          </p:cNvSpPr>
          <p:nvPr/>
        </p:nvSpPr>
        <p:spPr>
          <a:xfrm xmlns:a="http://schemas.openxmlformats.org/drawingml/2006/main">
            <a:off x="5315306" y="3165238"/>
            <a:ext cx="1471343" cy="990500"/>
          </a:xfrm>
          <a:prstGeom xmlns:a="http://schemas.openxmlformats.org/drawingml/2006/main" prst="roundRect">
            <a:avLst>
              <a:gd name="adj" fmla="val 10257"/>
            </a:avLst>
          </a:prstGeom>
          <a:solidFill xmlns:a="http://schemas.openxmlformats.org/drawingml/2006/main">
            <a:srgbClr val="041C32"/>
          </a:solidFill>
          <a:ln xmlns:a="http://schemas.openxmlformats.org/drawingml/2006/main" w="13507">
            <a:solidFill>
              <a:srgbClr val="A98AF2"/>
            </a:solidFill>
          </a:ln>
        </p:spPr>
      </p:sp>
      <p:sp>
        <p:nvSpPr>
          <p:cNvPr id="128" name="capability_v1_s7_o124">
            <a:extLst xmlns:a="http://schemas.openxmlformats.org/drawingml/2006/main">
              <a:ext uri="{FF2B5EF4-FFF2-40B4-BE49-F238E27FC236}">
                <a16:creationId xmlns:a16="http://schemas.microsoft.com/office/drawing/2014/main" id="{4F8B417E-8107-4B78-B93D-EF62743D19C2}"/>
              </a:ext>
            </a:extLst>
          </p:cNvPr>
          <p:cNvSpPr>
            <a:spLocks xmlns:a="http://schemas.openxmlformats.org/drawingml/2006/main" noGrp="1"/>
          </p:cNvSpPr>
          <p:nvPr/>
        </p:nvSpPr>
        <p:spPr>
          <a:xfrm xmlns:a="http://schemas.openxmlformats.org/drawingml/2006/main">
            <a:off x="5082988" y="3363339"/>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29" name="capability_v1_s7_o125">
            <a:extLst xmlns:a="http://schemas.openxmlformats.org/drawingml/2006/main">
              <a:ext uri="{FF2B5EF4-FFF2-40B4-BE49-F238E27FC236}">
                <a16:creationId xmlns:a16="http://schemas.microsoft.com/office/drawing/2014/main" id="{C543ADBA-BA69-4D0B-AB8F-14233D642745}"/>
              </a:ext>
            </a:extLst>
          </p:cNvPr>
          <p:cNvSpPr>
            <a:spLocks xmlns:a="http://schemas.openxmlformats.org/drawingml/2006/main" noGrp="1"/>
          </p:cNvSpPr>
          <p:nvPr/>
        </p:nvSpPr>
        <p:spPr>
          <a:xfrm xmlns:a="http://schemas.openxmlformats.org/drawingml/2006/main">
            <a:off x="5082988" y="3625821"/>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30" name="capability_v1_s7_o126">
            <a:extLst xmlns:a="http://schemas.openxmlformats.org/drawingml/2006/main">
              <a:ext uri="{FF2B5EF4-FFF2-40B4-BE49-F238E27FC236}">
                <a16:creationId xmlns:a16="http://schemas.microsoft.com/office/drawing/2014/main" id="{4C140D0E-2733-4E6C-B310-EDD7522744B3}"/>
              </a:ext>
            </a:extLst>
          </p:cNvPr>
          <p:cNvSpPr>
            <a:spLocks xmlns:a="http://schemas.openxmlformats.org/drawingml/2006/main" noGrp="1"/>
          </p:cNvSpPr>
          <p:nvPr/>
        </p:nvSpPr>
        <p:spPr>
          <a:xfrm xmlns:a="http://schemas.openxmlformats.org/drawingml/2006/main">
            <a:off x="5082988" y="3888304"/>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31" name="capability_v1_s7_o127">
            <a:extLst xmlns:a="http://schemas.openxmlformats.org/drawingml/2006/main">
              <a:ext uri="{FF2B5EF4-FFF2-40B4-BE49-F238E27FC236}">
                <a16:creationId xmlns:a16="http://schemas.microsoft.com/office/drawing/2014/main" id="{64626563-04DC-437B-9D70-BB4E73ED96F3}"/>
              </a:ext>
            </a:extLst>
          </p:cNvPr>
          <p:cNvSpPr>
            <a:spLocks xmlns:a="http://schemas.openxmlformats.org/drawingml/2006/main" noGrp="1"/>
          </p:cNvSpPr>
          <p:nvPr/>
        </p:nvSpPr>
        <p:spPr>
          <a:xfrm xmlns:a="http://schemas.openxmlformats.org/drawingml/2006/main">
            <a:off x="6767289" y="3363339"/>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32" name="capability_v1_s7_o128">
            <a:extLst xmlns:a="http://schemas.openxmlformats.org/drawingml/2006/main">
              <a:ext uri="{FF2B5EF4-FFF2-40B4-BE49-F238E27FC236}">
                <a16:creationId xmlns:a16="http://schemas.microsoft.com/office/drawing/2014/main" id="{51DF6EC0-24AE-43EC-95AE-D14F8BC9FBC0}"/>
              </a:ext>
            </a:extLst>
          </p:cNvPr>
          <p:cNvSpPr>
            <a:spLocks xmlns:a="http://schemas.openxmlformats.org/drawingml/2006/main" noGrp="1"/>
          </p:cNvSpPr>
          <p:nvPr/>
        </p:nvSpPr>
        <p:spPr>
          <a:xfrm xmlns:a="http://schemas.openxmlformats.org/drawingml/2006/main">
            <a:off x="6767289" y="3625821"/>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33" name="capability_v1_s7_o129">
            <a:extLst xmlns:a="http://schemas.openxmlformats.org/drawingml/2006/main">
              <a:ext uri="{FF2B5EF4-FFF2-40B4-BE49-F238E27FC236}">
                <a16:creationId xmlns:a16="http://schemas.microsoft.com/office/drawing/2014/main" id="{F9971EC0-45A3-49A7-A006-93376A615F6B}"/>
              </a:ext>
            </a:extLst>
          </p:cNvPr>
          <p:cNvSpPr>
            <a:spLocks xmlns:a="http://schemas.openxmlformats.org/drawingml/2006/main" noGrp="1"/>
          </p:cNvSpPr>
          <p:nvPr/>
        </p:nvSpPr>
        <p:spPr>
          <a:xfrm xmlns:a="http://schemas.openxmlformats.org/drawingml/2006/main">
            <a:off x="6767289" y="3888304"/>
            <a:ext cx="251677" cy="69335"/>
          </a:xfrm>
          <a:prstGeom xmlns:a="http://schemas.openxmlformats.org/drawingml/2006/main" prst="rect">
            <a:avLst/>
          </a:prstGeom>
          <a:solidFill xmlns:a="http://schemas.openxmlformats.org/drawingml/2006/main">
            <a:srgbClr val="06111F"/>
          </a:solidFill>
          <a:ln xmlns:a="http://schemas.openxmlformats.org/drawingml/2006/main" w="7204">
            <a:solidFill>
              <a:srgbClr val="A98AF2"/>
            </a:solidFill>
          </a:ln>
        </p:spPr>
      </p:sp>
      <p:sp>
        <p:nvSpPr>
          <p:cNvPr id="134" name="capability_v1_s7_o130">
            <a:extLst xmlns:a="http://schemas.openxmlformats.org/drawingml/2006/main">
              <a:ext uri="{FF2B5EF4-FFF2-40B4-BE49-F238E27FC236}">
                <a16:creationId xmlns:a16="http://schemas.microsoft.com/office/drawing/2014/main" id="{924E7C67-5DA6-4AA4-901D-637FBB5FA613}"/>
              </a:ext>
            </a:extLst>
          </p:cNvPr>
          <p:cNvSpPr>
            <a:spLocks xmlns:a="http://schemas.openxmlformats.org/drawingml/2006/main" noGrp="1"/>
          </p:cNvSpPr>
          <p:nvPr/>
        </p:nvSpPr>
        <p:spPr>
          <a:xfrm xmlns:a="http://schemas.openxmlformats.org/drawingml/2006/main">
            <a:off x="5373385" y="3214763"/>
            <a:ext cx="1355185" cy="2575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A98AF2"/>
                </a:solidFill>
                <a:latin typeface="Arial"/>
                <a:ea typeface="Arial"/>
                <a:cs typeface="Arial"/>
              </a:defRPr>
            </a:defPPr>
          </a:lstStyle>
          <a:p xmlns:a="http://schemas.openxmlformats.org/drawingml/2006/main">
            <a:pPr algn="ctr">
              <a:lnSpc>
                <a:spcPct val="108000"/>
              </a:lnSpc>
              <a:buNone/>
              <a:defRPr sz="993" b="1">
                <a:solidFill>
                  <a:srgbClr val="A98AF2"/>
                </a:solidFill>
                <a:latin typeface="Arial"/>
                <a:ea typeface="Arial"/>
                <a:cs typeface="Arial"/>
              </a:defRPr>
            </a:pPr>
            <a:r>
              <a:rPr sz="993" b="1">
                <a:solidFill>
                  <a:srgbClr val="A98AF2"/>
                </a:solidFill>
                <a:latin typeface="Arial"/>
                <a:ea typeface="Arial"/>
                <a:cs typeface="Arial"/>
              </a:rPr>
              <a:t>BINDING</a:t>
            </a:r>
          </a:p>
        </p:txBody>
      </p:sp>
      <p:sp>
        <p:nvSpPr>
          <p:cNvPr id="135" name="capability_v1_s7_o131">
            <a:extLst xmlns:a="http://schemas.openxmlformats.org/drawingml/2006/main">
              <a:ext uri="{FF2B5EF4-FFF2-40B4-BE49-F238E27FC236}">
                <a16:creationId xmlns:a16="http://schemas.microsoft.com/office/drawing/2014/main" id="{14F24A86-EED4-45F2-BB57-746F40B4FD04}"/>
              </a:ext>
            </a:extLst>
          </p:cNvPr>
          <p:cNvSpPr>
            <a:spLocks xmlns:a="http://schemas.openxmlformats.org/drawingml/2006/main" noGrp="1"/>
          </p:cNvSpPr>
          <p:nvPr/>
        </p:nvSpPr>
        <p:spPr>
          <a:xfrm xmlns:a="http://schemas.openxmlformats.org/drawingml/2006/main">
            <a:off x="5373385" y="3521819"/>
            <a:ext cx="1355185" cy="564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F4F7FB"/>
                </a:solidFill>
                <a:latin typeface="Arial"/>
                <a:ea typeface="Arial"/>
                <a:cs typeface="Arial"/>
              </a:defRPr>
            </a:defPPr>
          </a:lstStyle>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embodiment plan</a:t>
            </a:r>
          </a:p>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port</a:t>
            </a:r>
          </a:p>
        </p:txBody>
      </p:sp>
      <p:sp>
        <p:nvSpPr>
          <p:cNvPr id="136" name="capability_v1_s7_o132">
            <a:extLst xmlns:a="http://schemas.openxmlformats.org/drawingml/2006/main">
              <a:ext uri="{FF2B5EF4-FFF2-40B4-BE49-F238E27FC236}">
                <a16:creationId xmlns:a16="http://schemas.microsoft.com/office/drawing/2014/main" id="{9C49F142-F234-439A-AAA3-9B579352AC4D}"/>
              </a:ext>
            </a:extLst>
          </p:cNvPr>
          <p:cNvSpPr>
            <a:spLocks xmlns:a="http://schemas.openxmlformats.org/drawingml/2006/main" noGrp="1"/>
          </p:cNvSpPr>
          <p:nvPr/>
        </p:nvSpPr>
        <p:spPr>
          <a:xfrm xmlns:a="http://schemas.openxmlformats.org/drawingml/2006/main">
            <a:off x="5055975"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37" name="capability_v1_s7_o133">
            <a:extLst xmlns:a="http://schemas.openxmlformats.org/drawingml/2006/main">
              <a:ext uri="{FF2B5EF4-FFF2-40B4-BE49-F238E27FC236}">
                <a16:creationId xmlns:a16="http://schemas.microsoft.com/office/drawing/2014/main" id="{C04DEE8E-7AE7-4A46-924A-9612A49E6DAC}"/>
              </a:ext>
            </a:extLst>
          </p:cNvPr>
          <p:cNvSpPr>
            <a:spLocks xmlns:a="http://schemas.openxmlformats.org/drawingml/2006/main" noGrp="1"/>
          </p:cNvSpPr>
          <p:nvPr/>
        </p:nvSpPr>
        <p:spPr>
          <a:xfrm xmlns:a="http://schemas.openxmlformats.org/drawingml/2006/main">
            <a:off x="6991953"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38" name="capability_v1_s7_o134">
            <a:extLst xmlns:a="http://schemas.openxmlformats.org/drawingml/2006/main">
              <a:ext uri="{FF2B5EF4-FFF2-40B4-BE49-F238E27FC236}">
                <a16:creationId xmlns:a16="http://schemas.microsoft.com/office/drawing/2014/main" id="{EE9976AA-F71C-4994-BC0B-63141219C187}"/>
              </a:ext>
            </a:extLst>
          </p:cNvPr>
          <p:cNvSpPr>
            <a:spLocks xmlns:a="http://schemas.openxmlformats.org/drawingml/2006/main" noGrp="1"/>
          </p:cNvSpPr>
          <p:nvPr/>
        </p:nvSpPr>
        <p:spPr>
          <a:xfrm xmlns:a="http://schemas.openxmlformats.org/drawingml/2006/main">
            <a:off x="7334125" y="3165238"/>
            <a:ext cx="1935978" cy="990500"/>
          </a:xfrm>
          <a:prstGeom xmlns:a="http://schemas.openxmlformats.org/drawingml/2006/main" prst="hexagon">
            <a:avLst/>
          </a:prstGeom>
          <a:solidFill xmlns:a="http://schemas.openxmlformats.org/drawingml/2006/main">
            <a:srgbClr val="041C32"/>
          </a:solidFill>
          <a:ln xmlns:a="http://schemas.openxmlformats.org/drawingml/2006/main" w="12606">
            <a:solidFill>
              <a:srgbClr val="A98AF2"/>
            </a:solidFill>
          </a:ln>
        </p:spPr>
      </p:sp>
      <p:sp>
        <p:nvSpPr>
          <p:cNvPr id="139" name="capability_v1_s7_o135">
            <a:extLst xmlns:a="http://schemas.openxmlformats.org/drawingml/2006/main">
              <a:ext uri="{FF2B5EF4-FFF2-40B4-BE49-F238E27FC236}">
                <a16:creationId xmlns:a16="http://schemas.microsoft.com/office/drawing/2014/main" id="{9CCCEB09-9D7E-4677-BC5D-A463DE923867}"/>
              </a:ext>
            </a:extLst>
          </p:cNvPr>
          <p:cNvSpPr>
            <a:spLocks xmlns:a="http://schemas.openxmlformats.org/drawingml/2006/main" noGrp="1"/>
          </p:cNvSpPr>
          <p:nvPr/>
        </p:nvSpPr>
        <p:spPr>
          <a:xfrm xmlns:a="http://schemas.openxmlformats.org/drawingml/2006/main">
            <a:off x="7721321" y="3214763"/>
            <a:ext cx="1161587" cy="2674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A98AF2"/>
                </a:solidFill>
                <a:latin typeface="Arial"/>
                <a:ea typeface="Arial"/>
                <a:cs typeface="Arial"/>
              </a:defRPr>
            </a:defPPr>
          </a:lstStyle>
          <a:p xmlns:a="http://schemas.openxmlformats.org/drawingml/2006/main">
            <a:pPr algn="ctr">
              <a:lnSpc>
                <a:spcPct val="108000"/>
              </a:lnSpc>
              <a:buNone/>
              <a:defRPr sz="993" b="1">
                <a:solidFill>
                  <a:srgbClr val="A98AF2"/>
                </a:solidFill>
                <a:latin typeface="Arial"/>
                <a:ea typeface="Arial"/>
                <a:cs typeface="Arial"/>
              </a:defRPr>
            </a:pPr>
            <a:r>
              <a:rPr sz="993" b="1">
                <a:solidFill>
                  <a:srgbClr val="A98AF2"/>
                </a:solidFill>
                <a:latin typeface="Arial"/>
                <a:ea typeface="Arial"/>
                <a:cs typeface="Arial"/>
              </a:rPr>
              <a:t>PLATFORM</a:t>
            </a:r>
          </a:p>
        </p:txBody>
      </p:sp>
      <p:sp>
        <p:nvSpPr>
          <p:cNvPr id="140" name="capability_v1_s7_o136">
            <a:extLst xmlns:a="http://schemas.openxmlformats.org/drawingml/2006/main">
              <a:ext uri="{FF2B5EF4-FFF2-40B4-BE49-F238E27FC236}">
                <a16:creationId xmlns:a16="http://schemas.microsoft.com/office/drawing/2014/main" id="{2E0F3BC0-6A9E-46B9-B5E5-7B61757B8479}"/>
              </a:ext>
            </a:extLst>
          </p:cNvPr>
          <p:cNvSpPr>
            <a:spLocks xmlns:a="http://schemas.openxmlformats.org/drawingml/2006/main" noGrp="1"/>
          </p:cNvSpPr>
          <p:nvPr/>
        </p:nvSpPr>
        <p:spPr>
          <a:xfrm xmlns:a="http://schemas.openxmlformats.org/drawingml/2006/main">
            <a:off x="7682602" y="3511914"/>
            <a:ext cx="1239026" cy="5843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F4F7FB"/>
                </a:solidFill>
                <a:latin typeface="Arial"/>
                <a:ea typeface="Arial"/>
                <a:cs typeface="Arial"/>
              </a:defRPr>
            </a:defPPr>
          </a:lstStyle>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embodiment</a:t>
            </a:r>
          </a:p>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plan port</a:t>
            </a:r>
          </a:p>
        </p:txBody>
      </p:sp>
      <p:sp>
        <p:nvSpPr>
          <p:cNvPr id="141" name="capability_v1_s7_o137">
            <a:extLst xmlns:a="http://schemas.openxmlformats.org/drawingml/2006/main">
              <a:ext uri="{FF2B5EF4-FFF2-40B4-BE49-F238E27FC236}">
                <a16:creationId xmlns:a16="http://schemas.microsoft.com/office/drawing/2014/main" id="{A2E8BCA4-9897-4C4F-8C35-7F84F85BAE2C}"/>
              </a:ext>
            </a:extLst>
          </p:cNvPr>
          <p:cNvSpPr>
            <a:spLocks xmlns:a="http://schemas.openxmlformats.org/drawingml/2006/main" noGrp="1"/>
          </p:cNvSpPr>
          <p:nvPr/>
        </p:nvSpPr>
        <p:spPr>
          <a:xfrm xmlns:a="http://schemas.openxmlformats.org/drawingml/2006/main">
            <a:off x="7307112"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42" name="capability_v1_s7_o138">
            <a:extLst xmlns:a="http://schemas.openxmlformats.org/drawingml/2006/main">
              <a:ext uri="{FF2B5EF4-FFF2-40B4-BE49-F238E27FC236}">
                <a16:creationId xmlns:a16="http://schemas.microsoft.com/office/drawing/2014/main" id="{C53B2B2E-E72A-4889-97EF-8AAC77C5DC7A}"/>
              </a:ext>
            </a:extLst>
          </p:cNvPr>
          <p:cNvSpPr>
            <a:spLocks xmlns:a="http://schemas.openxmlformats.org/drawingml/2006/main" noGrp="1"/>
          </p:cNvSpPr>
          <p:nvPr/>
        </p:nvSpPr>
        <p:spPr>
          <a:xfrm xmlns:a="http://schemas.openxmlformats.org/drawingml/2006/main">
            <a:off x="9243090"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43" name="capability_v1_s7_o139">
            <a:extLst xmlns:a="http://schemas.openxmlformats.org/drawingml/2006/main">
              <a:ext uri="{FF2B5EF4-FFF2-40B4-BE49-F238E27FC236}">
                <a16:creationId xmlns:a16="http://schemas.microsoft.com/office/drawing/2014/main" id="{6C4EC940-7421-45BF-AE65-963254A64791}"/>
              </a:ext>
            </a:extLst>
          </p:cNvPr>
          <p:cNvSpPr>
            <a:spLocks xmlns:a="http://schemas.openxmlformats.org/drawingml/2006/main" noGrp="1"/>
          </p:cNvSpPr>
          <p:nvPr/>
        </p:nvSpPr>
        <p:spPr>
          <a:xfrm xmlns:a="http://schemas.openxmlformats.org/drawingml/2006/main">
            <a:off x="9691742" y="3224668"/>
            <a:ext cx="1752060" cy="921165"/>
          </a:xfrm>
          <a:prstGeom xmlns:a="http://schemas.openxmlformats.org/drawingml/2006/main" prst="roundRect">
            <a:avLst>
              <a:gd name="adj" fmla="val 11030"/>
            </a:avLst>
          </a:prstGeom>
          <a:solidFill xmlns:a="http://schemas.openxmlformats.org/drawingml/2006/main">
            <a:srgbClr val="020A14"/>
          </a:solidFill>
          <a:ln xmlns:a="http://schemas.openxmlformats.org/drawingml/2006/main" w="0">
            <a:noFill/>
          </a:ln>
        </p:spPr>
      </p:sp>
      <p:sp>
        <p:nvSpPr>
          <p:cNvPr id="144" name="capability_v1_s7_o140">
            <a:extLst xmlns:a="http://schemas.openxmlformats.org/drawingml/2006/main">
              <a:ext uri="{FF2B5EF4-FFF2-40B4-BE49-F238E27FC236}">
                <a16:creationId xmlns:a16="http://schemas.microsoft.com/office/drawing/2014/main" id="{9425725C-A681-4505-A0B4-B321ACBDD2A5}"/>
              </a:ext>
            </a:extLst>
          </p:cNvPr>
          <p:cNvSpPr>
            <a:spLocks xmlns:a="http://schemas.openxmlformats.org/drawingml/2006/main" noGrp="1"/>
          </p:cNvSpPr>
          <p:nvPr/>
        </p:nvSpPr>
        <p:spPr>
          <a:xfrm xmlns:a="http://schemas.openxmlformats.org/drawingml/2006/main">
            <a:off x="9653022" y="3165238"/>
            <a:ext cx="1800460" cy="990500"/>
          </a:xfrm>
          <a:prstGeom xmlns:a="http://schemas.openxmlformats.org/drawingml/2006/main" prst="roundRect">
            <a:avLst>
              <a:gd name="adj" fmla="val 10257"/>
            </a:avLst>
          </a:prstGeom>
          <a:solidFill xmlns:a="http://schemas.openxmlformats.org/drawingml/2006/main">
            <a:srgbClr val="041C32"/>
          </a:solidFill>
          <a:ln xmlns:a="http://schemas.openxmlformats.org/drawingml/2006/main" w="14407">
            <a:solidFill>
              <a:srgbClr val="A98AF2"/>
            </a:solidFill>
          </a:ln>
        </p:spPr>
      </p:sp>
      <p:sp>
        <p:nvSpPr>
          <p:cNvPr id="145" name="capability_v1_s7_o141">
            <a:extLst xmlns:a="http://schemas.openxmlformats.org/drawingml/2006/main">
              <a:ext uri="{FF2B5EF4-FFF2-40B4-BE49-F238E27FC236}">
                <a16:creationId xmlns:a16="http://schemas.microsoft.com/office/drawing/2014/main" id="{8436A5FD-DF83-4BA4-B5A3-06B4B9351750}"/>
              </a:ext>
            </a:extLst>
          </p:cNvPr>
          <p:cNvSpPr>
            <a:spLocks xmlns:a="http://schemas.openxmlformats.org/drawingml/2006/main" noGrp="1"/>
          </p:cNvSpPr>
          <p:nvPr/>
        </p:nvSpPr>
        <p:spPr>
          <a:xfrm xmlns:a="http://schemas.openxmlformats.org/drawingml/2006/main">
            <a:off x="9711101" y="3219716"/>
            <a:ext cx="1684301" cy="27734"/>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146" name="capability_v1_s7_o142">
            <a:extLst xmlns:a="http://schemas.openxmlformats.org/drawingml/2006/main">
              <a:ext uri="{FF2B5EF4-FFF2-40B4-BE49-F238E27FC236}">
                <a16:creationId xmlns:a16="http://schemas.microsoft.com/office/drawing/2014/main" id="{14599F3B-5CA6-4471-9FEE-888976D6F8E6}"/>
              </a:ext>
            </a:extLst>
          </p:cNvPr>
          <p:cNvSpPr>
            <a:spLocks xmlns:a="http://schemas.openxmlformats.org/drawingml/2006/main" noGrp="1"/>
          </p:cNvSpPr>
          <p:nvPr/>
        </p:nvSpPr>
        <p:spPr>
          <a:xfrm xmlns:a="http://schemas.openxmlformats.org/drawingml/2006/main">
            <a:off x="9585263" y="342276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47" name="capability_v1_s7_o143">
            <a:extLst xmlns:a="http://schemas.openxmlformats.org/drawingml/2006/main">
              <a:ext uri="{FF2B5EF4-FFF2-40B4-BE49-F238E27FC236}">
                <a16:creationId xmlns:a16="http://schemas.microsoft.com/office/drawing/2014/main" id="{C784969D-3152-4F1B-94EB-8DDB5FF21FCB}"/>
              </a:ext>
            </a:extLst>
          </p:cNvPr>
          <p:cNvSpPr>
            <a:spLocks xmlns:a="http://schemas.openxmlformats.org/drawingml/2006/main" noGrp="1"/>
          </p:cNvSpPr>
          <p:nvPr/>
        </p:nvSpPr>
        <p:spPr>
          <a:xfrm xmlns:a="http://schemas.openxmlformats.org/drawingml/2006/main">
            <a:off x="9585263" y="366048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48" name="capability_v1_s7_o144">
            <a:extLst xmlns:a="http://schemas.openxmlformats.org/drawingml/2006/main">
              <a:ext uri="{FF2B5EF4-FFF2-40B4-BE49-F238E27FC236}">
                <a16:creationId xmlns:a16="http://schemas.microsoft.com/office/drawing/2014/main" id="{21F0EE75-B7EC-4D78-94E2-69E69B1A7DFF}"/>
              </a:ext>
            </a:extLst>
          </p:cNvPr>
          <p:cNvSpPr>
            <a:spLocks xmlns:a="http://schemas.openxmlformats.org/drawingml/2006/main" noGrp="1"/>
          </p:cNvSpPr>
          <p:nvPr/>
        </p:nvSpPr>
        <p:spPr>
          <a:xfrm xmlns:a="http://schemas.openxmlformats.org/drawingml/2006/main">
            <a:off x="9585263" y="389820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49" name="capability_v1_s7_o145">
            <a:extLst xmlns:a="http://schemas.openxmlformats.org/drawingml/2006/main">
              <a:ext uri="{FF2B5EF4-FFF2-40B4-BE49-F238E27FC236}">
                <a16:creationId xmlns:a16="http://schemas.microsoft.com/office/drawing/2014/main" id="{B6AC13C8-0E53-4795-B4E4-CD0389BF378C}"/>
              </a:ext>
            </a:extLst>
          </p:cNvPr>
          <p:cNvSpPr>
            <a:spLocks xmlns:a="http://schemas.openxmlformats.org/drawingml/2006/main" noGrp="1"/>
          </p:cNvSpPr>
          <p:nvPr/>
        </p:nvSpPr>
        <p:spPr>
          <a:xfrm xmlns:a="http://schemas.openxmlformats.org/drawingml/2006/main">
            <a:off x="11453482" y="342276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50" name="capability_v1_s7_o146">
            <a:extLst xmlns:a="http://schemas.openxmlformats.org/drawingml/2006/main">
              <a:ext uri="{FF2B5EF4-FFF2-40B4-BE49-F238E27FC236}">
                <a16:creationId xmlns:a16="http://schemas.microsoft.com/office/drawing/2014/main" id="{FD2F2404-7AD5-4739-8030-754CB95F97D2}"/>
              </a:ext>
            </a:extLst>
          </p:cNvPr>
          <p:cNvSpPr>
            <a:spLocks xmlns:a="http://schemas.openxmlformats.org/drawingml/2006/main" noGrp="1"/>
          </p:cNvSpPr>
          <p:nvPr/>
        </p:nvSpPr>
        <p:spPr>
          <a:xfrm xmlns:a="http://schemas.openxmlformats.org/drawingml/2006/main">
            <a:off x="11453482" y="366048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51" name="capability_v1_s7_o147">
            <a:extLst xmlns:a="http://schemas.openxmlformats.org/drawingml/2006/main">
              <a:ext uri="{FF2B5EF4-FFF2-40B4-BE49-F238E27FC236}">
                <a16:creationId xmlns:a16="http://schemas.microsoft.com/office/drawing/2014/main" id="{1F1E81EF-713F-40A1-B285-F74F44F6EA8D}"/>
              </a:ext>
            </a:extLst>
          </p:cNvPr>
          <p:cNvSpPr>
            <a:spLocks xmlns:a="http://schemas.openxmlformats.org/drawingml/2006/main" noGrp="1"/>
          </p:cNvSpPr>
          <p:nvPr/>
        </p:nvSpPr>
        <p:spPr>
          <a:xfrm xmlns:a="http://schemas.openxmlformats.org/drawingml/2006/main">
            <a:off x="11453482" y="3898209"/>
            <a:ext cx="67759" cy="95"/>
          </a:xfrm>
          <a:custGeom xmlns:a="http://schemas.openxmlformats.org/drawingml/2006/main">
            <a:pathLst>
              <a:path w="67759" h="95">
                <a:moveTo>
                  <a:pt x="0" y="0"/>
                </a:moveTo>
                <a:lnTo>
                  <a:pt x="67759" y="0"/>
                </a:lnTo>
              </a:path>
            </a:pathLst>
          </a:custGeom>
          <a:noFill xmlns:a="http://schemas.openxmlformats.org/drawingml/2006/main"/>
          <a:ln xmlns:a="http://schemas.openxmlformats.org/drawingml/2006/main" w="10805">
            <a:solidFill>
              <a:srgbClr val="A98AF2"/>
            </a:solidFill>
            <a:prstDash val="solid"/>
          </a:ln>
        </p:spPr>
      </p:sp>
      <p:sp>
        <p:nvSpPr>
          <p:cNvPr id="152" name="capability_v1_s7_o148">
            <a:extLst xmlns:a="http://schemas.openxmlformats.org/drawingml/2006/main">
              <a:ext uri="{FF2B5EF4-FFF2-40B4-BE49-F238E27FC236}">
                <a16:creationId xmlns:a16="http://schemas.microsoft.com/office/drawing/2014/main" id="{F652C557-B545-417F-BD5F-BB68986B32AB}"/>
              </a:ext>
            </a:extLst>
          </p:cNvPr>
          <p:cNvSpPr>
            <a:spLocks xmlns:a="http://schemas.openxmlformats.org/drawingml/2006/main" noGrp="1"/>
          </p:cNvSpPr>
          <p:nvPr/>
        </p:nvSpPr>
        <p:spPr>
          <a:xfrm xmlns:a="http://schemas.openxmlformats.org/drawingml/2006/main">
            <a:off x="10553252" y="3165238"/>
            <a:ext cx="95" cy="19810"/>
          </a:xfrm>
          <a:custGeom xmlns:a="http://schemas.openxmlformats.org/drawingml/2006/main">
            <a:pathLst>
              <a:path w="95" h="19810">
                <a:moveTo>
                  <a:pt x="0" y="0"/>
                </a:moveTo>
                <a:lnTo>
                  <a:pt x="0" y="19810"/>
                </a:lnTo>
              </a:path>
            </a:pathLst>
          </a:custGeom>
          <a:noFill xmlns:a="http://schemas.openxmlformats.org/drawingml/2006/main"/>
          <a:ln xmlns:a="http://schemas.openxmlformats.org/drawingml/2006/main" w="10805">
            <a:solidFill>
              <a:srgbClr val="A98AF2"/>
            </a:solidFill>
            <a:prstDash val="solid"/>
          </a:ln>
        </p:spPr>
      </p:sp>
      <p:sp>
        <p:nvSpPr>
          <p:cNvPr id="153" name="capability_v1_s7_o149">
            <a:extLst xmlns:a="http://schemas.openxmlformats.org/drawingml/2006/main">
              <a:ext uri="{FF2B5EF4-FFF2-40B4-BE49-F238E27FC236}">
                <a16:creationId xmlns:a16="http://schemas.microsoft.com/office/drawing/2014/main" id="{E63B4C85-291A-46C3-8FEB-4001D44C7C69}"/>
              </a:ext>
            </a:extLst>
          </p:cNvPr>
          <p:cNvSpPr>
            <a:spLocks xmlns:a="http://schemas.openxmlformats.org/drawingml/2006/main" noGrp="1"/>
          </p:cNvSpPr>
          <p:nvPr/>
        </p:nvSpPr>
        <p:spPr>
          <a:xfrm xmlns:a="http://schemas.openxmlformats.org/drawingml/2006/main">
            <a:off x="10553252" y="4116119"/>
            <a:ext cx="95" cy="39620"/>
          </a:xfrm>
          <a:custGeom xmlns:a="http://schemas.openxmlformats.org/drawingml/2006/main">
            <a:pathLst>
              <a:path w="95" h="39620">
                <a:moveTo>
                  <a:pt x="0" y="0"/>
                </a:moveTo>
                <a:lnTo>
                  <a:pt x="0" y="39620"/>
                </a:lnTo>
              </a:path>
            </a:pathLst>
          </a:custGeom>
          <a:noFill xmlns:a="http://schemas.openxmlformats.org/drawingml/2006/main"/>
          <a:ln xmlns:a="http://schemas.openxmlformats.org/drawingml/2006/main" w="10805">
            <a:solidFill>
              <a:srgbClr val="A98AF2"/>
            </a:solidFill>
            <a:prstDash val="solid"/>
          </a:ln>
        </p:spPr>
      </p:sp>
      <p:sp>
        <p:nvSpPr>
          <p:cNvPr id="154" name="capability_v1_s7_o150">
            <a:extLst xmlns:a="http://schemas.openxmlformats.org/drawingml/2006/main">
              <a:ext uri="{FF2B5EF4-FFF2-40B4-BE49-F238E27FC236}">
                <a16:creationId xmlns:a16="http://schemas.microsoft.com/office/drawing/2014/main" id="{8305E066-2501-440B-A32A-7F37FDB3F7C0}"/>
              </a:ext>
            </a:extLst>
          </p:cNvPr>
          <p:cNvSpPr>
            <a:spLocks xmlns:a="http://schemas.openxmlformats.org/drawingml/2006/main" noGrp="1"/>
          </p:cNvSpPr>
          <p:nvPr/>
        </p:nvSpPr>
        <p:spPr>
          <a:xfrm xmlns:a="http://schemas.openxmlformats.org/drawingml/2006/main">
            <a:off x="9701421" y="3244478"/>
            <a:ext cx="1703661" cy="237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18" b="1">
                <a:solidFill>
                  <a:srgbClr val="A98AF2"/>
                </a:solidFill>
                <a:latin typeface="Arial"/>
                <a:ea typeface="Arial"/>
                <a:cs typeface="Arial"/>
              </a:defRPr>
            </a:defPPr>
          </a:lstStyle>
          <a:p xmlns:a="http://schemas.openxmlformats.org/drawingml/2006/main">
            <a:pPr algn="ctr">
              <a:lnSpc>
                <a:spcPct val="108000"/>
              </a:lnSpc>
              <a:buNone/>
              <a:defRPr sz="918" b="1">
                <a:solidFill>
                  <a:srgbClr val="A98AF2"/>
                </a:solidFill>
                <a:latin typeface="Arial"/>
                <a:ea typeface="Arial"/>
                <a:cs typeface="Arial"/>
              </a:defRPr>
            </a:pPr>
            <a:r>
              <a:rPr sz="918" b="1">
                <a:solidFill>
                  <a:srgbClr val="A98AF2"/>
                </a:solidFill>
                <a:latin typeface="Arial"/>
                <a:ea typeface="Arial"/>
                <a:cs typeface="Arial"/>
              </a:rPr>
              <a:t>PROVIDER</a:t>
            </a:r>
          </a:p>
        </p:txBody>
      </p:sp>
      <p:sp>
        <p:nvSpPr>
          <p:cNvPr id="155" name="capability_v1_s7_o151">
            <a:extLst xmlns:a="http://schemas.openxmlformats.org/drawingml/2006/main">
              <a:ext uri="{FF2B5EF4-FFF2-40B4-BE49-F238E27FC236}">
                <a16:creationId xmlns:a16="http://schemas.microsoft.com/office/drawing/2014/main" id="{FE299E70-010E-4A4D-9DCE-CBF75AA277A4}"/>
              </a:ext>
            </a:extLst>
          </p:cNvPr>
          <p:cNvSpPr>
            <a:spLocks xmlns:a="http://schemas.openxmlformats.org/drawingml/2006/main" noGrp="1"/>
          </p:cNvSpPr>
          <p:nvPr/>
        </p:nvSpPr>
        <p:spPr>
          <a:xfrm xmlns:a="http://schemas.openxmlformats.org/drawingml/2006/main">
            <a:off x="9720781" y="3502009"/>
            <a:ext cx="1664941" cy="564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993" b="1">
                <a:solidFill>
                  <a:srgbClr val="F4F7FB"/>
                </a:solidFill>
                <a:latin typeface="Arial"/>
                <a:ea typeface="Arial"/>
                <a:cs typeface="Arial"/>
              </a:defRPr>
            </a:defPPr>
          </a:lstStyle>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Declared Read Graph</a:t>
            </a:r>
          </a:p>
          <a:p xmlns:a="http://schemas.openxmlformats.org/drawingml/2006/main">
            <a:pPr algn="ctr">
              <a:lnSpc>
                <a:spcPct val="108000"/>
              </a:lnSpc>
              <a:buNone/>
              <a:defRPr sz="993" b="1">
                <a:solidFill>
                  <a:srgbClr val="F4F7FB"/>
                </a:solidFill>
                <a:latin typeface="Arial"/>
                <a:ea typeface="Arial"/>
                <a:cs typeface="Arial"/>
              </a:defRPr>
            </a:pPr>
            <a:r>
              <a:rPr sz="993" b="1">
                <a:solidFill>
                  <a:srgbClr val="F4F7FB"/>
                </a:solidFill>
                <a:latin typeface="Arial"/>
                <a:ea typeface="Arial"/>
                <a:cs typeface="Arial"/>
              </a:rPr>
              <a:t>Provider (query runner)</a:t>
            </a:r>
          </a:p>
        </p:txBody>
      </p:sp>
      <p:sp>
        <p:nvSpPr>
          <p:cNvPr id="156" name="capability_v1_s7_o152">
            <a:extLst xmlns:a="http://schemas.openxmlformats.org/drawingml/2006/main">
              <a:ext uri="{FF2B5EF4-FFF2-40B4-BE49-F238E27FC236}">
                <a16:creationId xmlns:a16="http://schemas.microsoft.com/office/drawing/2014/main" id="{E0A63D91-FF6C-4976-BC83-2BD994730454}"/>
              </a:ext>
            </a:extLst>
          </p:cNvPr>
          <p:cNvSpPr>
            <a:spLocks xmlns:a="http://schemas.openxmlformats.org/drawingml/2006/main" noGrp="1"/>
          </p:cNvSpPr>
          <p:nvPr/>
        </p:nvSpPr>
        <p:spPr>
          <a:xfrm xmlns:a="http://schemas.openxmlformats.org/drawingml/2006/main">
            <a:off x="9558249" y="3633475"/>
            <a:ext cx="54027" cy="54027"/>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57" name="capability_v1_s7_o153">
            <a:extLst xmlns:a="http://schemas.openxmlformats.org/drawingml/2006/main">
              <a:ext uri="{FF2B5EF4-FFF2-40B4-BE49-F238E27FC236}">
                <a16:creationId xmlns:a16="http://schemas.microsoft.com/office/drawing/2014/main" id="{4EBC7765-906E-40C8-A846-FB79B84CE99C}"/>
              </a:ext>
            </a:extLst>
          </p:cNvPr>
          <p:cNvSpPr>
            <a:spLocks xmlns:a="http://schemas.openxmlformats.org/drawingml/2006/main" noGrp="1"/>
          </p:cNvSpPr>
          <p:nvPr/>
        </p:nvSpPr>
        <p:spPr>
          <a:xfrm xmlns:a="http://schemas.openxmlformats.org/drawingml/2006/main">
            <a:off x="444500" y="62865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8eb94829d52d48a8" action="ppaction://hlinksldjump"/>
              </a:rPr>
              <a:t>Back to complete Event circuit</a:t>
            </a:r>
          </a:p>
        </p:txBody>
      </p:sp>
      <p:sp>
        <p:nvSpPr>
          <p:cNvPr id="158" name="capability_v1_s7_o154">
            <a:extLst xmlns:a="http://schemas.openxmlformats.org/drawingml/2006/main">
              <a:ext uri="{FF2B5EF4-FFF2-40B4-BE49-F238E27FC236}">
                <a16:creationId xmlns:a16="http://schemas.microsoft.com/office/drawing/2014/main" id="{C2FDBA5D-B830-469B-902A-3A08B33E166E}"/>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504831695"/>
      </p:ext>
    </p:extLst>
  </p:cSld>
</p:sld>
</file>

<file path=ppt/slides/slide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0" name="capability_v1_s8_o1">
            <a:extLst xmlns:a="http://schemas.openxmlformats.org/drawingml/2006/main">
              <a:ext uri="{FF2B5EF4-FFF2-40B4-BE49-F238E27FC236}">
                <a16:creationId xmlns:a16="http://schemas.microsoft.com/office/drawing/2014/main" id="{7B02977B-F3A1-41FB-9BFA-D7ABB95F7B8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Provider involvement</a:t>
            </a:r>
          </a:p>
        </p:txBody>
      </p:sp>
      <p:sp>
        <p:nvSpPr>
          <p:cNvPr id="2" name="capability_v1_s8_o2">
            <a:extLst xmlns:a="http://schemas.openxmlformats.org/drawingml/2006/main">
              <a:ext uri="{FF2B5EF4-FFF2-40B4-BE49-F238E27FC236}">
                <a16:creationId xmlns:a16="http://schemas.microsoft.com/office/drawing/2014/main" id="{7E8454BD-AE62-4A83-BC95-3AFD16AFE01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Declared Read Graph Provider (query runner)</a:t>
            </a:r>
          </a:p>
        </p:txBody>
      </p:sp>
      <p:sp>
        <p:nvSpPr>
          <p:cNvPr id="3" name="capability_v1_s8_o3">
            <a:extLst xmlns:a="http://schemas.openxmlformats.org/drawingml/2006/main">
              <a:ext uri="{FF2B5EF4-FFF2-40B4-BE49-F238E27FC236}">
                <a16:creationId xmlns:a16="http://schemas.microsoft.com/office/drawing/2014/main" id="{467B5936-5F35-488E-B8B1-93EE03DDA023}"/>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08</a:t>
            </a:r>
          </a:p>
        </p:txBody>
      </p:sp>
      <p:sp>
        <p:nvSpPr>
          <p:cNvPr id="4" name="capability_v1_s8_o4">
            <a:extLst xmlns:a="http://schemas.openxmlformats.org/drawingml/2006/main">
              <a:ext uri="{FF2B5EF4-FFF2-40B4-BE49-F238E27FC236}">
                <a16:creationId xmlns:a16="http://schemas.microsoft.com/office/drawing/2014/main" id="{F4F317A7-2FD0-4DA7-8E5F-2A1D09DECE08}"/>
              </a:ext>
            </a:extLst>
          </p:cNvPr>
          <p:cNvSpPr>
            <a:spLocks xmlns:a="http://schemas.openxmlformats.org/drawingml/2006/main" noGrp="1"/>
          </p:cNvSpPr>
          <p:nvPr/>
        </p:nvSpPr>
        <p:spPr>
          <a:xfrm xmlns:a="http://schemas.openxmlformats.org/drawingml/2006/main">
            <a:off x="482600" y="1765300"/>
            <a:ext cx="110490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hlinkClick xmlns:r="http://schemas.openxmlformats.org/officeDocument/2006/relationships" r:id="Re4f524da3fa54e9f" action="ppaction://hlinksldjump"/>
              </a:rPr>
              <a:t>topology-and-rasterize-transform-port</a:t>
            </a:r>
          </a:p>
        </p:txBody>
      </p:sp>
      <p:sp>
        <p:nvSpPr>
          <p:cNvPr id="5" name="capability_v1_s8_o5">
            <a:extLst xmlns:a="http://schemas.openxmlformats.org/drawingml/2006/main">
              <a:ext uri="{FF2B5EF4-FFF2-40B4-BE49-F238E27FC236}">
                <a16:creationId xmlns:a16="http://schemas.microsoft.com/office/drawing/2014/main" id="{878D47BE-524E-4D2C-969F-29A33EC6D842}"/>
              </a:ext>
            </a:extLst>
          </p:cNvPr>
          <p:cNvSpPr>
            <a:spLocks xmlns:a="http://schemas.openxmlformats.org/drawingml/2006/main" noGrp="1"/>
          </p:cNvSpPr>
          <p:nvPr/>
        </p:nvSpPr>
        <p:spPr>
          <a:xfrm xmlns:a="http://schemas.openxmlformats.org/drawingml/2006/main">
            <a:off x="482600" y="2349500"/>
            <a:ext cx="11049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98AF2"/>
                </a:solidFill>
                <a:latin typeface="Arial"/>
                <a:ea typeface="Arial"/>
                <a:cs typeface="Arial"/>
              </a:defRPr>
            </a:defPPr>
          </a:lstStyle>
          <a:p xmlns:a="http://schemas.openxmlformats.org/drawingml/2006/main">
            <a:pPr algn="l">
              <a:lnSpc>
                <a:spcPct val="108000"/>
              </a:lnSpc>
              <a:buNone/>
              <a:defRPr sz="1200" b="0">
                <a:solidFill>
                  <a:srgbClr val="A98AF2"/>
                </a:solidFill>
                <a:latin typeface="Arial"/>
                <a:ea typeface="Arial"/>
                <a:cs typeface="Arial"/>
              </a:defRPr>
            </a:pPr>
            <a:r>
              <a:rPr sz="1200" b="0">
                <a:solidFill>
                  <a:srgbClr val="A98AF2"/>
                </a:solidFill>
                <a:latin typeface="Arial"/>
                <a:ea typeface="Arial"/>
                <a:cs typeface="Arial"/>
              </a:rPr>
              <a:t>declared provider · procedural-dungeon-governed-execution</a:t>
            </a:r>
          </a:p>
        </p:txBody>
      </p:sp>
      <p:sp>
        <p:nvSpPr>
          <p:cNvPr id="6" name="capability_v1_s8_o6">
            <a:extLst xmlns:a="http://schemas.openxmlformats.org/drawingml/2006/main">
              <a:ext uri="{FF2B5EF4-FFF2-40B4-BE49-F238E27FC236}">
                <a16:creationId xmlns:a16="http://schemas.microsoft.com/office/drawing/2014/main" id="{4E396066-6EDB-45C3-B214-4F7E106DA6D8}"/>
              </a:ext>
            </a:extLst>
          </p:cNvPr>
          <p:cNvSpPr>
            <a:spLocks xmlns:a="http://schemas.openxmlformats.org/drawingml/2006/main" noGrp="1"/>
          </p:cNvSpPr>
          <p:nvPr/>
        </p:nvSpPr>
        <p:spPr>
          <a:xfrm xmlns:a="http://schemas.openxmlformats.org/drawingml/2006/main">
            <a:off x="482600" y="267970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A8B8CA"/>
                </a:solidFill>
                <a:latin typeface="Arial"/>
                <a:ea typeface="Arial"/>
                <a:cs typeface="Arial"/>
              </a:defRPr>
            </a:defPPr>
          </a:lstStyle>
          <a:p xmlns:a="http://schemas.openxmlformats.org/drawingml/2006/main">
            <a:pPr algn="l">
              <a:lnSpc>
                <a:spcPct val="108000"/>
              </a:lnSpc>
              <a:buNone/>
              <a:defRPr sz="1100" b="0">
                <a:solidFill>
                  <a:srgbClr val="A8B8CA"/>
                </a:solidFill>
                <a:latin typeface="Arial"/>
                <a:ea typeface="Arial"/>
                <a:cs typeface="Arial"/>
              </a:defRPr>
            </a:pPr>
            <a:r>
              <a:rPr sz="1100" b="0">
                <a:solidFill>
                  <a:srgbClr val="A8B8CA"/>
                </a:solidFill>
                <a:latin typeface="Arial"/>
                <a:ea typeface="Arial"/>
                <a:cs typeface="Arial"/>
              </a:rPr>
              <a:t>Port binding: topology-and-rasterize-transform-port</a:t>
            </a:r>
          </a:p>
        </p:txBody>
      </p:sp>
      <p:sp>
        <p:nvSpPr>
          <p:cNvPr id="7" name="capability_v1_s8_o7">
            <a:extLst xmlns:a="http://schemas.openxmlformats.org/drawingml/2006/main">
              <a:ext uri="{FF2B5EF4-FFF2-40B4-BE49-F238E27FC236}">
                <a16:creationId xmlns:a16="http://schemas.microsoft.com/office/drawing/2014/main" id="{0A79A241-8829-44AF-8761-299CCB032DBF}"/>
              </a:ext>
            </a:extLst>
          </p:cNvPr>
          <p:cNvSpPr>
            <a:spLocks xmlns:a="http://schemas.openxmlformats.org/drawingml/2006/main" noGrp="1"/>
          </p:cNvSpPr>
          <p:nvPr/>
        </p:nvSpPr>
        <p:spPr>
          <a:xfrm xmlns:a="http://schemas.openxmlformats.org/drawingml/2006/main">
            <a:off x="482600" y="5943600"/>
            <a:ext cx="11099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100" b="0">
                <a:solidFill>
                  <a:srgbClr val="A8B8CA"/>
                </a:solidFill>
                <a:latin typeface="Arial"/>
                <a:ea typeface="Arial"/>
                <a:cs typeface="Arial"/>
              </a:defRPr>
            </a:defPPr>
          </a:lstStyle>
          <a:p xmlns:a="http://schemas.openxmlformats.org/drawingml/2006/main">
            <a:pPr algn="l">
              <a:lnSpc>
                <a:spcPct val="108000"/>
              </a:lnSpc>
              <a:buNone/>
              <a:defRPr sz="1100" b="0">
                <a:solidFill>
                  <a:srgbClr val="A8B8CA"/>
                </a:solidFill>
                <a:latin typeface="Arial"/>
                <a:ea typeface="Arial"/>
                <a:cs typeface="Arial"/>
              </a:defRPr>
            </a:pPr>
            <a:r>
              <a:rPr sz="1100" b="0">
                <a:solidFill>
                  <a:srgbClr val="A8B8CA"/>
                </a:solidFill>
                <a:latin typeface="Arial"/>
                <a:ea typeface="Arial"/>
                <a:cs typeface="Arial"/>
              </a:rPr>
              <a:t>Declared references; execution and successful testimony are separate evidence.</a:t>
            </a:r>
          </a:p>
        </p:txBody>
      </p:sp>
      <p:sp>
        <p:nvSpPr>
          <p:cNvPr id="8" name="capability_v1_s8_o8">
            <a:extLst xmlns:a="http://schemas.openxmlformats.org/drawingml/2006/main">
              <a:ext uri="{FF2B5EF4-FFF2-40B4-BE49-F238E27FC236}">
                <a16:creationId xmlns:a16="http://schemas.microsoft.com/office/drawing/2014/main" id="{951B1842-87E1-4E10-ABB6-5A245BB635A5}"/>
              </a:ext>
            </a:extLst>
          </p:cNvPr>
          <p:cNvSpPr>
            <a:spLocks xmlns:a="http://schemas.openxmlformats.org/drawingml/2006/main" noGrp="1"/>
          </p:cNvSpPr>
          <p:nvPr/>
        </p:nvSpPr>
        <p:spPr>
          <a:xfrm xmlns:a="http://schemas.openxmlformats.org/drawingml/2006/main">
            <a:off x="444500" y="62865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ab36a71929854e9b" action="ppaction://hlinksldjump"/>
              </a:rPr>
              <a:t>Back to capability blueprint</a:t>
            </a:r>
          </a:p>
        </p:txBody>
      </p:sp>
      <p:sp>
        <p:nvSpPr>
          <p:cNvPr id="9" name="capability_v1_s8_o9">
            <a:extLst xmlns:a="http://schemas.openxmlformats.org/drawingml/2006/main">
              <a:ext uri="{FF2B5EF4-FFF2-40B4-BE49-F238E27FC236}">
                <a16:creationId xmlns:a16="http://schemas.microsoft.com/office/drawing/2014/main" id="{472A8DDE-5911-4828-8578-F446FC530CE7}"/>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779113496"/>
      </p:ext>
    </p:extLst>
  </p:cSld>
</p:sld>
</file>

<file path=ppt/slides/slide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9_o1">
            <a:extLst xmlns:a="http://schemas.openxmlformats.org/drawingml/2006/main">
              <a:ext uri="{FF2B5EF4-FFF2-40B4-BE49-F238E27FC236}">
                <a16:creationId xmlns:a16="http://schemas.microsoft.com/office/drawing/2014/main" id="{176C7505-C7FB-408B-8ACE-E78741DE5ADC}"/>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Blueprint review</a:t>
            </a:r>
          </a:p>
        </p:txBody>
      </p:sp>
      <p:sp>
        <p:nvSpPr>
          <p:cNvPr id="2" name="capability_v1_s9_o2">
            <a:extLst xmlns:a="http://schemas.openxmlformats.org/drawingml/2006/main">
              <a:ext uri="{FF2B5EF4-FFF2-40B4-BE49-F238E27FC236}">
                <a16:creationId xmlns:a16="http://schemas.microsoft.com/office/drawing/2014/main" id="{F8C295A8-7279-462B-AD76-7EE9313C0E7E}"/>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EVIDENCE INCOMPLETE · SOURCE-BOUND FINDINGS</a:t>
            </a:r>
          </a:p>
        </p:txBody>
      </p:sp>
      <p:sp>
        <p:nvSpPr>
          <p:cNvPr id="3" name="capability_v1_s9_o3">
            <a:extLst xmlns:a="http://schemas.openxmlformats.org/drawingml/2006/main">
              <a:ext uri="{FF2B5EF4-FFF2-40B4-BE49-F238E27FC236}">
                <a16:creationId xmlns:a16="http://schemas.microsoft.com/office/drawing/2014/main" id="{73C14144-AC97-4E74-9BB0-03EB8FBC664D}"/>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09</a:t>
            </a:r>
          </a:p>
        </p:txBody>
      </p:sp>
      <p:sp>
        <p:nvSpPr>
          <p:cNvPr id="4" name="capability_v1_s9_o4">
            <a:extLst xmlns:a="http://schemas.openxmlformats.org/drawingml/2006/main">
              <a:ext uri="{FF2B5EF4-FFF2-40B4-BE49-F238E27FC236}">
                <a16:creationId xmlns:a16="http://schemas.microsoft.com/office/drawing/2014/main" id="{E73738B8-B1CD-4232-9B1B-0E4DDA9E0135}"/>
              </a:ext>
            </a:extLst>
          </p:cNvPr>
          <p:cNvSpPr>
            <a:spLocks xmlns:a="http://schemas.openxmlformats.org/drawingml/2006/main" noGrp="1"/>
          </p:cNvSpPr>
          <p:nvPr/>
        </p:nvSpPr>
        <p:spPr>
          <a:xfrm xmlns:a="http://schemas.openxmlformats.org/drawingml/2006/main">
            <a:off x="457200" y="17145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6B94D"/>
                </a:solidFill>
                <a:latin typeface="Arial"/>
                <a:ea typeface="Arial"/>
                <a:cs typeface="Arial"/>
              </a:defRPr>
            </a:defPPr>
          </a:lstStyle>
          <a:p xmlns:a="http://schemas.openxmlformats.org/drawingml/2006/main">
            <a:pPr algn="l">
              <a:lnSpc>
                <a:spcPct val="108000"/>
              </a:lnSpc>
              <a:buNone/>
              <a:defRPr sz="1500" b="1">
                <a:solidFill>
                  <a:srgbClr val="F6B94D"/>
                </a:solidFill>
                <a:latin typeface="Arial"/>
                <a:ea typeface="Arial"/>
                <a:cs typeface="Arial"/>
              </a:defRPr>
            </a:pPr>
            <a:r>
              <a:rPr sz="1500" b="1">
                <a:solidFill>
                  <a:srgbClr val="F6B94D"/>
                </a:solidFill>
                <a:latin typeface="Arial"/>
                <a:ea typeface="Arial"/>
                <a:cs typeface="Arial"/>
              </a:rPr>
              <a:t>R01 · WARNING · BINDING NOT INVOKED</a:t>
            </a:r>
          </a:p>
        </p:txBody>
      </p:sp>
      <p:sp>
        <p:nvSpPr>
          <p:cNvPr id="5" name="capability_v1_s9_o5">
            <a:extLst xmlns:a="http://schemas.openxmlformats.org/drawingml/2006/main">
              <a:ext uri="{FF2B5EF4-FFF2-40B4-BE49-F238E27FC236}">
                <a16:creationId xmlns:a16="http://schemas.microsoft.com/office/drawing/2014/main" id="{BF16EA62-EFA7-4199-A2A0-66F6BECC338A}"/>
              </a:ext>
            </a:extLst>
          </p:cNvPr>
          <p:cNvSpPr>
            <a:spLocks xmlns:a="http://schemas.openxmlformats.org/drawingml/2006/main" noGrp="1"/>
          </p:cNvSpPr>
          <p:nvPr/>
        </p:nvSpPr>
        <p:spPr>
          <a:xfrm xmlns:a="http://schemas.openxmlformats.org/drawingml/2006/main">
            <a:off x="469900" y="2082800"/>
            <a:ext cx="111506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Binding procedural-dungeon-governed-execution-port has no invoking operation in the selected graph.</a:t>
            </a:r>
          </a:p>
        </p:txBody>
      </p:sp>
      <p:sp>
        <p:nvSpPr>
          <p:cNvPr id="6" name="capability_v1_s9_o6">
            <a:extLst xmlns:a="http://schemas.openxmlformats.org/drawingml/2006/main">
              <a:ext uri="{FF2B5EF4-FFF2-40B4-BE49-F238E27FC236}">
                <a16:creationId xmlns:a16="http://schemas.microsoft.com/office/drawing/2014/main" id="{E98B03C8-2664-4DFD-8B30-D0F74D655C9E}"/>
              </a:ext>
            </a:extLst>
          </p:cNvPr>
          <p:cNvSpPr>
            <a:spLocks xmlns:a="http://schemas.openxmlformats.org/drawingml/2006/main" noGrp="1"/>
          </p:cNvSpPr>
          <p:nvPr/>
        </p:nvSpPr>
        <p:spPr>
          <a:xfrm xmlns:a="http://schemas.openxmlformats.org/drawingml/2006/main">
            <a:off x="457200" y="27559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6B94D"/>
                </a:solidFill>
                <a:latin typeface="Arial"/>
                <a:ea typeface="Arial"/>
                <a:cs typeface="Arial"/>
              </a:defRPr>
            </a:defPPr>
          </a:lstStyle>
          <a:p xmlns:a="http://schemas.openxmlformats.org/drawingml/2006/main">
            <a:pPr algn="l">
              <a:lnSpc>
                <a:spcPct val="108000"/>
              </a:lnSpc>
              <a:buNone/>
              <a:defRPr sz="1500" b="1">
                <a:solidFill>
                  <a:srgbClr val="F6B94D"/>
                </a:solidFill>
                <a:latin typeface="Arial"/>
                <a:ea typeface="Arial"/>
                <a:cs typeface="Arial"/>
              </a:defRPr>
            </a:pPr>
            <a:r>
              <a:rPr sz="1500" b="1">
                <a:solidFill>
                  <a:srgbClr val="F6B94D"/>
                </a:solidFill>
                <a:latin typeface="Arial"/>
                <a:ea typeface="Arial"/>
                <a:cs typeface="Arial"/>
              </a:rPr>
              <a:t>R02 · WARNING · CANONICAL BLUEPRINT EDGES NOT AVAILABLE</a:t>
            </a:r>
          </a:p>
        </p:txBody>
      </p:sp>
      <p:sp>
        <p:nvSpPr>
          <p:cNvPr id="7" name="capability_v1_s9_o7">
            <a:extLst xmlns:a="http://schemas.openxmlformats.org/drawingml/2006/main">
              <a:ext uri="{FF2B5EF4-FFF2-40B4-BE49-F238E27FC236}">
                <a16:creationId xmlns:a16="http://schemas.microsoft.com/office/drawing/2014/main" id="{8B9D51D5-56AD-47C8-AA0D-5D8957801B1D}"/>
              </a:ext>
            </a:extLst>
          </p:cNvPr>
          <p:cNvSpPr>
            <a:spLocks xmlns:a="http://schemas.openxmlformats.org/drawingml/2006/main" noGrp="1"/>
          </p:cNvSpPr>
          <p:nvPr/>
        </p:nvSpPr>
        <p:spPr>
          <a:xfrm xmlns:a="http://schemas.openxmlformats.org/drawingml/2006/main">
            <a:off x="469900" y="3124200"/>
            <a:ext cx="111506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selected canonical blueprint with edge records was returned. Operation order is not a proof of</a:t>
            </a:r>
          </a:p>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complete canonical semantics.</a:t>
            </a:r>
          </a:p>
        </p:txBody>
      </p:sp>
      <p:sp>
        <p:nvSpPr>
          <p:cNvPr id="8" name="capability_v1_s9_o8">
            <a:extLst xmlns:a="http://schemas.openxmlformats.org/drawingml/2006/main">
              <a:ext uri="{FF2B5EF4-FFF2-40B4-BE49-F238E27FC236}">
                <a16:creationId xmlns:a16="http://schemas.microsoft.com/office/drawing/2014/main" id="{8AF28BC8-CEB7-4F3B-9E47-7B3047B04CF0}"/>
              </a:ext>
            </a:extLst>
          </p:cNvPr>
          <p:cNvSpPr>
            <a:spLocks xmlns:a="http://schemas.openxmlformats.org/drawingml/2006/main" noGrp="1"/>
          </p:cNvSpPr>
          <p:nvPr/>
        </p:nvSpPr>
        <p:spPr>
          <a:xfrm xmlns:a="http://schemas.openxmlformats.org/drawingml/2006/main">
            <a:off x="457200" y="37973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6B94D"/>
                </a:solidFill>
                <a:latin typeface="Arial"/>
                <a:ea typeface="Arial"/>
                <a:cs typeface="Arial"/>
              </a:defRPr>
            </a:defPPr>
          </a:lstStyle>
          <a:p xmlns:a="http://schemas.openxmlformats.org/drawingml/2006/main">
            <a:pPr algn="l">
              <a:lnSpc>
                <a:spcPct val="108000"/>
              </a:lnSpc>
              <a:buNone/>
              <a:defRPr sz="1500" b="1">
                <a:solidFill>
                  <a:srgbClr val="F6B94D"/>
                </a:solidFill>
                <a:latin typeface="Arial"/>
                <a:ea typeface="Arial"/>
                <a:cs typeface="Arial"/>
              </a:defRPr>
            </a:pPr>
            <a:r>
              <a:rPr sz="1500" b="1">
                <a:solidFill>
                  <a:srgbClr val="F6B94D"/>
                </a:solidFill>
                <a:latin typeface="Arial"/>
                <a:ea typeface="Arial"/>
                <a:cs typeface="Arial"/>
              </a:rPr>
              <a:t>R03 · WARNING · OBSERVABILITY CONTRACT NOT RETAINED</a:t>
            </a:r>
          </a:p>
        </p:txBody>
      </p:sp>
      <p:sp>
        <p:nvSpPr>
          <p:cNvPr id="9" name="capability_v1_s9_o9">
            <a:extLst xmlns:a="http://schemas.openxmlformats.org/drawingml/2006/main">
              <a:ext uri="{FF2B5EF4-FFF2-40B4-BE49-F238E27FC236}">
                <a16:creationId xmlns:a16="http://schemas.microsoft.com/office/drawing/2014/main" id="{39903FC0-C334-48AB-8353-3630E1F6648B}"/>
              </a:ext>
            </a:extLst>
          </p:cNvPr>
          <p:cNvSpPr>
            <a:spLocks xmlns:a="http://schemas.openxmlformats.org/drawingml/2006/main" noGrp="1"/>
          </p:cNvSpPr>
          <p:nvPr/>
        </p:nvSpPr>
        <p:spPr>
          <a:xfrm xmlns:a="http://schemas.openxmlformats.org/drawingml/2006/main">
            <a:off x="469900" y="4165600"/>
            <a:ext cx="111506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The reader did not retain a per-cell observation contract. Runtime state is separate and unobserved.</a:t>
            </a:r>
          </a:p>
        </p:txBody>
      </p:sp>
      <p:sp>
        <p:nvSpPr>
          <p:cNvPr id="10" name="capability_v1_s9_o10">
            <a:extLst xmlns:a="http://schemas.openxmlformats.org/drawingml/2006/main">
              <a:ext uri="{FF2B5EF4-FFF2-40B4-BE49-F238E27FC236}">
                <a16:creationId xmlns:a16="http://schemas.microsoft.com/office/drawing/2014/main" id="{4E6CE232-9A86-46F1-B77B-976989C976D3}"/>
              </a:ext>
            </a:extLst>
          </p:cNvPr>
          <p:cNvSpPr>
            <a:spLocks xmlns:a="http://schemas.openxmlformats.org/drawingml/2006/main" noGrp="1"/>
          </p:cNvSpPr>
          <p:nvPr/>
        </p:nvSpPr>
        <p:spPr>
          <a:xfrm xmlns:a="http://schemas.openxmlformats.org/drawingml/2006/main">
            <a:off x="457200" y="48387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6B94D"/>
                </a:solidFill>
                <a:latin typeface="Arial"/>
                <a:ea typeface="Arial"/>
                <a:cs typeface="Arial"/>
              </a:defRPr>
            </a:defPPr>
          </a:lstStyle>
          <a:p xmlns:a="http://schemas.openxmlformats.org/drawingml/2006/main">
            <a:pPr algn="l">
              <a:lnSpc>
                <a:spcPct val="108000"/>
              </a:lnSpc>
              <a:buNone/>
              <a:defRPr sz="1500" b="1">
                <a:solidFill>
                  <a:srgbClr val="F6B94D"/>
                </a:solidFill>
                <a:latin typeface="Arial"/>
                <a:ea typeface="Arial"/>
                <a:cs typeface="Arial"/>
              </a:defRPr>
            </a:pPr>
            <a:r>
              <a:rPr sz="1500" b="1">
                <a:solidFill>
                  <a:srgbClr val="F6B94D"/>
                </a:solidFill>
                <a:latin typeface="Arial"/>
                <a:ea typeface="Arial"/>
                <a:cs typeface="Arial"/>
              </a:rPr>
              <a:t>R04 · WARNING · MONOTONIC PROGRESS NOT PROVEN</a:t>
            </a:r>
          </a:p>
        </p:txBody>
      </p:sp>
      <p:sp>
        <p:nvSpPr>
          <p:cNvPr id="11" name="capability_v1_s9_o11">
            <a:extLst xmlns:a="http://schemas.openxmlformats.org/drawingml/2006/main">
              <a:ext uri="{FF2B5EF4-FFF2-40B4-BE49-F238E27FC236}">
                <a16:creationId xmlns:a16="http://schemas.microsoft.com/office/drawing/2014/main" id="{D551B74F-58E9-407B-94AA-3F58E6FE9ACA}"/>
              </a:ext>
            </a:extLst>
          </p:cNvPr>
          <p:cNvSpPr>
            <a:spLocks xmlns:a="http://schemas.openxmlformats.org/drawingml/2006/main" noGrp="1"/>
          </p:cNvSpPr>
          <p:nvPr/>
        </p:nvSpPr>
        <p:spPr>
          <a:xfrm xmlns:a="http://schemas.openxmlformats.org/drawingml/2006/main">
            <a:off x="469900" y="5207000"/>
            <a:ext cx="111506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complete semantic-progress proof was retained. Forward placement must not imply proven monotonicity.</a:t>
            </a:r>
          </a:p>
        </p:txBody>
      </p:sp>
      <p:sp>
        <p:nvSpPr>
          <p:cNvPr id="12" name="capability_v1_s9_o12">
            <a:extLst xmlns:a="http://schemas.openxmlformats.org/drawingml/2006/main">
              <a:ext uri="{FF2B5EF4-FFF2-40B4-BE49-F238E27FC236}">
                <a16:creationId xmlns:a16="http://schemas.microsoft.com/office/drawing/2014/main" id="{4B096BFD-C30A-483A-8E85-B219242BBB85}"/>
              </a:ext>
            </a:extLst>
          </p:cNvPr>
          <p:cNvSpPr>
            <a:spLocks xmlns:a="http://schemas.openxmlformats.org/drawingml/2006/main" noGrp="1"/>
          </p:cNvSpPr>
          <p:nvPr/>
        </p:nvSpPr>
        <p:spPr>
          <a:xfrm xmlns:a="http://schemas.openxmlformats.org/drawingml/2006/main">
            <a:off x="444500" y="62865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d958dd119c804fda" action="ppaction://hlinksldjump"/>
              </a:rPr>
              <a:t>Return to selected blueprint</a:t>
            </a:r>
          </a:p>
        </p:txBody>
      </p:sp>
      <p:sp>
        <p:nvSpPr>
          <p:cNvPr id="13" name="capability_v1_s9_o13">
            <a:extLst xmlns:a="http://schemas.openxmlformats.org/drawingml/2006/main">
              <a:ext uri="{FF2B5EF4-FFF2-40B4-BE49-F238E27FC236}">
                <a16:creationId xmlns:a16="http://schemas.microsoft.com/office/drawing/2014/main" id="{F9D086BE-A5B7-4667-ACFF-A290B5C24B07}"/>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123664354"/>
      </p:ext>
    </p:extLst>
  </p:cSld>
</p:sld>
</file>

<file path=ppt/slides/slide1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8" name="capability_v1_s10_o1">
            <a:extLst xmlns:a="http://schemas.openxmlformats.org/drawingml/2006/main">
              <a:ext uri="{FF2B5EF4-FFF2-40B4-BE49-F238E27FC236}">
                <a16:creationId xmlns:a16="http://schemas.microsoft.com/office/drawing/2014/main" id="{C55FB89F-613A-4B3E-AF0D-4B4F67C9129E}"/>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Declaration inventory</a:t>
            </a:r>
          </a:p>
        </p:txBody>
      </p:sp>
      <p:sp>
        <p:nvSpPr>
          <p:cNvPr id="2" name="capability_v1_s10_o2">
            <a:extLst xmlns:a="http://schemas.openxmlformats.org/drawingml/2006/main">
              <a:ext uri="{FF2B5EF4-FFF2-40B4-BE49-F238E27FC236}">
                <a16:creationId xmlns:a16="http://schemas.microsoft.com/office/drawing/2014/main" id="{7F8090C9-E8B2-49E2-BD75-28B7EA0165A9}"/>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OUTSIDE THE ROOT-CONNECTED CIRCUIT</a:t>
            </a:r>
          </a:p>
        </p:txBody>
      </p:sp>
      <p:sp>
        <p:nvSpPr>
          <p:cNvPr id="3" name="capability_v1_s10_o3">
            <a:extLst xmlns:a="http://schemas.openxmlformats.org/drawingml/2006/main">
              <a:ext uri="{FF2B5EF4-FFF2-40B4-BE49-F238E27FC236}">
                <a16:creationId xmlns:a16="http://schemas.microsoft.com/office/drawing/2014/main" id="{C047935A-3F88-464F-85A1-1E7B624F21FA}"/>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10</a:t>
            </a:r>
          </a:p>
        </p:txBody>
      </p:sp>
      <p:sp>
        <p:nvSpPr>
          <p:cNvPr id="4" name="capability_v1_s10_o4">
            <a:extLst xmlns:a="http://schemas.openxmlformats.org/drawingml/2006/main">
              <a:ext uri="{FF2B5EF4-FFF2-40B4-BE49-F238E27FC236}">
                <a16:creationId xmlns:a16="http://schemas.microsoft.com/office/drawing/2014/main" id="{3F705762-EE3C-4598-B95A-CB5DA0D13C93}"/>
              </a:ext>
            </a:extLst>
          </p:cNvPr>
          <p:cNvSpPr>
            <a:spLocks xmlns:a="http://schemas.openxmlformats.org/drawingml/2006/main" noGrp="1"/>
          </p:cNvSpPr>
          <p:nvPr/>
        </p:nvSpPr>
        <p:spPr>
          <a:xfrm xmlns:a="http://schemas.openxmlformats.org/drawingml/2006/main">
            <a:off x="457200" y="1739900"/>
            <a:ext cx="218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A8B8CA"/>
                </a:solidFill>
                <a:latin typeface="Arial"/>
                <a:ea typeface="Arial"/>
                <a:cs typeface="Arial"/>
              </a:defRPr>
            </a:defPPr>
          </a:lstStyle>
          <a:p xmlns:a="http://schemas.openxmlformats.org/drawingml/2006/main">
            <a:pPr algn="l">
              <a:lnSpc>
                <a:spcPct val="108000"/>
              </a:lnSpc>
              <a:buNone/>
              <a:defRPr sz="1200" b="1">
                <a:solidFill>
                  <a:srgbClr val="A8B8CA"/>
                </a:solidFill>
                <a:latin typeface="Arial"/>
                <a:ea typeface="Arial"/>
                <a:cs typeface="Arial"/>
              </a:defRPr>
            </a:pPr>
            <a:r>
              <a:rPr sz="1200" b="1">
                <a:solidFill>
                  <a:srgbClr val="A8B8CA"/>
                </a:solidFill>
                <a:latin typeface="Arial"/>
                <a:ea typeface="Arial"/>
                <a:cs typeface="Arial"/>
              </a:rPr>
              <a:t>BINDING</a:t>
            </a:r>
          </a:p>
        </p:txBody>
      </p:sp>
      <p:sp>
        <p:nvSpPr>
          <p:cNvPr id="5" name="capability_v1_s10_o5">
            <a:extLst xmlns:a="http://schemas.openxmlformats.org/drawingml/2006/main">
              <a:ext uri="{FF2B5EF4-FFF2-40B4-BE49-F238E27FC236}">
                <a16:creationId xmlns:a16="http://schemas.microsoft.com/office/drawing/2014/main" id="{36457374-6EA2-4210-81BC-DACB1D230306}"/>
              </a:ext>
            </a:extLst>
          </p:cNvPr>
          <p:cNvSpPr>
            <a:spLocks xmlns:a="http://schemas.openxmlformats.org/drawingml/2006/main" noGrp="1"/>
          </p:cNvSpPr>
          <p:nvPr/>
        </p:nvSpPr>
        <p:spPr>
          <a:xfrm xmlns:a="http://schemas.openxmlformats.org/drawingml/2006/main">
            <a:off x="2641600" y="1739900"/>
            <a:ext cx="89027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0">
                <a:solidFill>
                  <a:srgbClr val="F4F7FB"/>
                </a:solidFill>
                <a:latin typeface="Arial"/>
                <a:ea typeface="Arial"/>
                <a:cs typeface="Arial"/>
              </a:defRPr>
            </a:defPPr>
          </a:lstStyle>
          <a:p xmlns:a="http://schemas.openxmlformats.org/drawingml/2006/main">
            <a:pPr algn="l">
              <a:lnSpc>
                <a:spcPct val="108000"/>
              </a:lnSpc>
              <a:buNone/>
              <a:defRPr sz="1500" b="0">
                <a:solidFill>
                  <a:srgbClr val="F4F7FB"/>
                </a:solidFill>
                <a:latin typeface="Arial"/>
                <a:ea typeface="Arial"/>
                <a:cs typeface="Arial"/>
              </a:defRPr>
            </a:pPr>
            <a:r>
              <a:rPr sz="1500" b="0">
                <a:solidFill>
                  <a:srgbClr val="F4F7FB"/>
                </a:solidFill>
                <a:latin typeface="Arial"/>
                <a:ea typeface="Arial"/>
                <a:cs typeface="Arial"/>
              </a:rPr>
              <a:t>procedural-dungeon-governed-execution-port</a:t>
            </a:r>
          </a:p>
        </p:txBody>
      </p:sp>
      <p:sp>
        <p:nvSpPr>
          <p:cNvPr id="6" name="capability_v1_s10_o6">
            <a:extLst xmlns:a="http://schemas.openxmlformats.org/drawingml/2006/main">
              <a:ext uri="{FF2B5EF4-FFF2-40B4-BE49-F238E27FC236}">
                <a16:creationId xmlns:a16="http://schemas.microsoft.com/office/drawing/2014/main" id="{BAEDC770-6289-49E1-8DF6-99069CAF74D9}"/>
              </a:ext>
            </a:extLst>
          </p:cNvPr>
          <p:cNvSpPr>
            <a:spLocks xmlns:a="http://schemas.openxmlformats.org/drawingml/2006/main" noGrp="1"/>
          </p:cNvSpPr>
          <p:nvPr/>
        </p:nvSpPr>
        <p:spPr>
          <a:xfrm xmlns:a="http://schemas.openxmlformats.org/drawingml/2006/main">
            <a:off x="444500" y="62865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1df5d1c9b89645b3" action="ppaction://hlinksldjump"/>
              </a:rPr>
              <a:t>Return to capability blueprint</a:t>
            </a:r>
          </a:p>
        </p:txBody>
      </p:sp>
      <p:sp>
        <p:nvSpPr>
          <p:cNvPr id="7" name="capability_v1_s10_o7">
            <a:extLst xmlns:a="http://schemas.openxmlformats.org/drawingml/2006/main">
              <a:ext uri="{FF2B5EF4-FFF2-40B4-BE49-F238E27FC236}">
                <a16:creationId xmlns:a16="http://schemas.microsoft.com/office/drawing/2014/main" id="{96F31A11-81D2-4D78-8EC7-D3D3C4E98B79}"/>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672367253"/>
      </p:ext>
    </p:extLst>
  </p:cSld>
</p:sld>
</file>

<file path=ppt/slides/slide1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34" name="capability_v1_s11_o1">
            <a:extLst xmlns:a="http://schemas.openxmlformats.org/drawingml/2006/main">
              <a:ext uri="{FF2B5EF4-FFF2-40B4-BE49-F238E27FC236}">
                <a16:creationId xmlns:a16="http://schemas.microsoft.com/office/drawing/2014/main" id="{3CA25552-76EF-4CC8-84D9-AD4D6199CB42}"/>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The capability’s authoring context</a:t>
            </a:r>
          </a:p>
        </p:txBody>
      </p:sp>
      <p:sp>
        <p:nvSpPr>
          <p:cNvPr id="2" name="capability_v1_s11_o2">
            <a:extLst xmlns:a="http://schemas.openxmlformats.org/drawingml/2006/main">
              <a:ext uri="{FF2B5EF4-FFF2-40B4-BE49-F238E27FC236}">
                <a16:creationId xmlns:a16="http://schemas.microsoft.com/office/drawing/2014/main" id="{8546F8AB-1FC5-415B-93FC-4FF9B891335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ALTITUDES 1–6  ·  EACH LAYER ANSWERS A DIFFERENT QUESTION</a:t>
            </a:r>
          </a:p>
        </p:txBody>
      </p:sp>
      <p:sp>
        <p:nvSpPr>
          <p:cNvPr id="3" name="capability_v1_s11_o3">
            <a:extLst xmlns:a="http://schemas.openxmlformats.org/drawingml/2006/main">
              <a:ext uri="{FF2B5EF4-FFF2-40B4-BE49-F238E27FC236}">
                <a16:creationId xmlns:a16="http://schemas.microsoft.com/office/drawing/2014/main" id="{5A262F02-8308-41C2-AAF0-077FF889D005}"/>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11</a:t>
            </a:r>
          </a:p>
        </p:txBody>
      </p:sp>
      <p:sp>
        <p:nvSpPr>
          <p:cNvPr id="4" name="capability_v1_s11_o4">
            <a:extLst xmlns:a="http://schemas.openxmlformats.org/drawingml/2006/main">
              <a:ext uri="{FF2B5EF4-FFF2-40B4-BE49-F238E27FC236}">
                <a16:creationId xmlns:a16="http://schemas.microsoft.com/office/drawing/2014/main" id="{17B068DA-59F5-4FA2-93BB-20DCA32C891A}"/>
              </a:ext>
            </a:extLst>
          </p:cNvPr>
          <p:cNvSpPr>
            <a:spLocks xmlns:a="http://schemas.openxmlformats.org/drawingml/2006/main" noGrp="1"/>
          </p:cNvSpPr>
          <p:nvPr/>
        </p:nvSpPr>
        <p:spPr>
          <a:xfrm xmlns:a="http://schemas.openxmlformats.org/drawingml/2006/main">
            <a:off x="546100" y="16510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5" name="capability_v1_s11_o5">
            <a:extLst xmlns:a="http://schemas.openxmlformats.org/drawingml/2006/main">
              <a:ext uri="{FF2B5EF4-FFF2-40B4-BE49-F238E27FC236}">
                <a16:creationId xmlns:a16="http://schemas.microsoft.com/office/drawing/2014/main" id="{28C053AB-F133-48F4-939E-82BD1ECAF372}"/>
              </a:ext>
            </a:extLst>
          </p:cNvPr>
          <p:cNvSpPr>
            <a:spLocks xmlns:a="http://schemas.openxmlformats.org/drawingml/2006/main" noGrp="1"/>
          </p:cNvSpPr>
          <p:nvPr/>
        </p:nvSpPr>
        <p:spPr>
          <a:xfrm xmlns:a="http://schemas.openxmlformats.org/drawingml/2006/main">
            <a:off x="558800" y="17399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1</a:t>
            </a:r>
          </a:p>
        </p:txBody>
      </p:sp>
      <p:sp>
        <p:nvSpPr>
          <p:cNvPr id="6" name="capability_v1_s11_o6">
            <a:extLst xmlns:a="http://schemas.openxmlformats.org/drawingml/2006/main">
              <a:ext uri="{FF2B5EF4-FFF2-40B4-BE49-F238E27FC236}">
                <a16:creationId xmlns:a16="http://schemas.microsoft.com/office/drawing/2014/main" id="{DEFBCEA0-1FE2-4166-9D83-601AC4041FDB}"/>
              </a:ext>
            </a:extLst>
          </p:cNvPr>
          <p:cNvSpPr>
            <a:spLocks xmlns:a="http://schemas.openxmlformats.org/drawingml/2006/main" noGrp="1"/>
          </p:cNvSpPr>
          <p:nvPr/>
        </p:nvSpPr>
        <p:spPr>
          <a:xfrm xmlns:a="http://schemas.openxmlformats.org/drawingml/2006/main">
            <a:off x="1270000" y="16510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Feature parse</a:t>
            </a:r>
          </a:p>
        </p:txBody>
      </p:sp>
      <p:sp>
        <p:nvSpPr>
          <p:cNvPr id="7" name="capability_v1_s11_o7">
            <a:extLst xmlns:a="http://schemas.openxmlformats.org/drawingml/2006/main">
              <a:ext uri="{FF2B5EF4-FFF2-40B4-BE49-F238E27FC236}">
                <a16:creationId xmlns:a16="http://schemas.microsoft.com/office/drawing/2014/main" id="{F3015823-5665-4FBB-82B8-F019F33BF52B}"/>
              </a:ext>
            </a:extLst>
          </p:cNvPr>
          <p:cNvSpPr>
            <a:spLocks xmlns:a="http://schemas.openxmlformats.org/drawingml/2006/main" noGrp="1"/>
          </p:cNvSpPr>
          <p:nvPr/>
        </p:nvSpPr>
        <p:spPr>
          <a:xfrm xmlns:a="http://schemas.openxmlformats.org/drawingml/2006/main">
            <a:off x="5867400" y="16510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Write the configured text to standard output</a:t>
            </a:r>
          </a:p>
        </p:txBody>
      </p:sp>
      <p:sp>
        <p:nvSpPr>
          <p:cNvPr id="8" name="capability_v1_s11_o8">
            <a:extLst xmlns:a="http://schemas.openxmlformats.org/drawingml/2006/main">
              <a:ext uri="{FF2B5EF4-FFF2-40B4-BE49-F238E27FC236}">
                <a16:creationId xmlns:a16="http://schemas.microsoft.com/office/drawing/2014/main" id="{E246A87D-4710-41EE-9818-202CA5AC767D}"/>
              </a:ext>
            </a:extLst>
          </p:cNvPr>
          <p:cNvSpPr>
            <a:spLocks xmlns:a="http://schemas.openxmlformats.org/drawingml/2006/main" noGrp="1"/>
          </p:cNvSpPr>
          <p:nvPr/>
        </p:nvSpPr>
        <p:spPr>
          <a:xfrm xmlns:a="http://schemas.openxmlformats.org/drawingml/2006/main">
            <a:off x="762000" y="20828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9" name="capability_v1_s11_o9">
            <a:extLst xmlns:a="http://schemas.openxmlformats.org/drawingml/2006/main">
              <a:ext uri="{FF2B5EF4-FFF2-40B4-BE49-F238E27FC236}">
                <a16:creationId xmlns:a16="http://schemas.microsoft.com/office/drawing/2014/main" id="{03852336-A356-480A-9C72-E87EFD4CE155}"/>
              </a:ext>
            </a:extLst>
          </p:cNvPr>
          <p:cNvSpPr>
            <a:spLocks xmlns:a="http://schemas.openxmlformats.org/drawingml/2006/main" noGrp="1"/>
          </p:cNvSpPr>
          <p:nvPr/>
        </p:nvSpPr>
        <p:spPr>
          <a:xfrm xmlns:a="http://schemas.openxmlformats.org/drawingml/2006/main">
            <a:off x="546100" y="23241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10" name="capability_v1_s11_o10">
            <a:extLst xmlns:a="http://schemas.openxmlformats.org/drawingml/2006/main">
              <a:ext uri="{FF2B5EF4-FFF2-40B4-BE49-F238E27FC236}">
                <a16:creationId xmlns:a16="http://schemas.microsoft.com/office/drawing/2014/main" id="{5E30B33E-CF44-476A-B34C-9797F525F86D}"/>
              </a:ext>
            </a:extLst>
          </p:cNvPr>
          <p:cNvSpPr>
            <a:spLocks xmlns:a="http://schemas.openxmlformats.org/drawingml/2006/main" noGrp="1"/>
          </p:cNvSpPr>
          <p:nvPr/>
        </p:nvSpPr>
        <p:spPr>
          <a:xfrm xmlns:a="http://schemas.openxmlformats.org/drawingml/2006/main">
            <a:off x="558800" y="24130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2</a:t>
            </a:r>
          </a:p>
        </p:txBody>
      </p:sp>
      <p:sp>
        <p:nvSpPr>
          <p:cNvPr id="11" name="capability_v1_s11_o11">
            <a:extLst xmlns:a="http://schemas.openxmlformats.org/drawingml/2006/main">
              <a:ext uri="{FF2B5EF4-FFF2-40B4-BE49-F238E27FC236}">
                <a16:creationId xmlns:a16="http://schemas.microsoft.com/office/drawing/2014/main" id="{AD1C056C-E68A-489F-BF8D-9E7E4E623E4F}"/>
              </a:ext>
            </a:extLst>
          </p:cNvPr>
          <p:cNvSpPr>
            <a:spLocks xmlns:a="http://schemas.openxmlformats.org/drawingml/2006/main" noGrp="1"/>
          </p:cNvSpPr>
          <p:nvPr/>
        </p:nvSpPr>
        <p:spPr>
          <a:xfrm xmlns:a="http://schemas.openxmlformats.org/drawingml/2006/main">
            <a:off x="1270000" y="23241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Capability meaning</a:t>
            </a:r>
          </a:p>
        </p:txBody>
      </p:sp>
      <p:sp>
        <p:nvSpPr>
          <p:cNvPr id="12" name="capability_v1_s11_o12">
            <a:extLst xmlns:a="http://schemas.openxmlformats.org/drawingml/2006/main">
              <a:ext uri="{FF2B5EF4-FFF2-40B4-BE49-F238E27FC236}">
                <a16:creationId xmlns:a16="http://schemas.microsoft.com/office/drawing/2014/main" id="{144CC55A-95C9-47AA-9915-391AEBD37428}"/>
              </a:ext>
            </a:extLst>
          </p:cNvPr>
          <p:cNvSpPr>
            <a:spLocks xmlns:a="http://schemas.openxmlformats.org/drawingml/2006/main" noGrp="1"/>
          </p:cNvSpPr>
          <p:nvPr/>
        </p:nvSpPr>
        <p:spPr>
          <a:xfrm xmlns:a="http://schemas.openxmlformats.org/drawingml/2006/main">
            <a:off x="5867400" y="23241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Execute a deterministic procedural fog-of-war dungeon inside a contract-governed run…</a:t>
            </a:r>
          </a:p>
        </p:txBody>
      </p:sp>
      <p:sp>
        <p:nvSpPr>
          <p:cNvPr id="13" name="capability_v1_s11_o13">
            <a:extLst xmlns:a="http://schemas.openxmlformats.org/drawingml/2006/main">
              <a:ext uri="{FF2B5EF4-FFF2-40B4-BE49-F238E27FC236}">
                <a16:creationId xmlns:a16="http://schemas.microsoft.com/office/drawing/2014/main" id="{41CBF983-A717-45F3-80E4-91D3058C23DB}"/>
              </a:ext>
            </a:extLst>
          </p:cNvPr>
          <p:cNvSpPr>
            <a:spLocks xmlns:a="http://schemas.openxmlformats.org/drawingml/2006/main" noGrp="1"/>
          </p:cNvSpPr>
          <p:nvPr/>
        </p:nvSpPr>
        <p:spPr>
          <a:xfrm xmlns:a="http://schemas.openxmlformats.org/drawingml/2006/main">
            <a:off x="762000" y="27559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14" name="capability_v1_s11_o14">
            <a:extLst xmlns:a="http://schemas.openxmlformats.org/drawingml/2006/main">
              <a:ext uri="{FF2B5EF4-FFF2-40B4-BE49-F238E27FC236}">
                <a16:creationId xmlns:a16="http://schemas.microsoft.com/office/drawing/2014/main" id="{E92E419C-2624-45A7-A279-69760D7AB08C}"/>
              </a:ext>
            </a:extLst>
          </p:cNvPr>
          <p:cNvSpPr>
            <a:spLocks xmlns:a="http://schemas.openxmlformats.org/drawingml/2006/main" noGrp="1"/>
          </p:cNvSpPr>
          <p:nvPr/>
        </p:nvSpPr>
        <p:spPr>
          <a:xfrm xmlns:a="http://schemas.openxmlformats.org/drawingml/2006/main">
            <a:off x="546100" y="29972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15" name="capability_v1_s11_o15">
            <a:extLst xmlns:a="http://schemas.openxmlformats.org/drawingml/2006/main">
              <a:ext uri="{FF2B5EF4-FFF2-40B4-BE49-F238E27FC236}">
                <a16:creationId xmlns:a16="http://schemas.microsoft.com/office/drawing/2014/main" id="{5543325B-F77D-4EBA-ADBB-E1DBD79E5722}"/>
              </a:ext>
            </a:extLst>
          </p:cNvPr>
          <p:cNvSpPr>
            <a:spLocks xmlns:a="http://schemas.openxmlformats.org/drawingml/2006/main" noGrp="1"/>
          </p:cNvSpPr>
          <p:nvPr/>
        </p:nvSpPr>
        <p:spPr>
          <a:xfrm xmlns:a="http://schemas.openxmlformats.org/drawingml/2006/main">
            <a:off x="558800" y="30861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3</a:t>
            </a:r>
          </a:p>
        </p:txBody>
      </p:sp>
      <p:sp>
        <p:nvSpPr>
          <p:cNvPr id="16" name="capability_v1_s11_o16">
            <a:extLst xmlns:a="http://schemas.openxmlformats.org/drawingml/2006/main">
              <a:ext uri="{FF2B5EF4-FFF2-40B4-BE49-F238E27FC236}">
                <a16:creationId xmlns:a16="http://schemas.microsoft.com/office/drawing/2014/main" id="{8228430A-759D-402A-887A-88A6547FFD48}"/>
              </a:ext>
            </a:extLst>
          </p:cNvPr>
          <p:cNvSpPr>
            <a:spLocks xmlns:a="http://schemas.openxmlformats.org/drawingml/2006/main" noGrp="1"/>
          </p:cNvSpPr>
          <p:nvPr/>
        </p:nvSpPr>
        <p:spPr>
          <a:xfrm xmlns:a="http://schemas.openxmlformats.org/drawingml/2006/main">
            <a:off x="1270000" y="29972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Scenario inputs/events/outcomes</a:t>
            </a:r>
          </a:p>
        </p:txBody>
      </p:sp>
      <p:sp>
        <p:nvSpPr>
          <p:cNvPr id="17" name="capability_v1_s11_o17">
            <a:extLst xmlns:a="http://schemas.openxmlformats.org/drawingml/2006/main">
              <a:ext uri="{FF2B5EF4-FFF2-40B4-BE49-F238E27FC236}">
                <a16:creationId xmlns:a16="http://schemas.microsoft.com/office/drawing/2014/main" id="{BBF8B592-9292-40B3-876C-D3987DC8A2C8}"/>
              </a:ext>
            </a:extLst>
          </p:cNvPr>
          <p:cNvSpPr>
            <a:spLocks xmlns:a="http://schemas.openxmlformats.org/drawingml/2006/main" noGrp="1"/>
          </p:cNvSpPr>
          <p:nvPr/>
        </p:nvSpPr>
        <p:spPr>
          <a:xfrm xmlns:a="http://schemas.openxmlformats.org/drawingml/2006/main">
            <a:off x="5867400" y="29972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1 scenarios; 1 with authored steps; 0 transitions.</a:t>
            </a:r>
          </a:p>
        </p:txBody>
      </p:sp>
      <p:sp>
        <p:nvSpPr>
          <p:cNvPr id="18" name="capability_v1_s11_o18">
            <a:extLst xmlns:a="http://schemas.openxmlformats.org/drawingml/2006/main">
              <a:ext uri="{FF2B5EF4-FFF2-40B4-BE49-F238E27FC236}">
                <a16:creationId xmlns:a16="http://schemas.microsoft.com/office/drawing/2014/main" id="{2E05D512-1069-4262-AA1C-32A7C4193775}"/>
              </a:ext>
            </a:extLst>
          </p:cNvPr>
          <p:cNvSpPr>
            <a:spLocks xmlns:a="http://schemas.openxmlformats.org/drawingml/2006/main" noGrp="1"/>
          </p:cNvSpPr>
          <p:nvPr/>
        </p:nvSpPr>
        <p:spPr>
          <a:xfrm xmlns:a="http://schemas.openxmlformats.org/drawingml/2006/main">
            <a:off x="762000" y="34290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19" name="capability_v1_s11_o19">
            <a:extLst xmlns:a="http://schemas.openxmlformats.org/drawingml/2006/main">
              <a:ext uri="{FF2B5EF4-FFF2-40B4-BE49-F238E27FC236}">
                <a16:creationId xmlns:a16="http://schemas.microsoft.com/office/drawing/2014/main" id="{6FE3A47D-32B0-43D0-96A0-6DA92084F36F}"/>
              </a:ext>
            </a:extLst>
          </p:cNvPr>
          <p:cNvSpPr>
            <a:spLocks xmlns:a="http://schemas.openxmlformats.org/drawingml/2006/main" noGrp="1"/>
          </p:cNvSpPr>
          <p:nvPr/>
        </p:nvSpPr>
        <p:spPr>
          <a:xfrm xmlns:a="http://schemas.openxmlformats.org/drawingml/2006/main">
            <a:off x="546100" y="36703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20" name="capability_v1_s11_o20">
            <a:extLst xmlns:a="http://schemas.openxmlformats.org/drawingml/2006/main">
              <a:ext uri="{FF2B5EF4-FFF2-40B4-BE49-F238E27FC236}">
                <a16:creationId xmlns:a16="http://schemas.microsoft.com/office/drawing/2014/main" id="{91F90438-916A-4CA2-8162-3BBE311F9565}"/>
              </a:ext>
            </a:extLst>
          </p:cNvPr>
          <p:cNvSpPr>
            <a:spLocks xmlns:a="http://schemas.openxmlformats.org/drawingml/2006/main" noGrp="1"/>
          </p:cNvSpPr>
          <p:nvPr/>
        </p:nvSpPr>
        <p:spPr>
          <a:xfrm xmlns:a="http://schemas.openxmlformats.org/drawingml/2006/main">
            <a:off x="558800" y="37592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4</a:t>
            </a:r>
          </a:p>
        </p:txBody>
      </p:sp>
      <p:sp>
        <p:nvSpPr>
          <p:cNvPr id="21" name="capability_v1_s11_o21">
            <a:extLst xmlns:a="http://schemas.openxmlformats.org/drawingml/2006/main">
              <a:ext uri="{FF2B5EF4-FFF2-40B4-BE49-F238E27FC236}">
                <a16:creationId xmlns:a16="http://schemas.microsoft.com/office/drawing/2014/main" id="{AF0797CF-5EBA-4A67-B7CD-F13BAE0B98B7}"/>
              </a:ext>
            </a:extLst>
          </p:cNvPr>
          <p:cNvSpPr>
            <a:spLocks xmlns:a="http://schemas.openxmlformats.org/drawingml/2006/main" noGrp="1"/>
          </p:cNvSpPr>
          <p:nvPr/>
        </p:nvSpPr>
        <p:spPr>
          <a:xfrm xmlns:a="http://schemas.openxmlformats.org/drawingml/2006/main">
            <a:off x="1270000" y="36703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Contracts and schemas</a:t>
            </a:r>
          </a:p>
        </p:txBody>
      </p:sp>
      <p:sp>
        <p:nvSpPr>
          <p:cNvPr id="22" name="capability_v1_s11_o22">
            <a:extLst xmlns:a="http://schemas.openxmlformats.org/drawingml/2006/main">
              <a:ext uri="{FF2B5EF4-FFF2-40B4-BE49-F238E27FC236}">
                <a16:creationId xmlns:a16="http://schemas.microsoft.com/office/drawing/2014/main" id="{80D541AA-DADF-4791-BF55-B900EDD1CD19}"/>
              </a:ext>
            </a:extLst>
          </p:cNvPr>
          <p:cNvSpPr>
            <a:spLocks xmlns:a="http://schemas.openxmlformats.org/drawingml/2006/main" noGrp="1"/>
          </p:cNvSpPr>
          <p:nvPr/>
        </p:nvSpPr>
        <p:spPr>
          <a:xfrm xmlns:a="http://schemas.openxmlformats.org/drawingml/2006/main">
            <a:off x="5867400" y="36703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2 contracts with field types, required members and retained constraints.</a:t>
            </a:r>
          </a:p>
        </p:txBody>
      </p:sp>
      <p:sp>
        <p:nvSpPr>
          <p:cNvPr id="23" name="capability_v1_s11_o23">
            <a:extLst xmlns:a="http://schemas.openxmlformats.org/drawingml/2006/main">
              <a:ext uri="{FF2B5EF4-FFF2-40B4-BE49-F238E27FC236}">
                <a16:creationId xmlns:a16="http://schemas.microsoft.com/office/drawing/2014/main" id="{C3CC125A-E6D2-46CC-9A17-C589E91DEFFC}"/>
              </a:ext>
            </a:extLst>
          </p:cNvPr>
          <p:cNvSpPr>
            <a:spLocks xmlns:a="http://schemas.openxmlformats.org/drawingml/2006/main" noGrp="1"/>
          </p:cNvSpPr>
          <p:nvPr/>
        </p:nvSpPr>
        <p:spPr>
          <a:xfrm xmlns:a="http://schemas.openxmlformats.org/drawingml/2006/main">
            <a:off x="762000" y="41021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24" name="capability_v1_s11_o24">
            <a:extLst xmlns:a="http://schemas.openxmlformats.org/drawingml/2006/main">
              <a:ext uri="{FF2B5EF4-FFF2-40B4-BE49-F238E27FC236}">
                <a16:creationId xmlns:a16="http://schemas.microsoft.com/office/drawing/2014/main" id="{0EB619D3-B62F-4A76-9D57-12CC36CE04B4}"/>
              </a:ext>
            </a:extLst>
          </p:cNvPr>
          <p:cNvSpPr>
            <a:spLocks xmlns:a="http://schemas.openxmlformats.org/drawingml/2006/main" noGrp="1"/>
          </p:cNvSpPr>
          <p:nvPr/>
        </p:nvSpPr>
        <p:spPr>
          <a:xfrm xmlns:a="http://schemas.openxmlformats.org/drawingml/2006/main">
            <a:off x="546100" y="43434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25" name="capability_v1_s11_o25">
            <a:extLst xmlns:a="http://schemas.openxmlformats.org/drawingml/2006/main">
              <a:ext uri="{FF2B5EF4-FFF2-40B4-BE49-F238E27FC236}">
                <a16:creationId xmlns:a16="http://schemas.microsoft.com/office/drawing/2014/main" id="{B24A4460-7D67-486F-AC6C-15460ECA828B}"/>
              </a:ext>
            </a:extLst>
          </p:cNvPr>
          <p:cNvSpPr>
            <a:spLocks xmlns:a="http://schemas.openxmlformats.org/drawingml/2006/main" noGrp="1"/>
          </p:cNvSpPr>
          <p:nvPr/>
        </p:nvSpPr>
        <p:spPr>
          <a:xfrm xmlns:a="http://schemas.openxmlformats.org/drawingml/2006/main">
            <a:off x="558800" y="44323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5</a:t>
            </a:r>
          </a:p>
        </p:txBody>
      </p:sp>
      <p:sp>
        <p:nvSpPr>
          <p:cNvPr id="26" name="capability_v1_s11_o26">
            <a:extLst xmlns:a="http://schemas.openxmlformats.org/drawingml/2006/main">
              <a:ext uri="{FF2B5EF4-FFF2-40B4-BE49-F238E27FC236}">
                <a16:creationId xmlns:a16="http://schemas.microsoft.com/office/drawing/2014/main" id="{27DF2C78-FD66-4632-AC3C-5979B7F0D09A}"/>
              </a:ext>
            </a:extLst>
          </p:cNvPr>
          <p:cNvSpPr>
            <a:spLocks xmlns:a="http://schemas.openxmlformats.org/drawingml/2006/main" noGrp="1"/>
          </p:cNvSpPr>
          <p:nvPr/>
        </p:nvSpPr>
        <p:spPr>
          <a:xfrm xmlns:a="http://schemas.openxmlformats.org/drawingml/2006/main">
            <a:off x="1270000" y="43434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Semantic authority envelope</a:t>
            </a:r>
          </a:p>
        </p:txBody>
      </p:sp>
      <p:sp>
        <p:nvSpPr>
          <p:cNvPr id="27" name="capability_v1_s11_o27">
            <a:extLst xmlns:a="http://schemas.openxmlformats.org/drawingml/2006/main">
              <a:ext uri="{FF2B5EF4-FFF2-40B4-BE49-F238E27FC236}">
                <a16:creationId xmlns:a16="http://schemas.microsoft.com/office/drawing/2014/main" id="{CE810360-5747-4495-A50D-6E8277495ABA}"/>
              </a:ext>
            </a:extLst>
          </p:cNvPr>
          <p:cNvSpPr>
            <a:spLocks xmlns:a="http://schemas.openxmlformats.org/drawingml/2006/main" noGrp="1"/>
          </p:cNvSpPr>
          <p:nvPr/>
        </p:nvSpPr>
        <p:spPr>
          <a:xfrm xmlns:a="http://schemas.openxmlformats.org/drawingml/2006/main">
            <a:off x="5867400" y="43434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capability version 4852214; selected definition 242285.</a:t>
            </a:r>
          </a:p>
        </p:txBody>
      </p:sp>
      <p:sp>
        <p:nvSpPr>
          <p:cNvPr id="28" name="capability_v1_s11_o28">
            <a:extLst xmlns:a="http://schemas.openxmlformats.org/drawingml/2006/main">
              <a:ext uri="{FF2B5EF4-FFF2-40B4-BE49-F238E27FC236}">
                <a16:creationId xmlns:a16="http://schemas.microsoft.com/office/drawing/2014/main" id="{D62FD9AD-E6ED-4C7F-A35D-69C7F2BF4937}"/>
              </a:ext>
            </a:extLst>
          </p:cNvPr>
          <p:cNvSpPr>
            <a:spLocks xmlns:a="http://schemas.openxmlformats.org/drawingml/2006/main" noGrp="1"/>
          </p:cNvSpPr>
          <p:nvPr/>
        </p:nvSpPr>
        <p:spPr>
          <a:xfrm xmlns:a="http://schemas.openxmlformats.org/drawingml/2006/main">
            <a:off x="762000" y="47752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29" name="capability_v1_s11_o29">
            <a:extLst xmlns:a="http://schemas.openxmlformats.org/drawingml/2006/main">
              <a:ext uri="{FF2B5EF4-FFF2-40B4-BE49-F238E27FC236}">
                <a16:creationId xmlns:a16="http://schemas.microsoft.com/office/drawing/2014/main" id="{3B047CF3-CFCD-44ED-AF25-3370298F3A84}"/>
              </a:ext>
            </a:extLst>
          </p:cNvPr>
          <p:cNvSpPr>
            <a:spLocks xmlns:a="http://schemas.openxmlformats.org/drawingml/2006/main" noGrp="1"/>
          </p:cNvSpPr>
          <p:nvPr/>
        </p:nvSpPr>
        <p:spPr>
          <a:xfrm xmlns:a="http://schemas.openxmlformats.org/drawingml/2006/main">
            <a:off x="546100" y="50165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30" name="capability_v1_s11_o30">
            <a:extLst xmlns:a="http://schemas.openxmlformats.org/drawingml/2006/main">
              <a:ext uri="{FF2B5EF4-FFF2-40B4-BE49-F238E27FC236}">
                <a16:creationId xmlns:a16="http://schemas.microsoft.com/office/drawing/2014/main" id="{BABEB04F-8FDC-4B21-9636-F56C9FC9DF98}"/>
              </a:ext>
            </a:extLst>
          </p:cNvPr>
          <p:cNvSpPr>
            <a:spLocks xmlns:a="http://schemas.openxmlformats.org/drawingml/2006/main" noGrp="1"/>
          </p:cNvSpPr>
          <p:nvPr/>
        </p:nvSpPr>
        <p:spPr>
          <a:xfrm xmlns:a="http://schemas.openxmlformats.org/drawingml/2006/main">
            <a:off x="558800" y="51054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6</a:t>
            </a:r>
          </a:p>
        </p:txBody>
      </p:sp>
      <p:sp>
        <p:nvSpPr>
          <p:cNvPr id="31" name="capability_v1_s11_o31">
            <a:extLst xmlns:a="http://schemas.openxmlformats.org/drawingml/2006/main">
              <a:ext uri="{FF2B5EF4-FFF2-40B4-BE49-F238E27FC236}">
                <a16:creationId xmlns:a16="http://schemas.microsoft.com/office/drawing/2014/main" id="{4357CDAC-0368-47D2-8FE1-A93A350847FB}"/>
              </a:ext>
            </a:extLst>
          </p:cNvPr>
          <p:cNvSpPr>
            <a:spLocks xmlns:a="http://schemas.openxmlformats.org/drawingml/2006/main" noGrp="1"/>
          </p:cNvSpPr>
          <p:nvPr/>
        </p:nvSpPr>
        <p:spPr>
          <a:xfrm xmlns:a="http://schemas.openxmlformats.org/drawingml/2006/main">
            <a:off x="1270000" y="50165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Transformation AST</a:t>
            </a:r>
          </a:p>
        </p:txBody>
      </p:sp>
      <p:sp>
        <p:nvSpPr>
          <p:cNvPr id="32" name="capability_v1_s11_o32">
            <a:extLst xmlns:a="http://schemas.openxmlformats.org/drawingml/2006/main">
              <a:ext uri="{FF2B5EF4-FFF2-40B4-BE49-F238E27FC236}">
                <a16:creationId xmlns:a16="http://schemas.microsoft.com/office/drawing/2014/main" id="{9C64B6C7-1C45-4896-B227-2AD89B2A3F55}"/>
              </a:ext>
            </a:extLst>
          </p:cNvPr>
          <p:cNvSpPr>
            <a:spLocks xmlns:a="http://schemas.openxmlformats.org/drawingml/2006/main" noGrp="1"/>
          </p:cNvSpPr>
          <p:nvPr/>
        </p:nvSpPr>
        <p:spPr>
          <a:xfrm xmlns:a="http://schemas.openxmlformats.org/drawingml/2006/main">
            <a:off x="5867400" y="50165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1 transformations; 5 expression nodes.</a:t>
            </a:r>
          </a:p>
        </p:txBody>
      </p:sp>
      <p:sp>
        <p:nvSpPr>
          <p:cNvPr id="33" name="capability_v1_s11_o33">
            <a:extLst xmlns:a="http://schemas.openxmlformats.org/drawingml/2006/main">
              <a:ext uri="{FF2B5EF4-FFF2-40B4-BE49-F238E27FC236}">
                <a16:creationId xmlns:a16="http://schemas.microsoft.com/office/drawing/2014/main" id="{5739E0B0-DC6C-4379-A3D8-030101C62D07}"/>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323128420"/>
      </p:ext>
    </p:extLst>
  </p:cSld>
</p:sld>
</file>

<file path=ppt/slides/slide1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9" name="capability_v1_s12_o1">
            <a:extLst xmlns:a="http://schemas.openxmlformats.org/drawingml/2006/main">
              <a:ext uri="{FF2B5EF4-FFF2-40B4-BE49-F238E27FC236}">
                <a16:creationId xmlns:a16="http://schemas.microsoft.com/office/drawing/2014/main" id="{F0DD7953-9F81-430C-9422-C2EEBF4F4EC4}"/>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The capability’s authoring context</a:t>
            </a:r>
          </a:p>
        </p:txBody>
      </p:sp>
      <p:sp>
        <p:nvSpPr>
          <p:cNvPr id="2" name="capability_v1_s12_o2">
            <a:extLst xmlns:a="http://schemas.openxmlformats.org/drawingml/2006/main">
              <a:ext uri="{FF2B5EF4-FFF2-40B4-BE49-F238E27FC236}">
                <a16:creationId xmlns:a16="http://schemas.microsoft.com/office/drawing/2014/main" id="{296D7D20-F3D7-4485-93D2-FF9C360C11F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ALTITUDES 7–11  ·  EACH LAYER ANSWERS A DIFFERENT QUESTION</a:t>
            </a:r>
          </a:p>
        </p:txBody>
      </p:sp>
      <p:sp>
        <p:nvSpPr>
          <p:cNvPr id="3" name="capability_v1_s12_o3">
            <a:extLst xmlns:a="http://schemas.openxmlformats.org/drawingml/2006/main">
              <a:ext uri="{FF2B5EF4-FFF2-40B4-BE49-F238E27FC236}">
                <a16:creationId xmlns:a16="http://schemas.microsoft.com/office/drawing/2014/main" id="{0A51D704-1ACA-4A80-B26A-190867FB55A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12</a:t>
            </a:r>
          </a:p>
        </p:txBody>
      </p:sp>
      <p:sp>
        <p:nvSpPr>
          <p:cNvPr id="4" name="capability_v1_s12_o4">
            <a:extLst xmlns:a="http://schemas.openxmlformats.org/drawingml/2006/main">
              <a:ext uri="{FF2B5EF4-FFF2-40B4-BE49-F238E27FC236}">
                <a16:creationId xmlns:a16="http://schemas.microsoft.com/office/drawing/2014/main" id="{BE3B38DB-F6B0-4E49-B7CD-D9CDDFBF6B46}"/>
              </a:ext>
            </a:extLst>
          </p:cNvPr>
          <p:cNvSpPr>
            <a:spLocks xmlns:a="http://schemas.openxmlformats.org/drawingml/2006/main" noGrp="1"/>
          </p:cNvSpPr>
          <p:nvPr/>
        </p:nvSpPr>
        <p:spPr>
          <a:xfrm xmlns:a="http://schemas.openxmlformats.org/drawingml/2006/main">
            <a:off x="546100" y="16510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5" name="capability_v1_s12_o5">
            <a:extLst xmlns:a="http://schemas.openxmlformats.org/drawingml/2006/main">
              <a:ext uri="{FF2B5EF4-FFF2-40B4-BE49-F238E27FC236}">
                <a16:creationId xmlns:a16="http://schemas.microsoft.com/office/drawing/2014/main" id="{A0E29286-5B3E-46BF-9BBA-5D0ABC7DA65D}"/>
              </a:ext>
            </a:extLst>
          </p:cNvPr>
          <p:cNvSpPr>
            <a:spLocks xmlns:a="http://schemas.openxmlformats.org/drawingml/2006/main" noGrp="1"/>
          </p:cNvSpPr>
          <p:nvPr/>
        </p:nvSpPr>
        <p:spPr>
          <a:xfrm xmlns:a="http://schemas.openxmlformats.org/drawingml/2006/main">
            <a:off x="558800" y="17399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7</a:t>
            </a:r>
          </a:p>
        </p:txBody>
      </p:sp>
      <p:sp>
        <p:nvSpPr>
          <p:cNvPr id="6" name="capability_v1_s12_o6">
            <a:extLst xmlns:a="http://schemas.openxmlformats.org/drawingml/2006/main">
              <a:ext uri="{FF2B5EF4-FFF2-40B4-BE49-F238E27FC236}">
                <a16:creationId xmlns:a16="http://schemas.microsoft.com/office/drawing/2014/main" id="{16F13CD9-17AC-4A21-9CE8-62B53F1B4EE3}"/>
              </a:ext>
            </a:extLst>
          </p:cNvPr>
          <p:cNvSpPr>
            <a:spLocks xmlns:a="http://schemas.openxmlformats.org/drawingml/2006/main" noGrp="1"/>
          </p:cNvSpPr>
          <p:nvPr/>
        </p:nvSpPr>
        <p:spPr>
          <a:xfrm xmlns:a="http://schemas.openxmlformats.org/drawingml/2006/main">
            <a:off x="1270000" y="16510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Execution authorities and ports</a:t>
            </a:r>
          </a:p>
        </p:txBody>
      </p:sp>
      <p:sp>
        <p:nvSpPr>
          <p:cNvPr id="7" name="capability_v1_s12_o7">
            <a:extLst xmlns:a="http://schemas.openxmlformats.org/drawingml/2006/main">
              <a:ext uri="{FF2B5EF4-FFF2-40B4-BE49-F238E27FC236}">
                <a16:creationId xmlns:a16="http://schemas.microsoft.com/office/drawing/2014/main" id="{88F3A2E9-B3DD-4432-881C-F838688C2E91}"/>
              </a:ext>
            </a:extLst>
          </p:cNvPr>
          <p:cNvSpPr>
            <a:spLocks xmlns:a="http://schemas.openxmlformats.org/drawingml/2006/main" noGrp="1"/>
          </p:cNvSpPr>
          <p:nvPr/>
        </p:nvSpPr>
        <p:spPr>
          <a:xfrm xmlns:a="http://schemas.openxmlformats.org/drawingml/2006/main">
            <a:off x="5867400" y="16510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1 execution authorities; 1 declared operations.</a:t>
            </a:r>
          </a:p>
        </p:txBody>
      </p:sp>
      <p:sp>
        <p:nvSpPr>
          <p:cNvPr id="8" name="capability_v1_s12_o8">
            <a:extLst xmlns:a="http://schemas.openxmlformats.org/drawingml/2006/main">
              <a:ext uri="{FF2B5EF4-FFF2-40B4-BE49-F238E27FC236}">
                <a16:creationId xmlns:a16="http://schemas.microsoft.com/office/drawing/2014/main" id="{E41D3015-F1F6-45CC-B81F-13579205CC4A}"/>
              </a:ext>
            </a:extLst>
          </p:cNvPr>
          <p:cNvSpPr>
            <a:spLocks xmlns:a="http://schemas.openxmlformats.org/drawingml/2006/main" noGrp="1"/>
          </p:cNvSpPr>
          <p:nvPr/>
        </p:nvSpPr>
        <p:spPr>
          <a:xfrm xmlns:a="http://schemas.openxmlformats.org/drawingml/2006/main">
            <a:off x="762000" y="20828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9" name="capability_v1_s12_o9">
            <a:extLst xmlns:a="http://schemas.openxmlformats.org/drawingml/2006/main">
              <a:ext uri="{FF2B5EF4-FFF2-40B4-BE49-F238E27FC236}">
                <a16:creationId xmlns:a16="http://schemas.microsoft.com/office/drawing/2014/main" id="{D6B5664D-D1CB-4BAA-9766-3A4EC8A11D57}"/>
              </a:ext>
            </a:extLst>
          </p:cNvPr>
          <p:cNvSpPr>
            <a:spLocks xmlns:a="http://schemas.openxmlformats.org/drawingml/2006/main" noGrp="1"/>
          </p:cNvSpPr>
          <p:nvPr/>
        </p:nvSpPr>
        <p:spPr>
          <a:xfrm xmlns:a="http://schemas.openxmlformats.org/drawingml/2006/main">
            <a:off x="546100" y="23241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10" name="capability_v1_s12_o10">
            <a:extLst xmlns:a="http://schemas.openxmlformats.org/drawingml/2006/main">
              <a:ext uri="{FF2B5EF4-FFF2-40B4-BE49-F238E27FC236}">
                <a16:creationId xmlns:a16="http://schemas.microsoft.com/office/drawing/2014/main" id="{B3842E83-C3B5-4437-A3DB-8FB860495842}"/>
              </a:ext>
            </a:extLst>
          </p:cNvPr>
          <p:cNvSpPr>
            <a:spLocks xmlns:a="http://schemas.openxmlformats.org/drawingml/2006/main" noGrp="1"/>
          </p:cNvSpPr>
          <p:nvPr/>
        </p:nvSpPr>
        <p:spPr>
          <a:xfrm xmlns:a="http://schemas.openxmlformats.org/drawingml/2006/main">
            <a:off x="558800" y="24130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8</a:t>
            </a:r>
          </a:p>
        </p:txBody>
      </p:sp>
      <p:sp>
        <p:nvSpPr>
          <p:cNvPr id="11" name="capability_v1_s12_o11">
            <a:extLst xmlns:a="http://schemas.openxmlformats.org/drawingml/2006/main">
              <a:ext uri="{FF2B5EF4-FFF2-40B4-BE49-F238E27FC236}">
                <a16:creationId xmlns:a16="http://schemas.microsoft.com/office/drawing/2014/main" id="{A3C5F74D-54C2-439B-B363-88F728110AE6}"/>
              </a:ext>
            </a:extLst>
          </p:cNvPr>
          <p:cNvSpPr>
            <a:spLocks xmlns:a="http://schemas.openxmlformats.org/drawingml/2006/main" noGrp="1"/>
          </p:cNvSpPr>
          <p:nvPr/>
        </p:nvSpPr>
        <p:spPr>
          <a:xfrm xmlns:a="http://schemas.openxmlformats.org/drawingml/2006/main">
            <a:off x="1270000" y="23241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Providers, bindings, overlays</a:t>
            </a:r>
          </a:p>
        </p:txBody>
      </p:sp>
      <p:sp>
        <p:nvSpPr>
          <p:cNvPr id="12" name="capability_v1_s12_o12">
            <a:extLst xmlns:a="http://schemas.openxmlformats.org/drawingml/2006/main">
              <a:ext uri="{FF2B5EF4-FFF2-40B4-BE49-F238E27FC236}">
                <a16:creationId xmlns:a16="http://schemas.microsoft.com/office/drawing/2014/main" id="{5C5E4E2B-9C94-42A5-BACB-850632652B81}"/>
              </a:ext>
            </a:extLst>
          </p:cNvPr>
          <p:cNvSpPr>
            <a:spLocks xmlns:a="http://schemas.openxmlformats.org/drawingml/2006/main" noGrp="1"/>
          </p:cNvSpPr>
          <p:nvPr/>
        </p:nvSpPr>
        <p:spPr>
          <a:xfrm xmlns:a="http://schemas.openxmlformats.org/drawingml/2006/main">
            <a:off x="5867400" y="23241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2 port bindings in the selected interface authority.</a:t>
            </a:r>
          </a:p>
        </p:txBody>
      </p:sp>
      <p:sp>
        <p:nvSpPr>
          <p:cNvPr id="13" name="capability_v1_s12_o13">
            <a:extLst xmlns:a="http://schemas.openxmlformats.org/drawingml/2006/main">
              <a:ext uri="{FF2B5EF4-FFF2-40B4-BE49-F238E27FC236}">
                <a16:creationId xmlns:a16="http://schemas.microsoft.com/office/drawing/2014/main" id="{29700B57-4C85-4E51-BF61-B267DBA48CDF}"/>
              </a:ext>
            </a:extLst>
          </p:cNvPr>
          <p:cNvSpPr>
            <a:spLocks xmlns:a="http://schemas.openxmlformats.org/drawingml/2006/main" noGrp="1"/>
          </p:cNvSpPr>
          <p:nvPr/>
        </p:nvSpPr>
        <p:spPr>
          <a:xfrm xmlns:a="http://schemas.openxmlformats.org/drawingml/2006/main">
            <a:off x="762000" y="27559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14" name="capability_v1_s12_o14">
            <a:extLst xmlns:a="http://schemas.openxmlformats.org/drawingml/2006/main">
              <a:ext uri="{FF2B5EF4-FFF2-40B4-BE49-F238E27FC236}">
                <a16:creationId xmlns:a16="http://schemas.microsoft.com/office/drawing/2014/main" id="{E435DA9A-A759-4CB6-A080-5E4814CBF392}"/>
              </a:ext>
            </a:extLst>
          </p:cNvPr>
          <p:cNvSpPr>
            <a:spLocks xmlns:a="http://schemas.openxmlformats.org/drawingml/2006/main" noGrp="1"/>
          </p:cNvSpPr>
          <p:nvPr/>
        </p:nvSpPr>
        <p:spPr>
          <a:xfrm xmlns:a="http://schemas.openxmlformats.org/drawingml/2006/main">
            <a:off x="546100" y="29972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15" name="capability_v1_s12_o15">
            <a:extLst xmlns:a="http://schemas.openxmlformats.org/drawingml/2006/main">
              <a:ext uri="{FF2B5EF4-FFF2-40B4-BE49-F238E27FC236}">
                <a16:creationId xmlns:a16="http://schemas.microsoft.com/office/drawing/2014/main" id="{0C292A50-CC02-4A33-925C-840D219F6F19}"/>
              </a:ext>
            </a:extLst>
          </p:cNvPr>
          <p:cNvSpPr>
            <a:spLocks xmlns:a="http://schemas.openxmlformats.org/drawingml/2006/main" noGrp="1"/>
          </p:cNvSpPr>
          <p:nvPr/>
        </p:nvSpPr>
        <p:spPr>
          <a:xfrm xmlns:a="http://schemas.openxmlformats.org/drawingml/2006/main">
            <a:off x="558800" y="30861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9</a:t>
            </a:r>
          </a:p>
        </p:txBody>
      </p:sp>
      <p:sp>
        <p:nvSpPr>
          <p:cNvPr id="16" name="capability_v1_s12_o16">
            <a:extLst xmlns:a="http://schemas.openxmlformats.org/drawingml/2006/main">
              <a:ext uri="{FF2B5EF4-FFF2-40B4-BE49-F238E27FC236}">
                <a16:creationId xmlns:a16="http://schemas.microsoft.com/office/drawing/2014/main" id="{568927C6-5614-4145-9046-29A1B99F4CFB}"/>
              </a:ext>
            </a:extLst>
          </p:cNvPr>
          <p:cNvSpPr>
            <a:spLocks xmlns:a="http://schemas.openxmlformats.org/drawingml/2006/main" noGrp="1"/>
          </p:cNvSpPr>
          <p:nvPr/>
        </p:nvSpPr>
        <p:spPr>
          <a:xfrm xmlns:a="http://schemas.openxmlformats.org/drawingml/2006/main">
            <a:off x="1270000" y="29972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Interface and CLI display</a:t>
            </a:r>
          </a:p>
        </p:txBody>
      </p:sp>
      <p:sp>
        <p:nvSpPr>
          <p:cNvPr id="17" name="capability_v1_s12_o17">
            <a:extLst xmlns:a="http://schemas.openxmlformats.org/drawingml/2006/main">
              <a:ext uri="{FF2B5EF4-FFF2-40B4-BE49-F238E27FC236}">
                <a16:creationId xmlns:a16="http://schemas.microsoft.com/office/drawing/2014/main" id="{9F43488F-8428-47F3-ABC3-7C0202FD93F9}"/>
              </a:ext>
            </a:extLst>
          </p:cNvPr>
          <p:cNvSpPr>
            <a:spLocks xmlns:a="http://schemas.openxmlformats.org/drawingml/2006/main" noGrp="1"/>
          </p:cNvSpPr>
          <p:nvPr/>
        </p:nvSpPr>
        <p:spPr>
          <a:xfrm xmlns:a="http://schemas.openxmlformats.org/drawingml/2006/main">
            <a:off x="5867400" y="29972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1 interfaces with declared input, display and root selection.</a:t>
            </a:r>
          </a:p>
        </p:txBody>
      </p:sp>
      <p:sp>
        <p:nvSpPr>
          <p:cNvPr id="18" name="capability_v1_s12_o18">
            <a:extLst xmlns:a="http://schemas.openxmlformats.org/drawingml/2006/main">
              <a:ext uri="{FF2B5EF4-FFF2-40B4-BE49-F238E27FC236}">
                <a16:creationId xmlns:a16="http://schemas.microsoft.com/office/drawing/2014/main" id="{20A5E892-08C5-4782-A6A7-84FB390BFF1C}"/>
              </a:ext>
            </a:extLst>
          </p:cNvPr>
          <p:cNvSpPr>
            <a:spLocks xmlns:a="http://schemas.openxmlformats.org/drawingml/2006/main" noGrp="1"/>
          </p:cNvSpPr>
          <p:nvPr/>
        </p:nvSpPr>
        <p:spPr>
          <a:xfrm xmlns:a="http://schemas.openxmlformats.org/drawingml/2006/main">
            <a:off x="762000" y="34290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19" name="capability_v1_s12_o19">
            <a:extLst xmlns:a="http://schemas.openxmlformats.org/drawingml/2006/main">
              <a:ext uri="{FF2B5EF4-FFF2-40B4-BE49-F238E27FC236}">
                <a16:creationId xmlns:a16="http://schemas.microsoft.com/office/drawing/2014/main" id="{007EC615-B5BC-400D-A0CF-E6D475C108BD}"/>
              </a:ext>
            </a:extLst>
          </p:cNvPr>
          <p:cNvSpPr>
            <a:spLocks xmlns:a="http://schemas.openxmlformats.org/drawingml/2006/main" noGrp="1"/>
          </p:cNvSpPr>
          <p:nvPr/>
        </p:nvSpPr>
        <p:spPr>
          <a:xfrm xmlns:a="http://schemas.openxmlformats.org/drawingml/2006/main">
            <a:off x="546100" y="36703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A8B8CA"/>
            </a:solidFill>
          </a:ln>
        </p:spPr>
      </p:sp>
      <p:sp>
        <p:nvSpPr>
          <p:cNvPr id="20" name="capability_v1_s12_o20">
            <a:extLst xmlns:a="http://schemas.openxmlformats.org/drawingml/2006/main">
              <a:ext uri="{FF2B5EF4-FFF2-40B4-BE49-F238E27FC236}">
                <a16:creationId xmlns:a16="http://schemas.microsoft.com/office/drawing/2014/main" id="{2108D90E-968F-4D0E-8068-F4BBABECC208}"/>
              </a:ext>
            </a:extLst>
          </p:cNvPr>
          <p:cNvSpPr>
            <a:spLocks xmlns:a="http://schemas.openxmlformats.org/drawingml/2006/main" noGrp="1"/>
          </p:cNvSpPr>
          <p:nvPr/>
        </p:nvSpPr>
        <p:spPr>
          <a:xfrm xmlns:a="http://schemas.openxmlformats.org/drawingml/2006/main">
            <a:off x="558800" y="37592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A8B8CA"/>
                </a:solidFill>
                <a:latin typeface="Arial"/>
                <a:ea typeface="Arial"/>
                <a:cs typeface="Arial"/>
              </a:defRPr>
            </a:defPPr>
          </a:lstStyle>
          <a:p xmlns:a="http://schemas.openxmlformats.org/drawingml/2006/main">
            <a:pPr algn="ctr">
              <a:lnSpc>
                <a:spcPct val="108000"/>
              </a:lnSpc>
              <a:buNone/>
              <a:defRPr sz="1000" b="1">
                <a:solidFill>
                  <a:srgbClr val="A8B8CA"/>
                </a:solidFill>
                <a:latin typeface="Arial"/>
                <a:ea typeface="Arial"/>
                <a:cs typeface="Arial"/>
              </a:defRPr>
            </a:pPr>
            <a:r>
              <a:rPr sz="1000" b="1">
                <a:solidFill>
                  <a:srgbClr val="A8B8CA"/>
                </a:solidFill>
                <a:latin typeface="Arial"/>
                <a:ea typeface="Arial"/>
                <a:cs typeface="Arial"/>
              </a:rPr>
              <a:t>10</a:t>
            </a:r>
          </a:p>
        </p:txBody>
      </p:sp>
      <p:sp>
        <p:nvSpPr>
          <p:cNvPr id="21" name="capability_v1_s12_o21">
            <a:extLst xmlns:a="http://schemas.openxmlformats.org/drawingml/2006/main">
              <a:ext uri="{FF2B5EF4-FFF2-40B4-BE49-F238E27FC236}">
                <a16:creationId xmlns:a16="http://schemas.microsoft.com/office/drawing/2014/main" id="{591B5263-7013-4B36-83E4-0738CC0F9B78}"/>
              </a:ext>
            </a:extLst>
          </p:cNvPr>
          <p:cNvSpPr>
            <a:spLocks xmlns:a="http://schemas.openxmlformats.org/drawingml/2006/main" noGrp="1"/>
          </p:cNvSpPr>
          <p:nvPr/>
        </p:nvSpPr>
        <p:spPr>
          <a:xfrm xmlns:a="http://schemas.openxmlformats.org/drawingml/2006/main">
            <a:off x="1270000" y="36703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Fixtures and proof</a:t>
            </a:r>
          </a:p>
        </p:txBody>
      </p:sp>
      <p:sp>
        <p:nvSpPr>
          <p:cNvPr id="22" name="capability_v1_s12_o22">
            <a:extLst xmlns:a="http://schemas.openxmlformats.org/drawingml/2006/main">
              <a:ext uri="{FF2B5EF4-FFF2-40B4-BE49-F238E27FC236}">
                <a16:creationId xmlns:a16="http://schemas.microsoft.com/office/drawing/2014/main" id="{244FD27C-1AD5-49B7-AE8E-1CD1F3FF696F}"/>
              </a:ext>
            </a:extLst>
          </p:cNvPr>
          <p:cNvSpPr>
            <a:spLocks xmlns:a="http://schemas.openxmlformats.org/drawingml/2006/main" noGrp="1"/>
          </p:cNvSpPr>
          <p:nvPr/>
        </p:nvSpPr>
        <p:spPr>
          <a:xfrm xmlns:a="http://schemas.openxmlformats.org/drawingml/2006/main">
            <a:off x="5867400" y="36703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0 fixture case(s); 0 proof obligation(s). These are declarations, not test results.</a:t>
            </a:r>
          </a:p>
        </p:txBody>
      </p:sp>
      <p:sp>
        <p:nvSpPr>
          <p:cNvPr id="23" name="capability_v1_s12_o23">
            <a:extLst xmlns:a="http://schemas.openxmlformats.org/drawingml/2006/main">
              <a:ext uri="{FF2B5EF4-FFF2-40B4-BE49-F238E27FC236}">
                <a16:creationId xmlns:a16="http://schemas.microsoft.com/office/drawing/2014/main" id="{223A098B-39D5-4C85-BE07-4193897ACD18}"/>
              </a:ext>
            </a:extLst>
          </p:cNvPr>
          <p:cNvSpPr>
            <a:spLocks xmlns:a="http://schemas.openxmlformats.org/drawingml/2006/main" noGrp="1"/>
          </p:cNvSpPr>
          <p:nvPr/>
        </p:nvSpPr>
        <p:spPr>
          <a:xfrm xmlns:a="http://schemas.openxmlformats.org/drawingml/2006/main">
            <a:off x="762000" y="4102100"/>
            <a:ext cx="95" cy="457200"/>
          </a:xfrm>
          <a:custGeom xmlns:a="http://schemas.openxmlformats.org/drawingml/2006/main">
            <a:pathLst>
              <a:path w="95" h="457200">
                <a:moveTo>
                  <a:pt x="0" y="0"/>
                </a:moveTo>
                <a:lnTo>
                  <a:pt x="0" y="457200"/>
                </a:lnTo>
              </a:path>
            </a:pathLst>
          </a:custGeom>
          <a:noFill xmlns:a="http://schemas.openxmlformats.org/drawingml/2006/main"/>
          <a:ln xmlns:a="http://schemas.openxmlformats.org/drawingml/2006/main" w="25400">
            <a:solidFill>
              <a:srgbClr val="F6B94D"/>
            </a:solidFill>
            <a:prstDash val="solid"/>
          </a:ln>
        </p:spPr>
      </p:sp>
      <p:sp>
        <p:nvSpPr>
          <p:cNvPr id="24" name="capability_v1_s12_o24">
            <a:extLst xmlns:a="http://schemas.openxmlformats.org/drawingml/2006/main">
              <a:ext uri="{FF2B5EF4-FFF2-40B4-BE49-F238E27FC236}">
                <a16:creationId xmlns:a16="http://schemas.microsoft.com/office/drawing/2014/main" id="{BE177254-9392-4215-9A79-FE58740352E0}"/>
              </a:ext>
            </a:extLst>
          </p:cNvPr>
          <p:cNvSpPr>
            <a:spLocks xmlns:a="http://schemas.openxmlformats.org/drawingml/2006/main" noGrp="1"/>
          </p:cNvSpPr>
          <p:nvPr/>
        </p:nvSpPr>
        <p:spPr>
          <a:xfrm xmlns:a="http://schemas.openxmlformats.org/drawingml/2006/main">
            <a:off x="546100" y="4343400"/>
            <a:ext cx="431800" cy="431800"/>
          </a:xfrm>
          <a:prstGeom xmlns:a="http://schemas.openxmlformats.org/drawingml/2006/main" prst="diamond">
            <a:avLst/>
          </a:prstGeom>
          <a:solidFill xmlns:a="http://schemas.openxmlformats.org/drawingml/2006/main">
            <a:srgbClr val="102238"/>
          </a:solidFill>
          <a:ln xmlns:a="http://schemas.openxmlformats.org/drawingml/2006/main" w="25400">
            <a:solidFill>
              <a:srgbClr val="F6B94D"/>
            </a:solidFill>
          </a:ln>
        </p:spPr>
      </p:sp>
      <p:sp>
        <p:nvSpPr>
          <p:cNvPr id="25" name="capability_v1_s12_o25">
            <a:extLst xmlns:a="http://schemas.openxmlformats.org/drawingml/2006/main">
              <a:ext uri="{FF2B5EF4-FFF2-40B4-BE49-F238E27FC236}">
                <a16:creationId xmlns:a16="http://schemas.microsoft.com/office/drawing/2014/main" id="{20F48801-6C01-4378-8603-8890C033DCBF}"/>
              </a:ext>
            </a:extLst>
          </p:cNvPr>
          <p:cNvSpPr>
            <a:spLocks xmlns:a="http://schemas.openxmlformats.org/drawingml/2006/main" noGrp="1"/>
          </p:cNvSpPr>
          <p:nvPr/>
        </p:nvSpPr>
        <p:spPr>
          <a:xfrm xmlns:a="http://schemas.openxmlformats.org/drawingml/2006/main">
            <a:off x="558800" y="4432300"/>
            <a:ext cx="4064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000" b="1">
                <a:solidFill>
                  <a:srgbClr val="F6B94D"/>
                </a:solidFill>
                <a:latin typeface="Arial"/>
                <a:ea typeface="Arial"/>
                <a:cs typeface="Arial"/>
              </a:defRPr>
            </a:defPPr>
          </a:lstStyle>
          <a:p xmlns:a="http://schemas.openxmlformats.org/drawingml/2006/main">
            <a:pPr algn="ctr">
              <a:lnSpc>
                <a:spcPct val="108000"/>
              </a:lnSpc>
              <a:buNone/>
              <a:defRPr sz="1000" b="1">
                <a:solidFill>
                  <a:srgbClr val="F6B94D"/>
                </a:solidFill>
                <a:latin typeface="Arial"/>
                <a:ea typeface="Arial"/>
                <a:cs typeface="Arial"/>
              </a:defRPr>
            </a:pPr>
            <a:r>
              <a:rPr sz="1000" b="1">
                <a:solidFill>
                  <a:srgbClr val="F6B94D"/>
                </a:solidFill>
                <a:latin typeface="Arial"/>
                <a:ea typeface="Arial"/>
                <a:cs typeface="Arial"/>
              </a:rPr>
              <a:t>11</a:t>
            </a:r>
          </a:p>
        </p:txBody>
      </p:sp>
      <p:sp>
        <p:nvSpPr>
          <p:cNvPr id="26" name="capability_v1_s12_o26">
            <a:extLst xmlns:a="http://schemas.openxmlformats.org/drawingml/2006/main">
              <a:ext uri="{FF2B5EF4-FFF2-40B4-BE49-F238E27FC236}">
                <a16:creationId xmlns:a16="http://schemas.microsoft.com/office/drawing/2014/main" id="{BE1CBFD3-7A06-40D3-ADDF-9D9858B030AC}"/>
              </a:ext>
            </a:extLst>
          </p:cNvPr>
          <p:cNvSpPr>
            <a:spLocks xmlns:a="http://schemas.openxmlformats.org/drawingml/2006/main" noGrp="1"/>
          </p:cNvSpPr>
          <p:nvPr/>
        </p:nvSpPr>
        <p:spPr>
          <a:xfrm xmlns:a="http://schemas.openxmlformats.org/drawingml/2006/main">
            <a:off x="1270000" y="4343400"/>
            <a:ext cx="45085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1">
                <a:solidFill>
                  <a:srgbClr val="F4F7FB"/>
                </a:solidFill>
                <a:latin typeface="Arial"/>
                <a:ea typeface="Arial"/>
                <a:cs typeface="Arial"/>
              </a:defRPr>
            </a:defPPr>
          </a:lstStyle>
          <a:p xmlns:a="http://schemas.openxmlformats.org/drawingml/2006/main">
            <a:pPr algn="l">
              <a:lnSpc>
                <a:spcPct val="108000"/>
              </a:lnSpc>
              <a:buNone/>
              <a:defRPr sz="1700" b="1">
                <a:solidFill>
                  <a:srgbClr val="F4F7FB"/>
                </a:solidFill>
                <a:latin typeface="Arial"/>
                <a:ea typeface="Arial"/>
                <a:cs typeface="Arial"/>
              </a:defRPr>
            </a:pPr>
            <a:r>
              <a:rPr sz="1700" b="1">
                <a:solidFill>
                  <a:srgbClr val="F4F7FB"/>
                </a:solidFill>
                <a:latin typeface="Arial"/>
                <a:ea typeface="Arial"/>
                <a:cs typeface="Arial"/>
              </a:rPr>
              <a:t>Alignment evaluation</a:t>
            </a:r>
          </a:p>
        </p:txBody>
      </p:sp>
      <p:sp>
        <p:nvSpPr>
          <p:cNvPr id="27" name="capability_v1_s12_o27">
            <a:extLst xmlns:a="http://schemas.openxmlformats.org/drawingml/2006/main">
              <a:ext uri="{FF2B5EF4-FFF2-40B4-BE49-F238E27FC236}">
                <a16:creationId xmlns:a16="http://schemas.microsoft.com/office/drawing/2014/main" id="{9298480B-0366-4D96-BBED-47C824B84CAA}"/>
              </a:ext>
            </a:extLst>
          </p:cNvPr>
          <p:cNvSpPr>
            <a:spLocks xmlns:a="http://schemas.openxmlformats.org/drawingml/2006/main" noGrp="1"/>
          </p:cNvSpPr>
          <p:nvPr/>
        </p:nvSpPr>
        <p:spPr>
          <a:xfrm xmlns:a="http://schemas.openxmlformats.org/drawingml/2006/main">
            <a:off x="5867400" y="4343400"/>
            <a:ext cx="553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Reference checks are derived; no alignment receipt was read.</a:t>
            </a:r>
          </a:p>
        </p:txBody>
      </p:sp>
      <p:sp>
        <p:nvSpPr>
          <p:cNvPr id="28" name="capability_v1_s12_o28">
            <a:extLst xmlns:a="http://schemas.openxmlformats.org/drawingml/2006/main">
              <a:ext uri="{FF2B5EF4-FFF2-40B4-BE49-F238E27FC236}">
                <a16:creationId xmlns:a16="http://schemas.microsoft.com/office/drawing/2014/main" id="{A7F7B4EB-4FDD-4327-876B-CA934C346884}"/>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583139236"/>
      </p:ext>
    </p:extLst>
  </p:cSld>
</p:sld>
</file>

<file path=ppt/slides/slide1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8" name="capability_v1_s13_o1">
            <a:extLst xmlns:a="http://schemas.openxmlformats.org/drawingml/2006/main">
              <a:ext uri="{FF2B5EF4-FFF2-40B4-BE49-F238E27FC236}">
                <a16:creationId xmlns:a16="http://schemas.microsoft.com/office/drawing/2014/main" id="{2117C561-CEDB-465D-B56A-13E81F431F15}"/>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01 · Feature parse</a:t>
            </a:r>
          </a:p>
        </p:txBody>
      </p:sp>
      <p:sp>
        <p:nvSpPr>
          <p:cNvPr id="2" name="capability_v1_s13_o2">
            <a:extLst xmlns:a="http://schemas.openxmlformats.org/drawingml/2006/main">
              <a:ext uri="{FF2B5EF4-FFF2-40B4-BE49-F238E27FC236}">
                <a16:creationId xmlns:a16="http://schemas.microsoft.com/office/drawing/2014/main" id="{72351762-106B-4FA5-8EEB-CEB7F1AF6B52}"/>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What need and feature frame this capability?</a:t>
            </a:r>
          </a:p>
        </p:txBody>
      </p:sp>
      <p:sp>
        <p:nvSpPr>
          <p:cNvPr id="3" name="capability_v1_s13_o3">
            <a:extLst xmlns:a="http://schemas.openxmlformats.org/drawingml/2006/main">
              <a:ext uri="{FF2B5EF4-FFF2-40B4-BE49-F238E27FC236}">
                <a16:creationId xmlns:a16="http://schemas.microsoft.com/office/drawing/2014/main" id="{E8B10FB6-BFE9-4E2F-A9C2-CF7582D225BA}"/>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13</a:t>
            </a:r>
          </a:p>
        </p:txBody>
      </p:sp>
      <p:sp>
        <p:nvSpPr>
          <p:cNvPr id="4" name="capability_v1_s13_o4">
            <a:extLst xmlns:a="http://schemas.openxmlformats.org/drawingml/2006/main">
              <a:ext uri="{FF2B5EF4-FFF2-40B4-BE49-F238E27FC236}">
                <a16:creationId xmlns:a16="http://schemas.microsoft.com/office/drawing/2014/main" id="{7F7CA347-41BD-4C9F-9A1B-8CCD3FA7DED7}"/>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13_o5">
            <a:extLst xmlns:a="http://schemas.openxmlformats.org/drawingml/2006/main">
              <a:ext uri="{FF2B5EF4-FFF2-40B4-BE49-F238E27FC236}">
                <a16:creationId xmlns:a16="http://schemas.microsoft.com/office/drawing/2014/main" id="{C30D5D9F-5B16-4392-9098-B6DBE128EFA9}"/>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13_o6">
            <a:extLst xmlns:a="http://schemas.openxmlformats.org/drawingml/2006/main">
              <a:ext uri="{FF2B5EF4-FFF2-40B4-BE49-F238E27FC236}">
                <a16:creationId xmlns:a16="http://schemas.microsoft.com/office/drawing/2014/main" id="{DA239CD3-7D7C-4612-9F1D-C4156A796DFB}"/>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13_o7">
            <a:extLst xmlns:a="http://schemas.openxmlformats.org/drawingml/2006/main">
              <a:ext uri="{FF2B5EF4-FFF2-40B4-BE49-F238E27FC236}">
                <a16:creationId xmlns:a16="http://schemas.microsoft.com/office/drawing/2014/main" id="{499A9844-ED0B-4C61-AD5A-54ED28F689A2}"/>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13_o8">
            <a:extLst xmlns:a="http://schemas.openxmlformats.org/drawingml/2006/main">
              <a:ext uri="{FF2B5EF4-FFF2-40B4-BE49-F238E27FC236}">
                <a16:creationId xmlns:a16="http://schemas.microsoft.com/office/drawing/2014/main" id="{000AA787-2DE7-4508-8F58-DDC9407A42BE}"/>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13_o9">
            <a:extLst xmlns:a="http://schemas.openxmlformats.org/drawingml/2006/main">
              <a:ext uri="{FF2B5EF4-FFF2-40B4-BE49-F238E27FC236}">
                <a16:creationId xmlns:a16="http://schemas.microsoft.com/office/drawing/2014/main" id="{2778469C-A360-467E-B8C0-380BFC88821F}"/>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procedural dungeon</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governed execution</a:t>
            </a:r>
          </a:p>
        </p:txBody>
      </p:sp>
      <p:sp>
        <p:nvSpPr>
          <p:cNvPr id="10" name="capability_v1_s13_o10">
            <a:extLst xmlns:a="http://schemas.openxmlformats.org/drawingml/2006/main">
              <a:ext uri="{FF2B5EF4-FFF2-40B4-BE49-F238E27FC236}">
                <a16:creationId xmlns:a16="http://schemas.microsoft.com/office/drawing/2014/main" id="{133934E1-B147-41D0-9B1C-A15739ED5B40}"/>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1" name="capability_v1_s13_o11">
            <a:extLst xmlns:a="http://schemas.openxmlformats.org/drawingml/2006/main">
              <a:ext uri="{FF2B5EF4-FFF2-40B4-BE49-F238E27FC236}">
                <a16:creationId xmlns:a16="http://schemas.microsoft.com/office/drawing/2014/main" id="{8D52C321-AFEB-48DA-B2EC-B1C1FC5CE663}"/>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4DE0B0">
                <a:alpha val="7000"/>
              </a:srgbClr>
            </a:solidFill>
            <a:prstDash val="solid"/>
          </a:ln>
        </p:spPr>
      </p:sp>
      <p:sp>
        <p:nvSpPr>
          <p:cNvPr id="12" name="capability_v1_s13_o12">
            <a:extLst xmlns:a="http://schemas.openxmlformats.org/drawingml/2006/main">
              <a:ext uri="{FF2B5EF4-FFF2-40B4-BE49-F238E27FC236}">
                <a16:creationId xmlns:a16="http://schemas.microsoft.com/office/drawing/2014/main" id="{93B35F32-D9DC-4785-9FD6-291036702123}"/>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3" name="capability_v1_s13_o13">
            <a:extLst xmlns:a="http://schemas.openxmlformats.org/drawingml/2006/main">
              <a:ext uri="{FF2B5EF4-FFF2-40B4-BE49-F238E27FC236}">
                <a16:creationId xmlns:a16="http://schemas.microsoft.com/office/drawing/2014/main" id="{1FC14255-BFBF-4C7D-BDF4-2E2C8916FAB8}"/>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14" name="capability_v1_s13_o14">
            <a:extLst xmlns:a="http://schemas.openxmlformats.org/drawingml/2006/main">
              <a:ext uri="{FF2B5EF4-FFF2-40B4-BE49-F238E27FC236}">
                <a16:creationId xmlns:a16="http://schemas.microsoft.com/office/drawing/2014/main" id="{E55514C6-1B71-41DB-B8F0-D7D7759B5C86}"/>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4DE0B0"/>
            </a:solidFill>
            <a:prstDash val="solid"/>
          </a:ln>
        </p:spPr>
      </p:sp>
      <p:sp>
        <p:nvSpPr>
          <p:cNvPr id="15" name="capability_v1_s13_o15">
            <a:extLst xmlns:a="http://schemas.openxmlformats.org/drawingml/2006/main">
              <a:ext uri="{FF2B5EF4-FFF2-40B4-BE49-F238E27FC236}">
                <a16:creationId xmlns:a16="http://schemas.microsoft.com/office/drawing/2014/main" id="{281EAF02-592E-4CDB-ADDA-32D92F17F46A}"/>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16" name="capability_v1_s13_o15_arrow">
            <a:extLst xmlns:a="http://schemas.openxmlformats.org/drawingml/2006/main">
              <a:ext uri="{FF2B5EF4-FFF2-40B4-BE49-F238E27FC236}">
                <a16:creationId xmlns:a16="http://schemas.microsoft.com/office/drawing/2014/main" id="{B7D3C989-45B3-4FFC-BCDD-3DB2875715AD}"/>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7" name="capability_v1_s13_o16">
            <a:extLst xmlns:a="http://schemas.openxmlformats.org/drawingml/2006/main">
              <a:ext uri="{FF2B5EF4-FFF2-40B4-BE49-F238E27FC236}">
                <a16:creationId xmlns:a16="http://schemas.microsoft.com/office/drawing/2014/main" id="{A4EDD172-C567-4B52-993D-111D1753642E}"/>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18" name="capability_v1_s13_o17">
            <a:extLst xmlns:a="http://schemas.openxmlformats.org/drawingml/2006/main">
              <a:ext uri="{FF2B5EF4-FFF2-40B4-BE49-F238E27FC236}">
                <a16:creationId xmlns:a16="http://schemas.microsoft.com/office/drawing/2014/main" id="{7E31E9E2-76D7-4378-BC31-EB8BD4A8DC41}"/>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19" name="capability_v1_s13_o18">
            <a:extLst xmlns:a="http://schemas.openxmlformats.org/drawingml/2006/main">
              <a:ext uri="{FF2B5EF4-FFF2-40B4-BE49-F238E27FC236}">
                <a16:creationId xmlns:a16="http://schemas.microsoft.com/office/drawing/2014/main" id="{E8B7FD16-5263-4323-A851-5D7C418DCD1D}"/>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13_o19">
            <a:extLst xmlns:a="http://schemas.openxmlformats.org/drawingml/2006/main">
              <a:ext uri="{FF2B5EF4-FFF2-40B4-BE49-F238E27FC236}">
                <a16:creationId xmlns:a16="http://schemas.microsoft.com/office/drawing/2014/main" id="{CB9FFA9B-AB71-4E9D-9866-B81D4D6E2DF3}"/>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21" name="capability_v1_s13_o20">
            <a:extLst xmlns:a="http://schemas.openxmlformats.org/drawingml/2006/main">
              <a:ext uri="{FF2B5EF4-FFF2-40B4-BE49-F238E27FC236}">
                <a16:creationId xmlns:a16="http://schemas.microsoft.com/office/drawing/2014/main" id="{16451E8C-A9BD-442B-AD9B-1BAA4A379C6D}"/>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22" name="capability_v1_s13_o21">
            <a:extLst xmlns:a="http://schemas.openxmlformats.org/drawingml/2006/main">
              <a:ext uri="{FF2B5EF4-FFF2-40B4-BE49-F238E27FC236}">
                <a16:creationId xmlns:a16="http://schemas.microsoft.com/office/drawing/2014/main" id="{D9ABD7E2-E843-4CF8-A30A-FFBB91273257}"/>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3" name="capability_v1_s13_o22">
            <a:extLst xmlns:a="http://schemas.openxmlformats.org/drawingml/2006/main">
              <a:ext uri="{FF2B5EF4-FFF2-40B4-BE49-F238E27FC236}">
                <a16:creationId xmlns:a16="http://schemas.microsoft.com/office/drawing/2014/main" id="{6903756C-CCA8-49C4-9931-87FFB636A18D}"/>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4" name="capability_v1_s13_o23">
            <a:extLst xmlns:a="http://schemas.openxmlformats.org/drawingml/2006/main">
              <a:ext uri="{FF2B5EF4-FFF2-40B4-BE49-F238E27FC236}">
                <a16:creationId xmlns:a16="http://schemas.microsoft.com/office/drawing/2014/main" id="{67932EE6-F118-4434-A150-DC805329998D}"/>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Write the configured text to</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standard output</a:t>
            </a:r>
          </a:p>
        </p:txBody>
      </p:sp>
      <p:sp>
        <p:nvSpPr>
          <p:cNvPr id="25" name="capability_v1_s13_o24">
            <a:extLst xmlns:a="http://schemas.openxmlformats.org/drawingml/2006/main">
              <a:ext uri="{FF2B5EF4-FFF2-40B4-BE49-F238E27FC236}">
                <a16:creationId xmlns:a16="http://schemas.microsoft.com/office/drawing/2014/main" id="{B45FDF8B-F201-459F-8718-68908F97CB2C}"/>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linked feature writeup; version selection retained in notes</a:t>
            </a:r>
          </a:p>
        </p:txBody>
      </p:sp>
      <p:sp>
        <p:nvSpPr>
          <p:cNvPr id="26" name="capability_v1_s13_o25">
            <a:extLst xmlns:a="http://schemas.openxmlformats.org/drawingml/2006/main">
              <a:ext uri="{FF2B5EF4-FFF2-40B4-BE49-F238E27FC236}">
                <a16:creationId xmlns:a16="http://schemas.microsoft.com/office/drawing/2014/main" id="{B0432A92-DB69-473F-A5C3-3B42D970ADF3}"/>
              </a:ext>
            </a:extLst>
          </p:cNvPr>
          <p:cNvSpPr>
            <a:spLocks xmlns:a="http://schemas.openxmlformats.org/drawingml/2006/main" noGrp="1"/>
          </p:cNvSpPr>
          <p:nvPr/>
        </p:nvSpPr>
        <p:spPr>
          <a:xfrm xmlns:a="http://schemas.openxmlformats.org/drawingml/2006/main">
            <a:off x="863600" y="4533900"/>
            <a:ext cx="5397500" cy="115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600" b="0">
                <a:solidFill>
                  <a:srgbClr val="F4F7FB"/>
                </a:solidFill>
                <a:latin typeface="Arial"/>
                <a:ea typeface="Arial"/>
                <a:cs typeface="Arial"/>
              </a:defRPr>
            </a:defPPr>
          </a:lstStyle>
          <a:p xmlns:a="http://schemas.openxmlformats.org/drawingml/2006/main">
            <a:pPr algn="l">
              <a:lnSpc>
                <a:spcPct val="108000"/>
              </a:lnSpc>
              <a:buNone/>
              <a:defRPr sz="1600" b="0">
                <a:solidFill>
                  <a:srgbClr val="F4F7FB"/>
                </a:solidFill>
                <a:latin typeface="Arial"/>
                <a:ea typeface="Arial"/>
                <a:cs typeface="Arial"/>
              </a:defRPr>
            </a:pPr>
            <a:r>
              <a:rPr sz="1600" b="0">
                <a:solidFill>
                  <a:srgbClr val="F4F7FB"/>
                </a:solidFill>
                <a:latin typeface="Arial"/>
                <a:ea typeface="Arial"/>
                <a:cs typeface="Arial"/>
              </a:rPr>
              <a:t>A caller supplies a name and receives the configured greeting with that name substituted.</a:t>
            </a:r>
          </a:p>
        </p:txBody>
      </p:sp>
      <p:sp>
        <p:nvSpPr>
          <p:cNvPr id="27" name="capability_v1_s13_o26">
            <a:extLst xmlns:a="http://schemas.openxmlformats.org/drawingml/2006/main">
              <a:ext uri="{FF2B5EF4-FFF2-40B4-BE49-F238E27FC236}">
                <a16:creationId xmlns:a16="http://schemas.microsoft.com/office/drawing/2014/main" id="{7E08028F-402B-4A3B-9BBD-A46231428218}"/>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577503271"/>
      </p:ext>
    </p:extLst>
  </p:cSld>
</p:sld>
</file>

<file path=ppt/slides/slide1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6" name="capability_v1_s14_o1">
            <a:extLst xmlns:a="http://schemas.openxmlformats.org/drawingml/2006/main">
              <a:ext uri="{FF2B5EF4-FFF2-40B4-BE49-F238E27FC236}">
                <a16:creationId xmlns:a16="http://schemas.microsoft.com/office/drawing/2014/main" id="{4A16948A-11C1-4C06-8628-2B246525ADF0}"/>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Retained feature writeup</a:t>
            </a:r>
          </a:p>
        </p:txBody>
      </p:sp>
      <p:sp>
        <p:nvSpPr>
          <p:cNvPr id="2" name="capability_v1_s14_o2">
            <a:extLst xmlns:a="http://schemas.openxmlformats.org/drawingml/2006/main">
              <a:ext uri="{FF2B5EF4-FFF2-40B4-BE49-F238E27FC236}">
                <a16:creationId xmlns:a16="http://schemas.microsoft.com/office/drawing/2014/main" id="{1D92147E-F6D4-4104-BBE2-2B23D66E475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features/procedural-dungeon-governed-execution.feature</a:t>
            </a:r>
          </a:p>
        </p:txBody>
      </p:sp>
      <p:sp>
        <p:nvSpPr>
          <p:cNvPr id="3" name="capability_v1_s14_o3">
            <a:extLst xmlns:a="http://schemas.openxmlformats.org/drawingml/2006/main">
              <a:ext uri="{FF2B5EF4-FFF2-40B4-BE49-F238E27FC236}">
                <a16:creationId xmlns:a16="http://schemas.microsoft.com/office/drawing/2014/main" id="{4C0752AB-E01D-4F2D-BB93-6F94755B76EA}"/>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14</a:t>
            </a:r>
          </a:p>
        </p:txBody>
      </p:sp>
      <p:sp>
        <p:nvSpPr>
          <p:cNvPr id="4" name="capability_v1_s14_o4">
            <a:extLst xmlns:a="http://schemas.openxmlformats.org/drawingml/2006/main">
              <a:ext uri="{FF2B5EF4-FFF2-40B4-BE49-F238E27FC236}">
                <a16:creationId xmlns:a16="http://schemas.microsoft.com/office/drawing/2014/main" id="{35E482B3-A84A-46E4-AD39-8513FAF234BF}"/>
              </a:ext>
            </a:extLst>
          </p:cNvPr>
          <p:cNvSpPr>
            <a:spLocks xmlns:a="http://schemas.openxmlformats.org/drawingml/2006/main" noGrp="1"/>
          </p:cNvSpPr>
          <p:nvPr/>
        </p:nvSpPr>
        <p:spPr>
          <a:xfrm xmlns:a="http://schemas.openxmlformats.org/drawingml/2006/main">
            <a:off x="736600" y="1968500"/>
            <a:ext cx="106934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800" b="0">
                <a:solidFill>
                  <a:srgbClr val="F4F7FB"/>
                </a:solidFill>
                <a:latin typeface="Arial"/>
                <a:ea typeface="Arial"/>
                <a:cs typeface="Arial"/>
              </a:defRPr>
            </a:defPPr>
          </a:lstStyle>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Feature: Write the configured text to standard output</a:t>
            </a:r>
          </a:p>
          <a:p xmlns:a="http://schemas.openxmlformats.org/drawingml/2006/main">
            <a:r>
              <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Scenario: Write the database-defined message</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Given the message configured in the database</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When the sda-json-cli.v1 standard-output interface executes with that message</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Then the caller observes the greeting for the supplied name on standard output</a:t>
            </a:r>
          </a:p>
        </p:txBody>
      </p:sp>
      <p:sp>
        <p:nvSpPr>
          <p:cNvPr id="5" name="capability_v1_s14_o5">
            <a:extLst xmlns:a="http://schemas.openxmlformats.org/drawingml/2006/main">
              <a:ext uri="{FF2B5EF4-FFF2-40B4-BE49-F238E27FC236}">
                <a16:creationId xmlns:a16="http://schemas.microsoft.com/office/drawing/2014/main" id="{26C72DC6-2AA1-410E-8DB3-B0EB90B316E4}"/>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430365355"/>
      </p:ext>
    </p:extLst>
  </p:cSld>
</p:sld>
</file>

<file path=ppt/slides/slide1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15_o1">
            <a:extLst xmlns:a="http://schemas.openxmlformats.org/drawingml/2006/main">
              <a:ext uri="{FF2B5EF4-FFF2-40B4-BE49-F238E27FC236}">
                <a16:creationId xmlns:a16="http://schemas.microsoft.com/office/drawing/2014/main" id="{A79DBE4B-8664-4AE8-B82D-1D371FEC5975}"/>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Procedural dungeon governed execution</a:t>
            </a:r>
          </a:p>
        </p:txBody>
      </p:sp>
      <p:sp>
        <p:nvSpPr>
          <p:cNvPr id="2" name="capability_v1_s15_o2">
            <a:extLst xmlns:a="http://schemas.openxmlformats.org/drawingml/2006/main">
              <a:ext uri="{FF2B5EF4-FFF2-40B4-BE49-F238E27FC236}">
                <a16:creationId xmlns:a16="http://schemas.microsoft.com/office/drawing/2014/main" id="{C4D2A648-7C28-405A-84F9-0F7623A54201}"/>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FEATURE SCENARIO / procedural-dungeon-governed-execution / VERSION 113602</a:t>
            </a:r>
          </a:p>
        </p:txBody>
      </p:sp>
      <p:sp>
        <p:nvSpPr>
          <p:cNvPr id="3" name="capability_v1_s15_o3">
            <a:extLst xmlns:a="http://schemas.openxmlformats.org/drawingml/2006/main">
              <a:ext uri="{FF2B5EF4-FFF2-40B4-BE49-F238E27FC236}">
                <a16:creationId xmlns:a16="http://schemas.microsoft.com/office/drawing/2014/main" id="{2F54D50C-B5E8-4376-B451-AFB0D0C79853}"/>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15</a:t>
            </a:r>
          </a:p>
        </p:txBody>
      </p:sp>
      <p:sp>
        <p:nvSpPr>
          <p:cNvPr id="4" name="capability_v1_s15_o4">
            <a:extLst xmlns:a="http://schemas.openxmlformats.org/drawingml/2006/main">
              <a:ext uri="{FF2B5EF4-FFF2-40B4-BE49-F238E27FC236}">
                <a16:creationId xmlns:a16="http://schemas.microsoft.com/office/drawing/2014/main" id="{DC73E93B-BB94-40F3-9474-ACBCF46D8975}"/>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Given</a:t>
            </a:r>
          </a:p>
        </p:txBody>
      </p:sp>
      <p:sp>
        <p:nvSpPr>
          <p:cNvPr id="5" name="capability_v1_s15_o5">
            <a:extLst xmlns:a="http://schemas.openxmlformats.org/drawingml/2006/main">
              <a:ext uri="{FF2B5EF4-FFF2-40B4-BE49-F238E27FC236}">
                <a16:creationId xmlns:a16="http://schemas.microsoft.com/office/drawing/2014/main" id="{11BED549-3DB6-4BF2-8064-DFA898A88268}"/>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15_o6">
            <a:extLst xmlns:a="http://schemas.openxmlformats.org/drawingml/2006/main">
              <a:ext uri="{FF2B5EF4-FFF2-40B4-BE49-F238E27FC236}">
                <a16:creationId xmlns:a16="http://schemas.microsoft.com/office/drawing/2014/main" id="{F8B06991-0EB4-4078-BB3F-A29C67B62FB5}"/>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an initial deterministic generation seed</a:t>
            </a:r>
          </a:p>
        </p:txBody>
      </p:sp>
      <p:sp>
        <p:nvSpPr>
          <p:cNvPr id="7" name="capability_v1_s15_o7">
            <a:extLst xmlns:a="http://schemas.openxmlformats.org/drawingml/2006/main">
              <a:ext uri="{FF2B5EF4-FFF2-40B4-BE49-F238E27FC236}">
                <a16:creationId xmlns:a16="http://schemas.microsoft.com/office/drawing/2014/main" id="{B8782AC8-77B9-44DC-B5D7-24161F4B6AEE}"/>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5A7FF"/>
                </a:solidFill>
                <a:latin typeface="Arial"/>
                <a:ea typeface="Arial"/>
                <a:cs typeface="Arial"/>
              </a:defRPr>
            </a:defPPr>
          </a:lstStyle>
          <a:p xmlns:a="http://schemas.openxmlformats.org/drawingml/2006/main">
            <a:pPr algn="l">
              <a:lnSpc>
                <a:spcPct val="108000"/>
              </a:lnSpc>
              <a:buNone/>
              <a:defRPr sz="1400" b="1">
                <a:solidFill>
                  <a:srgbClr val="45A7FF"/>
                </a:solidFill>
                <a:latin typeface="Arial"/>
                <a:ea typeface="Arial"/>
                <a:cs typeface="Arial"/>
              </a:defRPr>
            </a:pPr>
            <a:r>
              <a:rPr sz="1400" b="1">
                <a:solidFill>
                  <a:srgbClr val="45A7FF"/>
                </a:solidFill>
                <a:latin typeface="Arial"/>
                <a:ea typeface="Arial"/>
                <a:cs typeface="Arial"/>
              </a:rPr>
              <a:t>When</a:t>
            </a:r>
          </a:p>
        </p:txBody>
      </p:sp>
      <p:sp>
        <p:nvSpPr>
          <p:cNvPr id="8" name="capability_v1_s15_o8">
            <a:extLst xmlns:a="http://schemas.openxmlformats.org/drawingml/2006/main">
              <a:ext uri="{FF2B5EF4-FFF2-40B4-BE49-F238E27FC236}">
                <a16:creationId xmlns:a16="http://schemas.microsoft.com/office/drawing/2014/main" id="{98A7D0C2-7662-4F2B-8CDF-54F1B3F80C06}"/>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5A7FF"/>
            </a:solidFill>
            <a:prstDash val="solid"/>
          </a:ln>
        </p:spPr>
      </p:sp>
      <p:sp>
        <p:nvSpPr>
          <p:cNvPr id="9" name="capability_v1_s15_o9">
            <a:extLst xmlns:a="http://schemas.openxmlformats.org/drawingml/2006/main">
              <a:ext uri="{FF2B5EF4-FFF2-40B4-BE49-F238E27FC236}">
                <a16:creationId xmlns:a16="http://schemas.microsoft.com/office/drawing/2014/main" id="{157F76B5-238C-4B08-9E0D-A195F51EE630}"/>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dungeon topology partitioning and rasterization authorities</a:t>
            </a:r>
          </a:p>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execute</a:t>
            </a:r>
          </a:p>
        </p:txBody>
      </p:sp>
      <p:sp>
        <p:nvSpPr>
          <p:cNvPr id="10" name="capability_v1_s15_o10">
            <a:extLst xmlns:a="http://schemas.openxmlformats.org/drawingml/2006/main">
              <a:ext uri="{FF2B5EF4-FFF2-40B4-BE49-F238E27FC236}">
                <a16:creationId xmlns:a16="http://schemas.microsoft.com/office/drawing/2014/main" id="{E88BCB7C-A300-405D-A251-DEDF4BB5102A}"/>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DE0B0"/>
                </a:solidFill>
                <a:latin typeface="Arial"/>
                <a:ea typeface="Arial"/>
                <a:cs typeface="Arial"/>
              </a:defRPr>
            </a:defPPr>
          </a:lstStyle>
          <a:p xmlns:a="http://schemas.openxmlformats.org/drawingml/2006/main">
            <a:pPr algn="l">
              <a:lnSpc>
                <a:spcPct val="108000"/>
              </a:lnSpc>
              <a:buNone/>
              <a:defRPr sz="1400" b="1">
                <a:solidFill>
                  <a:srgbClr val="4DE0B0"/>
                </a:solidFill>
                <a:latin typeface="Arial"/>
                <a:ea typeface="Arial"/>
                <a:cs typeface="Arial"/>
              </a:defRPr>
            </a:pPr>
            <a:r>
              <a:rPr sz="1400" b="1">
                <a:solidFill>
                  <a:srgbClr val="4DE0B0"/>
                </a:solidFill>
                <a:latin typeface="Arial"/>
                <a:ea typeface="Arial"/>
                <a:cs typeface="Arial"/>
              </a:rPr>
              <a:t>Then</a:t>
            </a:r>
          </a:p>
        </p:txBody>
      </p:sp>
      <p:sp>
        <p:nvSpPr>
          <p:cNvPr id="11" name="capability_v1_s15_o11">
            <a:extLst xmlns:a="http://schemas.openxmlformats.org/drawingml/2006/main">
              <a:ext uri="{FF2B5EF4-FFF2-40B4-BE49-F238E27FC236}">
                <a16:creationId xmlns:a16="http://schemas.microsoft.com/office/drawing/2014/main" id="{02E7CFD4-AC57-4BD0-8023-3E8B8416D136}"/>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DE0B0"/>
            </a:solidFill>
            <a:prstDash val="solid"/>
          </a:ln>
        </p:spPr>
      </p:sp>
      <p:sp>
        <p:nvSpPr>
          <p:cNvPr id="12" name="capability_v1_s15_o12">
            <a:extLst xmlns:a="http://schemas.openxmlformats.org/drawingml/2006/main">
              <a:ext uri="{FF2B5EF4-FFF2-40B4-BE49-F238E27FC236}">
                <a16:creationId xmlns:a16="http://schemas.microsoft.com/office/drawing/2014/main" id="{F269F713-7AD8-4991-9E04-35110D9726B2}"/>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the 78x78 tile grid is partitioned and the player initial</a:t>
            </a:r>
          </a:p>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coordinate is placed on an admitted floor cell</a:t>
            </a:r>
          </a:p>
        </p:txBody>
      </p:sp>
      <p:sp>
        <p:nvSpPr>
          <p:cNvPr id="13" name="capability_v1_s15_o13">
            <a:extLst xmlns:a="http://schemas.openxmlformats.org/drawingml/2006/main">
              <a:ext uri="{FF2B5EF4-FFF2-40B4-BE49-F238E27FC236}">
                <a16:creationId xmlns:a16="http://schemas.microsoft.com/office/drawing/2014/main" id="{B30CC8D8-7542-4FB2-B34A-D1D84FE1430E}"/>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696913443"/>
      </p:ext>
    </p:extLst>
  </p:cSld>
</p:sld>
</file>

<file path=ppt/slides/slide1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57" name="capability_v1_s16_o1">
            <a:extLst xmlns:a="http://schemas.openxmlformats.org/drawingml/2006/main">
              <a:ext uri="{FF2B5EF4-FFF2-40B4-BE49-F238E27FC236}">
                <a16:creationId xmlns:a16="http://schemas.microsoft.com/office/drawing/2014/main" id="{4D047D6D-C158-40BC-AE0B-6A4EFEE4F3EF}"/>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02 · Capability meaning</a:t>
            </a:r>
          </a:p>
        </p:txBody>
      </p:sp>
      <p:sp>
        <p:nvSpPr>
          <p:cNvPr id="2" name="capability_v1_s16_o2">
            <a:extLst xmlns:a="http://schemas.openxmlformats.org/drawingml/2006/main">
              <a:ext uri="{FF2B5EF4-FFF2-40B4-BE49-F238E27FC236}">
                <a16:creationId xmlns:a16="http://schemas.microsoft.com/office/drawing/2014/main" id="{42E5C5F6-2D97-4E24-8A2C-449F003D9C4B}"/>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Who needs the capability, for what purpose and outcome?</a:t>
            </a:r>
          </a:p>
        </p:txBody>
      </p:sp>
      <p:sp>
        <p:nvSpPr>
          <p:cNvPr id="3" name="capability_v1_s16_o3">
            <a:extLst xmlns:a="http://schemas.openxmlformats.org/drawingml/2006/main">
              <a:ext uri="{FF2B5EF4-FFF2-40B4-BE49-F238E27FC236}">
                <a16:creationId xmlns:a16="http://schemas.microsoft.com/office/drawing/2014/main" id="{71365C94-716C-477B-97A4-0BBB3919B178}"/>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16</a:t>
            </a:r>
          </a:p>
        </p:txBody>
      </p:sp>
      <p:sp>
        <p:nvSpPr>
          <p:cNvPr id="4" name="capability_v1_s16_o4">
            <a:extLst xmlns:a="http://schemas.openxmlformats.org/drawingml/2006/main">
              <a:ext uri="{FF2B5EF4-FFF2-40B4-BE49-F238E27FC236}">
                <a16:creationId xmlns:a16="http://schemas.microsoft.com/office/drawing/2014/main" id="{D9F556DA-5DBF-47D9-B45E-6BA55953D2A0}"/>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16_o5">
            <a:extLst xmlns:a="http://schemas.openxmlformats.org/drawingml/2006/main">
              <a:ext uri="{FF2B5EF4-FFF2-40B4-BE49-F238E27FC236}">
                <a16:creationId xmlns:a16="http://schemas.microsoft.com/office/drawing/2014/main" id="{1ED2B391-D403-46D0-9BA8-45A6D5436F90}"/>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16_o6">
            <a:extLst xmlns:a="http://schemas.openxmlformats.org/drawingml/2006/main">
              <a:ext uri="{FF2B5EF4-FFF2-40B4-BE49-F238E27FC236}">
                <a16:creationId xmlns:a16="http://schemas.microsoft.com/office/drawing/2014/main" id="{B719CC54-6B74-400F-BB2E-19557EDFA339}"/>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16_o7">
            <a:extLst xmlns:a="http://schemas.openxmlformats.org/drawingml/2006/main">
              <a:ext uri="{FF2B5EF4-FFF2-40B4-BE49-F238E27FC236}">
                <a16:creationId xmlns:a16="http://schemas.microsoft.com/office/drawing/2014/main" id="{41274A50-949F-4E5E-815C-AC8CF8355FBE}"/>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16_o8">
            <a:extLst xmlns:a="http://schemas.openxmlformats.org/drawingml/2006/main">
              <a:ext uri="{FF2B5EF4-FFF2-40B4-BE49-F238E27FC236}">
                <a16:creationId xmlns:a16="http://schemas.microsoft.com/office/drawing/2014/main" id="{CCDE43A3-5628-4BAC-972D-215953F93D8B}"/>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16_o9">
            <a:extLst xmlns:a="http://schemas.openxmlformats.org/drawingml/2006/main">
              <a:ext uri="{FF2B5EF4-FFF2-40B4-BE49-F238E27FC236}">
                <a16:creationId xmlns:a16="http://schemas.microsoft.com/office/drawing/2014/main" id="{F4DCB56B-77E7-4C02-876A-616B76284256}"/>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procedural dungeon</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governed execution</a:t>
            </a:r>
          </a:p>
        </p:txBody>
      </p:sp>
      <p:sp>
        <p:nvSpPr>
          <p:cNvPr id="10" name="capability_v1_s16_o10">
            <a:extLst xmlns:a="http://schemas.openxmlformats.org/drawingml/2006/main">
              <a:ext uri="{FF2B5EF4-FFF2-40B4-BE49-F238E27FC236}">
                <a16:creationId xmlns:a16="http://schemas.microsoft.com/office/drawing/2014/main" id="{95F24C9F-2D6D-420F-9960-F5379486D0E3}"/>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1" name="capability_v1_s16_o11">
            <a:extLst xmlns:a="http://schemas.openxmlformats.org/drawingml/2006/main">
              <a:ext uri="{FF2B5EF4-FFF2-40B4-BE49-F238E27FC236}">
                <a16:creationId xmlns:a16="http://schemas.microsoft.com/office/drawing/2014/main" id="{3E89ACDD-57FD-49FB-ADC9-2DDDB54519C7}"/>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F6B94D">
                <a:alpha val="7000"/>
              </a:srgbClr>
            </a:solidFill>
            <a:prstDash val="solid"/>
          </a:ln>
        </p:spPr>
      </p:sp>
      <p:sp>
        <p:nvSpPr>
          <p:cNvPr id="12" name="capability_v1_s16_o12">
            <a:extLst xmlns:a="http://schemas.openxmlformats.org/drawingml/2006/main">
              <a:ext uri="{FF2B5EF4-FFF2-40B4-BE49-F238E27FC236}">
                <a16:creationId xmlns:a16="http://schemas.microsoft.com/office/drawing/2014/main" id="{AFF150BF-2609-480A-A3EC-7D33E4F758E4}"/>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3" name="capability_v1_s16_o13">
            <a:extLst xmlns:a="http://schemas.openxmlformats.org/drawingml/2006/main">
              <a:ext uri="{FF2B5EF4-FFF2-40B4-BE49-F238E27FC236}">
                <a16:creationId xmlns:a16="http://schemas.microsoft.com/office/drawing/2014/main" id="{A720C580-0533-4B09-A5D7-514BC9970208}"/>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F6B94D"/>
            </a:solidFill>
            <a:prstDash val="solid"/>
          </a:ln>
        </p:spPr>
      </p:sp>
      <p:sp>
        <p:nvSpPr>
          <p:cNvPr id="14" name="capability_v1_s16_o14">
            <a:extLst xmlns:a="http://schemas.openxmlformats.org/drawingml/2006/main">
              <a:ext uri="{FF2B5EF4-FFF2-40B4-BE49-F238E27FC236}">
                <a16:creationId xmlns:a16="http://schemas.microsoft.com/office/drawing/2014/main" id="{FE217F45-0702-421E-9ED7-CFE4AC31F3E3}"/>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F6B94D"/>
            </a:solidFill>
            <a:prstDash val="solid"/>
          </a:ln>
        </p:spPr>
      </p:sp>
      <p:sp>
        <p:nvSpPr>
          <p:cNvPr id="15" name="capability_v1_s16_o15">
            <a:extLst xmlns:a="http://schemas.openxmlformats.org/drawingml/2006/main">
              <a:ext uri="{FF2B5EF4-FFF2-40B4-BE49-F238E27FC236}">
                <a16:creationId xmlns:a16="http://schemas.microsoft.com/office/drawing/2014/main" id="{03AC1FE9-AFA2-4DCB-85FF-EC6F4E1DC047}"/>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F6B94D"/>
            </a:solidFill>
            <a:prstDash val="solid"/>
          </a:ln>
        </p:spPr>
      </p:sp>
      <p:sp>
        <p:nvSpPr>
          <p:cNvPr id="16" name="capability_v1_s16_o15_arrow">
            <a:extLst xmlns:a="http://schemas.openxmlformats.org/drawingml/2006/main">
              <a:ext uri="{FF2B5EF4-FFF2-40B4-BE49-F238E27FC236}">
                <a16:creationId xmlns:a16="http://schemas.microsoft.com/office/drawing/2014/main" id="{82E133B9-8DB8-4398-ADEC-ABC2927DBB87}"/>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7" name="capability_v1_s16_o16">
            <a:extLst xmlns:a="http://schemas.openxmlformats.org/drawingml/2006/main">
              <a:ext uri="{FF2B5EF4-FFF2-40B4-BE49-F238E27FC236}">
                <a16:creationId xmlns:a16="http://schemas.microsoft.com/office/drawing/2014/main" id="{13B6694A-215C-420D-B537-8711F965467F}"/>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F6B94D">
              <a:alpha val="10000"/>
            </a:srgbClr>
          </a:solidFill>
          <a:ln xmlns:a="http://schemas.openxmlformats.org/drawingml/2006/main" w="0">
            <a:noFill/>
          </a:ln>
        </p:spPr>
      </p:sp>
      <p:sp>
        <p:nvSpPr>
          <p:cNvPr id="18" name="capability_v1_s16_o17">
            <a:extLst xmlns:a="http://schemas.openxmlformats.org/drawingml/2006/main">
              <a:ext uri="{FF2B5EF4-FFF2-40B4-BE49-F238E27FC236}">
                <a16:creationId xmlns:a16="http://schemas.microsoft.com/office/drawing/2014/main" id="{C760EA86-09FA-4105-87BB-C0F1CE98DE6C}"/>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F6B94D"/>
          </a:solidFill>
          <a:ln xmlns:a="http://schemas.openxmlformats.org/drawingml/2006/main" w="12700">
            <a:solidFill>
              <a:srgbClr val="06111F"/>
            </a:solidFill>
          </a:ln>
        </p:spPr>
      </p:sp>
      <p:sp>
        <p:nvSpPr>
          <p:cNvPr id="19" name="capability_v1_s16_o18">
            <a:extLst xmlns:a="http://schemas.openxmlformats.org/drawingml/2006/main">
              <a:ext uri="{FF2B5EF4-FFF2-40B4-BE49-F238E27FC236}">
                <a16:creationId xmlns:a16="http://schemas.microsoft.com/office/drawing/2014/main" id="{ED5043B0-C953-4EA2-909F-442EE59DDFC0}"/>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16_o19">
            <a:extLst xmlns:a="http://schemas.openxmlformats.org/drawingml/2006/main">
              <a:ext uri="{FF2B5EF4-FFF2-40B4-BE49-F238E27FC236}">
                <a16:creationId xmlns:a16="http://schemas.microsoft.com/office/drawing/2014/main" id="{843A8E3E-315A-4A19-8778-966FC2644900}"/>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F6B94D"/>
            </a:solidFill>
          </a:ln>
        </p:spPr>
      </p:sp>
      <p:sp>
        <p:nvSpPr>
          <p:cNvPr id="21" name="capability_v1_s16_o20">
            <a:extLst xmlns:a="http://schemas.openxmlformats.org/drawingml/2006/main">
              <a:ext uri="{FF2B5EF4-FFF2-40B4-BE49-F238E27FC236}">
                <a16:creationId xmlns:a16="http://schemas.microsoft.com/office/drawing/2014/main" id="{D56B264A-1DD8-46C1-A54E-52F789B59FBE}"/>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22" name="capability_v1_s16_o21">
            <a:extLst xmlns:a="http://schemas.openxmlformats.org/drawingml/2006/main">
              <a:ext uri="{FF2B5EF4-FFF2-40B4-BE49-F238E27FC236}">
                <a16:creationId xmlns:a16="http://schemas.microsoft.com/office/drawing/2014/main" id="{C0A1054E-4B1F-4D38-AB4F-9613B9934991}"/>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3" name="capability_v1_s16_o22">
            <a:extLst xmlns:a="http://schemas.openxmlformats.org/drawingml/2006/main">
              <a:ext uri="{FF2B5EF4-FFF2-40B4-BE49-F238E27FC236}">
                <a16:creationId xmlns:a16="http://schemas.microsoft.com/office/drawing/2014/main" id="{5A0A7C55-EB42-4FE6-94C2-F37250623AFB}"/>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4" name="capability_v1_s16_o23">
            <a:extLst xmlns:a="http://schemas.openxmlformats.org/drawingml/2006/main">
              <a:ext uri="{FF2B5EF4-FFF2-40B4-BE49-F238E27FC236}">
                <a16:creationId xmlns:a16="http://schemas.microsoft.com/office/drawing/2014/main" id="{1552882F-C84D-4034-A441-BDA6C768E6E4}"/>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caller</a:t>
            </a:r>
          </a:p>
        </p:txBody>
      </p:sp>
      <p:sp>
        <p:nvSpPr>
          <p:cNvPr id="25" name="capability_v1_s16_o24">
            <a:extLst xmlns:a="http://schemas.openxmlformats.org/drawingml/2006/main">
              <a:ext uri="{FF2B5EF4-FFF2-40B4-BE49-F238E27FC236}">
                <a16:creationId xmlns:a16="http://schemas.microsoft.com/office/drawing/2014/main" id="{98F343B9-21D3-4E44-84F3-39A08C844197}"/>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5A7FF">
                <a:alpha val="7000"/>
              </a:srgbClr>
            </a:solidFill>
            <a:prstDash val="solid"/>
          </a:ln>
        </p:spPr>
      </p:sp>
      <p:sp>
        <p:nvSpPr>
          <p:cNvPr id="26" name="capability_v1_s16_o25">
            <a:extLst xmlns:a="http://schemas.openxmlformats.org/drawingml/2006/main">
              <a:ext uri="{FF2B5EF4-FFF2-40B4-BE49-F238E27FC236}">
                <a16:creationId xmlns:a16="http://schemas.microsoft.com/office/drawing/2014/main" id="{DE5D7ED2-DC38-4F1A-9EEC-FEAFEE00CC53}"/>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45A7FF">
                <a:alpha val="7000"/>
              </a:srgbClr>
            </a:solidFill>
            <a:prstDash val="solid"/>
          </a:ln>
        </p:spPr>
      </p:sp>
      <p:sp>
        <p:nvSpPr>
          <p:cNvPr id="27" name="capability_v1_s16_o26">
            <a:extLst xmlns:a="http://schemas.openxmlformats.org/drawingml/2006/main">
              <a:ext uri="{FF2B5EF4-FFF2-40B4-BE49-F238E27FC236}">
                <a16:creationId xmlns:a16="http://schemas.microsoft.com/office/drawing/2014/main" id="{379A5905-7EC7-4340-8367-3AB26858DA8C}"/>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5A7FF">
                <a:alpha val="7000"/>
              </a:srgbClr>
            </a:solidFill>
            <a:prstDash val="solid"/>
          </a:ln>
        </p:spPr>
      </p:sp>
      <p:sp>
        <p:nvSpPr>
          <p:cNvPr id="28" name="capability_v1_s16_o27">
            <a:extLst xmlns:a="http://schemas.openxmlformats.org/drawingml/2006/main">
              <a:ext uri="{FF2B5EF4-FFF2-40B4-BE49-F238E27FC236}">
                <a16:creationId xmlns:a16="http://schemas.microsoft.com/office/drawing/2014/main" id="{55465B45-4529-4181-AB81-3B952ABFD60E}"/>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5A7FF"/>
            </a:solidFill>
            <a:prstDash val="solid"/>
          </a:ln>
        </p:spPr>
      </p:sp>
      <p:sp>
        <p:nvSpPr>
          <p:cNvPr id="29" name="capability_v1_s16_o28">
            <a:extLst xmlns:a="http://schemas.openxmlformats.org/drawingml/2006/main">
              <a:ext uri="{FF2B5EF4-FFF2-40B4-BE49-F238E27FC236}">
                <a16:creationId xmlns:a16="http://schemas.microsoft.com/office/drawing/2014/main" id="{CCCA5350-8DD3-4A66-9844-0FB64FA9D560}"/>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45A7FF"/>
            </a:solidFill>
            <a:prstDash val="solid"/>
          </a:ln>
        </p:spPr>
      </p:sp>
      <p:sp>
        <p:nvSpPr>
          <p:cNvPr id="30" name="capability_v1_s16_o29">
            <a:extLst xmlns:a="http://schemas.openxmlformats.org/drawingml/2006/main">
              <a:ext uri="{FF2B5EF4-FFF2-40B4-BE49-F238E27FC236}">
                <a16:creationId xmlns:a16="http://schemas.microsoft.com/office/drawing/2014/main" id="{47EBEFB0-E0E8-4B70-8545-F942EB1C849A}"/>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5A7FF"/>
            </a:solidFill>
            <a:prstDash val="solid"/>
          </a:ln>
        </p:spPr>
      </p:sp>
      <p:sp>
        <p:nvSpPr>
          <p:cNvPr id="31" name="capability_v1_s16_o29_arrow">
            <a:extLst xmlns:a="http://schemas.openxmlformats.org/drawingml/2006/main">
              <a:ext uri="{FF2B5EF4-FFF2-40B4-BE49-F238E27FC236}">
                <a16:creationId xmlns:a16="http://schemas.microsoft.com/office/drawing/2014/main" id="{D47CCDEA-54A0-4437-9C9F-0C8B3BF869B7}"/>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5A7FF"/>
          </a:solidFill>
          <a:ln xmlns:a="http://schemas.openxmlformats.org/drawingml/2006/main" w="0">
            <a:noFill/>
          </a:ln>
        </p:spPr>
      </p:sp>
      <p:sp>
        <p:nvSpPr>
          <p:cNvPr id="32" name="capability_v1_s16_o30">
            <a:extLst xmlns:a="http://schemas.openxmlformats.org/drawingml/2006/main">
              <a:ext uri="{FF2B5EF4-FFF2-40B4-BE49-F238E27FC236}">
                <a16:creationId xmlns:a16="http://schemas.microsoft.com/office/drawing/2014/main" id="{3CA7C830-4970-46DA-B813-14E459591A98}"/>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5A7FF">
              <a:alpha val="10000"/>
            </a:srgbClr>
          </a:solidFill>
          <a:ln xmlns:a="http://schemas.openxmlformats.org/drawingml/2006/main" w="0">
            <a:noFill/>
          </a:ln>
        </p:spPr>
      </p:sp>
      <p:sp>
        <p:nvSpPr>
          <p:cNvPr id="33" name="capability_v1_s16_o31">
            <a:extLst xmlns:a="http://schemas.openxmlformats.org/drawingml/2006/main">
              <a:ext uri="{FF2B5EF4-FFF2-40B4-BE49-F238E27FC236}">
                <a16:creationId xmlns:a16="http://schemas.microsoft.com/office/drawing/2014/main" id="{D96B191A-0881-4DBA-B459-984E039984C3}"/>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5A7FF"/>
          </a:solidFill>
          <a:ln xmlns:a="http://schemas.openxmlformats.org/drawingml/2006/main" w="12700">
            <a:solidFill>
              <a:srgbClr val="06111F"/>
            </a:solidFill>
          </a:ln>
        </p:spPr>
      </p:sp>
      <p:sp>
        <p:nvSpPr>
          <p:cNvPr id="34" name="capability_v1_s16_o32">
            <a:extLst xmlns:a="http://schemas.openxmlformats.org/drawingml/2006/main">
              <a:ext uri="{FF2B5EF4-FFF2-40B4-BE49-F238E27FC236}">
                <a16:creationId xmlns:a16="http://schemas.microsoft.com/office/drawing/2014/main" id="{4FBDBB10-233C-42D3-BE36-D31BB61C25F0}"/>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1_s16_o33">
            <a:extLst xmlns:a="http://schemas.openxmlformats.org/drawingml/2006/main">
              <a:ext uri="{FF2B5EF4-FFF2-40B4-BE49-F238E27FC236}">
                <a16:creationId xmlns:a16="http://schemas.microsoft.com/office/drawing/2014/main" id="{87417C78-C375-4374-A896-B5198939B766}"/>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5A7FF"/>
            </a:solidFill>
          </a:ln>
        </p:spPr>
      </p:sp>
      <p:sp>
        <p:nvSpPr>
          <p:cNvPr id="36" name="capability_v1_s16_o34">
            <a:extLst xmlns:a="http://schemas.openxmlformats.org/drawingml/2006/main">
              <a:ext uri="{FF2B5EF4-FFF2-40B4-BE49-F238E27FC236}">
                <a16:creationId xmlns:a16="http://schemas.microsoft.com/office/drawing/2014/main" id="{B27ED4A0-B74A-453A-9F8E-10AC32D9754E}"/>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37" name="capability_v1_s16_o35">
            <a:extLst xmlns:a="http://schemas.openxmlformats.org/drawingml/2006/main">
              <a:ext uri="{FF2B5EF4-FFF2-40B4-BE49-F238E27FC236}">
                <a16:creationId xmlns:a16="http://schemas.microsoft.com/office/drawing/2014/main" id="{1EC7A37C-15DF-4454-A049-BF4B92E680E6}"/>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38" name="capability_v1_s16_o36">
            <a:extLst xmlns:a="http://schemas.openxmlformats.org/drawingml/2006/main">
              <a:ext uri="{FF2B5EF4-FFF2-40B4-BE49-F238E27FC236}">
                <a16:creationId xmlns:a16="http://schemas.microsoft.com/office/drawing/2014/main" id="{FFC78580-D493-4B7F-BAC9-C2E746FA972E}"/>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39" name="capability_v1_s16_o37">
            <a:extLst xmlns:a="http://schemas.openxmlformats.org/drawingml/2006/main">
              <a:ext uri="{FF2B5EF4-FFF2-40B4-BE49-F238E27FC236}">
                <a16:creationId xmlns:a16="http://schemas.microsoft.com/office/drawing/2014/main" id="{7E3F7707-79C5-4042-9B68-DC0A464BC615}"/>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Execute a deterministic procedural</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fog of war dungeon inside a contra…</a:t>
            </a:r>
          </a:p>
        </p:txBody>
      </p:sp>
      <p:sp>
        <p:nvSpPr>
          <p:cNvPr id="40" name="capability_v1_s16_o38">
            <a:extLst xmlns:a="http://schemas.openxmlformats.org/drawingml/2006/main">
              <a:ext uri="{FF2B5EF4-FFF2-40B4-BE49-F238E27FC236}">
                <a16:creationId xmlns:a16="http://schemas.microsoft.com/office/drawing/2014/main" id="{4A01F15C-B7B5-40F1-BD10-70FC1C6B9837}"/>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1" name="capability_v1_s16_o39">
            <a:extLst xmlns:a="http://schemas.openxmlformats.org/drawingml/2006/main">
              <a:ext uri="{FF2B5EF4-FFF2-40B4-BE49-F238E27FC236}">
                <a16:creationId xmlns:a16="http://schemas.microsoft.com/office/drawing/2014/main" id="{EBD051E0-6C13-45D8-A014-EE8F8F67D0A3}"/>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95250">
            <a:solidFill>
              <a:srgbClr val="4DE0B0">
                <a:alpha val="7000"/>
              </a:srgbClr>
            </a:solidFill>
            <a:prstDash val="solid"/>
          </a:ln>
        </p:spPr>
      </p:sp>
      <p:sp>
        <p:nvSpPr>
          <p:cNvPr id="42" name="capability_v1_s16_o40">
            <a:extLst xmlns:a="http://schemas.openxmlformats.org/drawingml/2006/main">
              <a:ext uri="{FF2B5EF4-FFF2-40B4-BE49-F238E27FC236}">
                <a16:creationId xmlns:a16="http://schemas.microsoft.com/office/drawing/2014/main" id="{9F2A560A-8641-42DE-8567-64FCA1BB8B43}"/>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3" name="capability_v1_s16_o41">
            <a:extLst xmlns:a="http://schemas.openxmlformats.org/drawingml/2006/main">
              <a:ext uri="{FF2B5EF4-FFF2-40B4-BE49-F238E27FC236}">
                <a16:creationId xmlns:a16="http://schemas.microsoft.com/office/drawing/2014/main" id="{6E717F9C-015D-4DB1-AB97-09BF477E7EB2}"/>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44" name="capability_v1_s16_o42">
            <a:extLst xmlns:a="http://schemas.openxmlformats.org/drawingml/2006/main">
              <a:ext uri="{FF2B5EF4-FFF2-40B4-BE49-F238E27FC236}">
                <a16:creationId xmlns:a16="http://schemas.microsoft.com/office/drawing/2014/main" id="{C4C4861E-5EA6-4740-A381-3975CAC361F7}"/>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31750">
            <a:solidFill>
              <a:srgbClr val="4DE0B0"/>
            </a:solidFill>
            <a:prstDash val="solid"/>
          </a:ln>
        </p:spPr>
      </p:sp>
      <p:sp>
        <p:nvSpPr>
          <p:cNvPr id="45" name="capability_v1_s16_o43">
            <a:extLst xmlns:a="http://schemas.openxmlformats.org/drawingml/2006/main">
              <a:ext uri="{FF2B5EF4-FFF2-40B4-BE49-F238E27FC236}">
                <a16:creationId xmlns:a16="http://schemas.microsoft.com/office/drawing/2014/main" id="{DDE90B2A-C7D9-42FA-A549-0D1BB57154FE}"/>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46" name="capability_v1_s16_o43_arrow">
            <a:extLst xmlns:a="http://schemas.openxmlformats.org/drawingml/2006/main">
              <a:ext uri="{FF2B5EF4-FFF2-40B4-BE49-F238E27FC236}">
                <a16:creationId xmlns:a16="http://schemas.microsoft.com/office/drawing/2014/main" id="{63EB2EEF-5AF3-4242-A4A6-EAD0FA3F9F2C}"/>
              </a:ext>
            </a:extLst>
          </p:cNvPr>
          <p:cNvSpPr>
            <a:spLocks xmlns:a="http://schemas.openxmlformats.org/drawingml/2006/main" noGrp="1"/>
          </p:cNvSpPr>
          <p:nvPr/>
        </p:nvSpPr>
        <p:spPr>
          <a:xfrm xmlns:a="http://schemas.openxmlformats.org/drawingml/2006/main">
            <a:off x="7010400" y="41643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47" name="capability_v1_s16_o44">
            <a:extLst xmlns:a="http://schemas.openxmlformats.org/drawingml/2006/main">
              <a:ext uri="{FF2B5EF4-FFF2-40B4-BE49-F238E27FC236}">
                <a16:creationId xmlns:a16="http://schemas.microsoft.com/office/drawing/2014/main" id="{A7389DB8-0CD8-43BB-972B-8070838184F4}"/>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48" name="capability_v1_s16_o45">
            <a:extLst xmlns:a="http://schemas.openxmlformats.org/drawingml/2006/main">
              <a:ext uri="{FF2B5EF4-FFF2-40B4-BE49-F238E27FC236}">
                <a16:creationId xmlns:a16="http://schemas.microsoft.com/office/drawing/2014/main" id="{5A5EB109-FA3B-4620-9F43-C8CD20708974}"/>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49" name="capability_v1_s16_o46">
            <a:extLst xmlns:a="http://schemas.openxmlformats.org/drawingml/2006/main">
              <a:ext uri="{FF2B5EF4-FFF2-40B4-BE49-F238E27FC236}">
                <a16:creationId xmlns:a16="http://schemas.microsoft.com/office/drawing/2014/main" id="{03903DFE-DA16-4B9E-8A34-0D345B9CA79A}"/>
              </a:ext>
            </a:extLst>
          </p:cNvPr>
          <p:cNvSpPr>
            <a:spLocks xmlns:a="http://schemas.openxmlformats.org/drawingml/2006/main" noGrp="1"/>
          </p:cNvSpPr>
          <p:nvPr/>
        </p:nvSpPr>
        <p:spPr>
          <a:xfrm xmlns:a="http://schemas.openxmlformats.org/drawingml/2006/main">
            <a:off x="7226300" y="39497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50" name="capability_v1_s16_o47">
            <a:extLst xmlns:a="http://schemas.openxmlformats.org/drawingml/2006/main">
              <a:ext uri="{FF2B5EF4-FFF2-40B4-BE49-F238E27FC236}">
                <a16:creationId xmlns:a16="http://schemas.microsoft.com/office/drawing/2014/main" id="{E51C7ABA-873C-49FA-84FA-557C81D747AE}"/>
              </a:ext>
            </a:extLst>
          </p:cNvPr>
          <p:cNvSpPr>
            <a:spLocks xmlns:a="http://schemas.openxmlformats.org/drawingml/2006/main" noGrp="1"/>
          </p:cNvSpPr>
          <p:nvPr/>
        </p:nvSpPr>
        <p:spPr>
          <a:xfrm xmlns:a="http://schemas.openxmlformats.org/drawingml/2006/main">
            <a:off x="7175500" y="38862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51" name="capability_v1_s16_o48">
            <a:extLst xmlns:a="http://schemas.openxmlformats.org/drawingml/2006/main">
              <a:ext uri="{FF2B5EF4-FFF2-40B4-BE49-F238E27FC236}">
                <a16:creationId xmlns:a16="http://schemas.microsoft.com/office/drawing/2014/main" id="{300CFFCB-EBC0-42B3-9E1B-400AA866BE32}"/>
              </a:ext>
            </a:extLst>
          </p:cNvPr>
          <p:cNvSpPr>
            <a:spLocks xmlns:a="http://schemas.openxmlformats.org/drawingml/2006/main" noGrp="1"/>
          </p:cNvSpPr>
          <p:nvPr/>
        </p:nvSpPr>
        <p:spPr>
          <a:xfrm xmlns:a="http://schemas.openxmlformats.org/drawingml/2006/main">
            <a:off x="7239000" y="39497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52" name="capability_v1_s16_o49">
            <a:extLst xmlns:a="http://schemas.openxmlformats.org/drawingml/2006/main">
              <a:ext uri="{FF2B5EF4-FFF2-40B4-BE49-F238E27FC236}">
                <a16:creationId xmlns:a16="http://schemas.microsoft.com/office/drawing/2014/main" id="{3719CDB7-E421-4499-8431-0A026E5E7F48}"/>
              </a:ext>
            </a:extLst>
          </p:cNvPr>
          <p:cNvSpPr>
            <a:spLocks xmlns:a="http://schemas.openxmlformats.org/drawingml/2006/main" noGrp="1"/>
          </p:cNvSpPr>
          <p:nvPr/>
        </p:nvSpPr>
        <p:spPr>
          <a:xfrm xmlns:a="http://schemas.openxmlformats.org/drawingml/2006/main">
            <a:off x="70866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3" name="capability_v1_s16_o50">
            <a:extLst xmlns:a="http://schemas.openxmlformats.org/drawingml/2006/main">
              <a:ext uri="{FF2B5EF4-FFF2-40B4-BE49-F238E27FC236}">
                <a16:creationId xmlns:a16="http://schemas.microsoft.com/office/drawing/2014/main" id="{94EDD664-47F2-4BFB-8FC9-F2F1F5B6FC91}"/>
              </a:ext>
            </a:extLst>
          </p:cNvPr>
          <p:cNvSpPr>
            <a:spLocks xmlns:a="http://schemas.openxmlformats.org/drawingml/2006/main" noGrp="1"/>
          </p:cNvSpPr>
          <p:nvPr/>
        </p:nvSpPr>
        <p:spPr>
          <a:xfrm xmlns:a="http://schemas.openxmlformats.org/drawingml/2006/main">
            <a:off x="109855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4" name="capability_v1_s16_o51">
            <a:extLst xmlns:a="http://schemas.openxmlformats.org/drawingml/2006/main">
              <a:ext uri="{FF2B5EF4-FFF2-40B4-BE49-F238E27FC236}">
                <a16:creationId xmlns:a16="http://schemas.microsoft.com/office/drawing/2014/main" id="{4DC0FFFB-DFEE-4569-88E7-ECBB0AE5AC0A}"/>
              </a:ext>
            </a:extLst>
          </p:cNvPr>
          <p:cNvSpPr>
            <a:spLocks xmlns:a="http://schemas.openxmlformats.org/drawingml/2006/main" noGrp="1"/>
          </p:cNvSpPr>
          <p:nvPr/>
        </p:nvSpPr>
        <p:spPr>
          <a:xfrm xmlns:a="http://schemas.openxmlformats.org/drawingml/2006/main">
            <a:off x="7239000" y="40386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A projected dungeon where BSP room</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layout and rasterization are evalu…</a:t>
            </a:r>
          </a:p>
        </p:txBody>
      </p:sp>
      <p:sp>
        <p:nvSpPr>
          <p:cNvPr id="55" name="capability_v1_s16_o52">
            <a:extLst xmlns:a="http://schemas.openxmlformats.org/drawingml/2006/main">
              <a:ext uri="{FF2B5EF4-FFF2-40B4-BE49-F238E27FC236}">
                <a16:creationId xmlns:a16="http://schemas.microsoft.com/office/drawing/2014/main" id="{7632F64D-186B-41B6-9761-E177E0B200E7}"/>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retained meaning fields</a:t>
            </a:r>
          </a:p>
        </p:txBody>
      </p:sp>
      <p:sp>
        <p:nvSpPr>
          <p:cNvPr id="56" name="capability_v1_s16_o53">
            <a:extLst xmlns:a="http://schemas.openxmlformats.org/drawingml/2006/main">
              <a:ext uri="{FF2B5EF4-FFF2-40B4-BE49-F238E27FC236}">
                <a16:creationId xmlns:a16="http://schemas.microsoft.com/office/drawing/2014/main" id="{0B301AEC-272C-4019-9FA1-E9FEBA3E85CC}"/>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963367373"/>
      </p:ext>
    </p:extLst>
  </p:cSld>
</p:sld>
</file>

<file path=ppt/slides/slide1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1" name="capability_v1_s17_o1">
            <a:extLst xmlns:a="http://schemas.openxmlformats.org/drawingml/2006/main">
              <a:ext uri="{FF2B5EF4-FFF2-40B4-BE49-F238E27FC236}">
                <a16:creationId xmlns:a16="http://schemas.microsoft.com/office/drawing/2014/main" id="{364FAC99-3B5B-4612-90B9-1CD8C55BD693}"/>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Experience and observable conditions</a:t>
            </a:r>
          </a:p>
        </p:txBody>
      </p:sp>
      <p:sp>
        <p:nvSpPr>
          <p:cNvPr id="2" name="capability_v1_s17_o2">
            <a:extLst xmlns:a="http://schemas.openxmlformats.org/drawingml/2006/main">
              <a:ext uri="{FF2B5EF4-FFF2-40B4-BE49-F238E27FC236}">
                <a16:creationId xmlns:a16="http://schemas.microsoft.com/office/drawing/2014/main" id="{6F30EDA4-AD4C-474B-B7C4-4277CD2ABA5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SELECTED CAPABILITY DECLARATION</a:t>
            </a:r>
          </a:p>
        </p:txBody>
      </p:sp>
      <p:sp>
        <p:nvSpPr>
          <p:cNvPr id="3" name="capability_v1_s17_o3">
            <a:extLst xmlns:a="http://schemas.openxmlformats.org/drawingml/2006/main">
              <a:ext uri="{FF2B5EF4-FFF2-40B4-BE49-F238E27FC236}">
                <a16:creationId xmlns:a16="http://schemas.microsoft.com/office/drawing/2014/main" id="{33FB98BF-4027-4A7B-B607-D8FF16508CB0}"/>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17</a:t>
            </a:r>
          </a:p>
        </p:txBody>
      </p:sp>
      <p:sp>
        <p:nvSpPr>
          <p:cNvPr id="4" name="capability_v1_s17_o4">
            <a:extLst xmlns:a="http://schemas.openxmlformats.org/drawingml/2006/main">
              <a:ext uri="{FF2B5EF4-FFF2-40B4-BE49-F238E27FC236}">
                <a16:creationId xmlns:a16="http://schemas.microsoft.com/office/drawing/2014/main" id="{43D41548-EAFD-409E-8D01-B952B939A46A}"/>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DE0B0"/>
                </a:solidFill>
                <a:latin typeface="Arial"/>
                <a:ea typeface="Arial"/>
                <a:cs typeface="Arial"/>
              </a:defRPr>
            </a:defPPr>
          </a:lstStyle>
          <a:p xmlns:a="http://schemas.openxmlformats.org/drawingml/2006/main">
            <a:pPr algn="l">
              <a:lnSpc>
                <a:spcPct val="108000"/>
              </a:lnSpc>
              <a:buNone/>
              <a:defRPr sz="1400" b="1">
                <a:solidFill>
                  <a:srgbClr val="4DE0B0"/>
                </a:solidFill>
                <a:latin typeface="Arial"/>
                <a:ea typeface="Arial"/>
                <a:cs typeface="Arial"/>
              </a:defRPr>
            </a:pPr>
            <a:r>
              <a:rPr sz="1400" b="1">
                <a:solidFill>
                  <a:srgbClr val="4DE0B0"/>
                </a:solidFill>
                <a:latin typeface="Arial"/>
                <a:ea typeface="Arial"/>
                <a:cs typeface="Arial"/>
              </a:rPr>
              <a:t>Promise</a:t>
            </a:r>
          </a:p>
        </p:txBody>
      </p:sp>
      <p:sp>
        <p:nvSpPr>
          <p:cNvPr id="5" name="capability_v1_s17_o5">
            <a:extLst xmlns:a="http://schemas.openxmlformats.org/drawingml/2006/main">
              <a:ext uri="{FF2B5EF4-FFF2-40B4-BE49-F238E27FC236}">
                <a16:creationId xmlns:a16="http://schemas.microsoft.com/office/drawing/2014/main" id="{E2554371-FF35-430B-9507-7BB1475D6A24}"/>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DE0B0"/>
            </a:solidFill>
            <a:prstDash val="solid"/>
          </a:ln>
        </p:spPr>
      </p:sp>
      <p:sp>
        <p:nvSpPr>
          <p:cNvPr id="6" name="capability_v1_s17_o6">
            <a:extLst xmlns:a="http://schemas.openxmlformats.org/drawingml/2006/main">
              <a:ext uri="{FF2B5EF4-FFF2-40B4-BE49-F238E27FC236}">
                <a16:creationId xmlns:a16="http://schemas.microsoft.com/office/drawing/2014/main" id="{3B46ECB4-0706-4E98-81F8-253FFB07289F}"/>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Execute a deterministic procedural fog-of-war dungeon inside a</a:t>
            </a:r>
          </a:p>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contract-governed runtime using admitted deterministic ontologies</a:t>
            </a:r>
          </a:p>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without hand-written game logic</a:t>
            </a:r>
          </a:p>
        </p:txBody>
      </p:sp>
      <p:sp>
        <p:nvSpPr>
          <p:cNvPr id="7" name="capability_v1_s17_o7">
            <a:extLst xmlns:a="http://schemas.openxmlformats.org/drawingml/2006/main">
              <a:ext uri="{FF2B5EF4-FFF2-40B4-BE49-F238E27FC236}">
                <a16:creationId xmlns:a16="http://schemas.microsoft.com/office/drawing/2014/main" id="{DC6DAC00-0078-4290-AAED-2E9508E3F680}"/>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Condition</a:t>
            </a:r>
          </a:p>
        </p:txBody>
      </p:sp>
      <p:sp>
        <p:nvSpPr>
          <p:cNvPr id="8" name="capability_v1_s17_o8">
            <a:extLst xmlns:a="http://schemas.openxmlformats.org/drawingml/2006/main">
              <a:ext uri="{FF2B5EF4-FFF2-40B4-BE49-F238E27FC236}">
                <a16:creationId xmlns:a16="http://schemas.microsoft.com/office/drawing/2014/main" id="{04DBC30D-3DE7-49BC-B9B6-2F17ADF50C27}"/>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9" name="capability_v1_s17_o9">
            <a:extLst xmlns:a="http://schemas.openxmlformats.org/drawingml/2006/main">
              <a:ext uri="{FF2B5EF4-FFF2-40B4-BE49-F238E27FC236}">
                <a16:creationId xmlns:a16="http://schemas.microsoft.com/office/drawing/2014/main" id="{F849AC93-10CA-45E5-B9A6-92AEEC63DF73}"/>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procedural-dungeon-governed-execution: no retained statement.</a:t>
            </a:r>
          </a:p>
        </p:txBody>
      </p:sp>
      <p:sp>
        <p:nvSpPr>
          <p:cNvPr id="10" name="capability_v1_s17_o10">
            <a:extLst xmlns:a="http://schemas.openxmlformats.org/drawingml/2006/main">
              <a:ext uri="{FF2B5EF4-FFF2-40B4-BE49-F238E27FC236}">
                <a16:creationId xmlns:a16="http://schemas.microsoft.com/office/drawing/2014/main" id="{AA79AAE9-1A1E-4142-9970-C08C5C8E0551}"/>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447878611"/>
      </p:ext>
    </p:extLst>
  </p:cSld>
</p:sld>
</file>

<file path=ppt/slides/slide1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34" name="capability_v1_s18_o1">
            <a:extLst xmlns:a="http://schemas.openxmlformats.org/drawingml/2006/main">
              <a:ext uri="{FF2B5EF4-FFF2-40B4-BE49-F238E27FC236}">
                <a16:creationId xmlns:a16="http://schemas.microsoft.com/office/drawing/2014/main" id="{79112AB5-5633-4611-89E9-AB81E9F59DC5}"/>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03 · Scenario inputs/events/outcomes</a:t>
            </a:r>
          </a:p>
        </p:txBody>
      </p:sp>
      <p:sp>
        <p:nvSpPr>
          <p:cNvPr id="2" name="capability_v1_s18_o2">
            <a:extLst xmlns:a="http://schemas.openxmlformats.org/drawingml/2006/main">
              <a:ext uri="{FF2B5EF4-FFF2-40B4-BE49-F238E27FC236}">
                <a16:creationId xmlns:a16="http://schemas.microsoft.com/office/drawing/2014/main" id="{2F39513D-9BB3-4344-89B9-E556EE88E52C}"/>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What enters, what happens, and what can leave?</a:t>
            </a:r>
          </a:p>
        </p:txBody>
      </p:sp>
      <p:sp>
        <p:nvSpPr>
          <p:cNvPr id="3" name="capability_v1_s18_o3">
            <a:extLst xmlns:a="http://schemas.openxmlformats.org/drawingml/2006/main">
              <a:ext uri="{FF2B5EF4-FFF2-40B4-BE49-F238E27FC236}">
                <a16:creationId xmlns:a16="http://schemas.microsoft.com/office/drawing/2014/main" id="{E8C75DB5-87C5-4E57-8752-21A72C939656}"/>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18</a:t>
            </a:r>
          </a:p>
        </p:txBody>
      </p:sp>
      <p:sp>
        <p:nvSpPr>
          <p:cNvPr id="4" name="capability_v1_s18_o4">
            <a:extLst xmlns:a="http://schemas.openxmlformats.org/drawingml/2006/main">
              <a:ext uri="{FF2B5EF4-FFF2-40B4-BE49-F238E27FC236}">
                <a16:creationId xmlns:a16="http://schemas.microsoft.com/office/drawing/2014/main" id="{98908C74-25CC-4C09-A3E3-5E637FE0757A}"/>
              </a:ext>
            </a:extLst>
          </p:cNvPr>
          <p:cNvSpPr>
            <a:spLocks xmlns:a="http://schemas.openxmlformats.org/drawingml/2006/main" noGrp="1"/>
          </p:cNvSpPr>
          <p:nvPr/>
        </p:nvSpPr>
        <p:spPr>
          <a:xfrm xmlns:a="http://schemas.openxmlformats.org/drawingml/2006/main">
            <a:off x="939800" y="2984500"/>
            <a:ext cx="2984500" cy="1143000"/>
          </a:xfrm>
          <a:prstGeom xmlns:a="http://schemas.openxmlformats.org/drawingml/2006/main" prst="roundRect">
            <a:avLst>
              <a:gd name="adj" fmla="val 8889"/>
            </a:avLst>
          </a:prstGeom>
          <a:solidFill xmlns:a="http://schemas.openxmlformats.org/drawingml/2006/main">
            <a:srgbClr val="020A14"/>
          </a:solidFill>
          <a:ln xmlns:a="http://schemas.openxmlformats.org/drawingml/2006/main" w="0">
            <a:noFill/>
          </a:ln>
        </p:spPr>
      </p:sp>
      <p:sp>
        <p:nvSpPr>
          <p:cNvPr id="5" name="capability_v1_s18_o5">
            <a:extLst xmlns:a="http://schemas.openxmlformats.org/drawingml/2006/main">
              <a:ext uri="{FF2B5EF4-FFF2-40B4-BE49-F238E27FC236}">
                <a16:creationId xmlns:a16="http://schemas.microsoft.com/office/drawing/2014/main" id="{D5B1DA09-4630-40B3-B7E7-3B3113B3F51D}"/>
              </a:ext>
            </a:extLst>
          </p:cNvPr>
          <p:cNvSpPr>
            <a:spLocks xmlns:a="http://schemas.openxmlformats.org/drawingml/2006/main" noGrp="1"/>
          </p:cNvSpPr>
          <p:nvPr/>
        </p:nvSpPr>
        <p:spPr>
          <a:xfrm xmlns:a="http://schemas.openxmlformats.org/drawingml/2006/main">
            <a:off x="889000" y="2921000"/>
            <a:ext cx="2984500" cy="1143000"/>
          </a:xfrm>
          <a:prstGeom xmlns:a="http://schemas.openxmlformats.org/drawingml/2006/main" prst="roundRect">
            <a:avLst>
              <a:gd name="adj" fmla="val 8889"/>
            </a:avLst>
          </a:prstGeom>
          <a:solidFill xmlns:a="http://schemas.openxmlformats.org/drawingml/2006/main">
            <a:srgbClr val="102238"/>
          </a:solidFill>
          <a:ln xmlns:a="http://schemas.openxmlformats.org/drawingml/2006/main" w="17780">
            <a:solidFill>
              <a:srgbClr val="F6B94D"/>
            </a:solidFill>
          </a:ln>
        </p:spPr>
      </p:sp>
      <p:sp>
        <p:nvSpPr>
          <p:cNvPr id="6" name="capability_v1_s18_o6">
            <a:extLst xmlns:a="http://schemas.openxmlformats.org/drawingml/2006/main">
              <a:ext uri="{FF2B5EF4-FFF2-40B4-BE49-F238E27FC236}">
                <a16:creationId xmlns:a16="http://schemas.microsoft.com/office/drawing/2014/main" id="{397E56F2-AAF4-48BF-BA3E-0F3908E78DD0}"/>
              </a:ext>
            </a:extLst>
          </p:cNvPr>
          <p:cNvSpPr>
            <a:spLocks xmlns:a="http://schemas.openxmlformats.org/drawingml/2006/main" noGrp="1"/>
          </p:cNvSpPr>
          <p:nvPr/>
        </p:nvSpPr>
        <p:spPr>
          <a:xfrm xmlns:a="http://schemas.openxmlformats.org/drawingml/2006/main">
            <a:off x="952500" y="2984500"/>
            <a:ext cx="28575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7" name="capability_v1_s18_o7">
            <a:extLst xmlns:a="http://schemas.openxmlformats.org/drawingml/2006/main">
              <a:ext uri="{FF2B5EF4-FFF2-40B4-BE49-F238E27FC236}">
                <a16:creationId xmlns:a16="http://schemas.microsoft.com/office/drawing/2014/main" id="{513D20C8-C3A7-4252-89D1-74202211CFCA}"/>
              </a:ext>
            </a:extLst>
          </p:cNvPr>
          <p:cNvSpPr>
            <a:spLocks xmlns:a="http://schemas.openxmlformats.org/drawingml/2006/main" noGrp="1"/>
          </p:cNvSpPr>
          <p:nvPr/>
        </p:nvSpPr>
        <p:spPr>
          <a:xfrm xmlns:a="http://schemas.openxmlformats.org/drawingml/2006/main">
            <a:off x="8001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8" name="capability_v1_s18_o8">
            <a:extLst xmlns:a="http://schemas.openxmlformats.org/drawingml/2006/main">
              <a:ext uri="{FF2B5EF4-FFF2-40B4-BE49-F238E27FC236}">
                <a16:creationId xmlns:a16="http://schemas.microsoft.com/office/drawing/2014/main" id="{2DBA20A3-CCCA-4E61-80E2-A58B67542DCB}"/>
              </a:ext>
            </a:extLst>
          </p:cNvPr>
          <p:cNvSpPr>
            <a:spLocks xmlns:a="http://schemas.openxmlformats.org/drawingml/2006/main" noGrp="1"/>
          </p:cNvSpPr>
          <p:nvPr/>
        </p:nvSpPr>
        <p:spPr>
          <a:xfrm xmlns:a="http://schemas.openxmlformats.org/drawingml/2006/main">
            <a:off x="38735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9" name="capability_v1_s18_o9">
            <a:extLst xmlns:a="http://schemas.openxmlformats.org/drawingml/2006/main">
              <a:ext uri="{FF2B5EF4-FFF2-40B4-BE49-F238E27FC236}">
                <a16:creationId xmlns:a16="http://schemas.microsoft.com/office/drawing/2014/main" id="{8B851E36-4605-4D9E-9F76-3DD6C13B1F47}"/>
              </a:ext>
            </a:extLst>
          </p:cNvPr>
          <p:cNvSpPr>
            <a:spLocks xmlns:a="http://schemas.openxmlformats.org/drawingml/2006/main" noGrp="1"/>
          </p:cNvSpPr>
          <p:nvPr/>
        </p:nvSpPr>
        <p:spPr>
          <a:xfrm xmlns:a="http://schemas.openxmlformats.org/drawingml/2006/main">
            <a:off x="952500" y="3073400"/>
            <a:ext cx="28575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900" b="1">
                <a:solidFill>
                  <a:srgbClr val="F4F7FB"/>
                </a:solidFill>
                <a:latin typeface="Arial"/>
                <a:ea typeface="Arial"/>
                <a:cs typeface="Arial"/>
              </a:defRPr>
            </a:defPPr>
          </a:lstStyle>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procedural dungeon</a:t>
            </a:r>
          </a:p>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governed execution</a:t>
            </a:r>
          </a:p>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request</a:t>
            </a:r>
          </a:p>
        </p:txBody>
      </p:sp>
      <p:sp>
        <p:nvSpPr>
          <p:cNvPr id="10" name="capability_v1_s18_o10">
            <a:extLst xmlns:a="http://schemas.openxmlformats.org/drawingml/2006/main">
              <a:ext uri="{FF2B5EF4-FFF2-40B4-BE49-F238E27FC236}">
                <a16:creationId xmlns:a16="http://schemas.microsoft.com/office/drawing/2014/main" id="{9E404AF9-ECD2-46B8-96B4-F33959B9BEC0}"/>
              </a:ext>
            </a:extLst>
          </p:cNvPr>
          <p:cNvSpPr>
            <a:spLocks xmlns:a="http://schemas.openxmlformats.org/drawingml/2006/main" noGrp="1"/>
          </p:cNvSpPr>
          <p:nvPr/>
        </p:nvSpPr>
        <p:spPr>
          <a:xfrm xmlns:a="http://schemas.openxmlformats.org/drawingml/2006/main">
            <a:off x="4749800" y="2984500"/>
            <a:ext cx="2857500" cy="1143000"/>
          </a:xfrm>
          <a:prstGeom xmlns:a="http://schemas.openxmlformats.org/drawingml/2006/main" prst="roundRect">
            <a:avLst>
              <a:gd name="adj" fmla="val 8889"/>
            </a:avLst>
          </a:prstGeom>
          <a:solidFill xmlns:a="http://schemas.openxmlformats.org/drawingml/2006/main">
            <a:srgbClr val="020A14"/>
          </a:solidFill>
          <a:ln xmlns:a="http://schemas.openxmlformats.org/drawingml/2006/main" w="0">
            <a:noFill/>
          </a:ln>
        </p:spPr>
      </p:sp>
      <p:sp>
        <p:nvSpPr>
          <p:cNvPr id="11" name="capability_v1_s18_o11">
            <a:extLst xmlns:a="http://schemas.openxmlformats.org/drawingml/2006/main">
              <a:ext uri="{FF2B5EF4-FFF2-40B4-BE49-F238E27FC236}">
                <a16:creationId xmlns:a16="http://schemas.microsoft.com/office/drawing/2014/main" id="{6BFDF160-0CEE-447C-953C-2F10886EC15B}"/>
              </a:ext>
            </a:extLst>
          </p:cNvPr>
          <p:cNvSpPr>
            <a:spLocks xmlns:a="http://schemas.openxmlformats.org/drawingml/2006/main" noGrp="1"/>
          </p:cNvSpPr>
          <p:nvPr/>
        </p:nvSpPr>
        <p:spPr>
          <a:xfrm xmlns:a="http://schemas.openxmlformats.org/drawingml/2006/main">
            <a:off x="4699000" y="2921000"/>
            <a:ext cx="2857500" cy="1143000"/>
          </a:xfrm>
          <a:prstGeom xmlns:a="http://schemas.openxmlformats.org/drawingml/2006/main" prst="roundRect">
            <a:avLst>
              <a:gd name="adj" fmla="val 8889"/>
            </a:avLst>
          </a:prstGeom>
          <a:solidFill xmlns:a="http://schemas.openxmlformats.org/drawingml/2006/main">
            <a:srgbClr val="102238"/>
          </a:solidFill>
          <a:ln xmlns:a="http://schemas.openxmlformats.org/drawingml/2006/main" w="17780">
            <a:solidFill>
              <a:srgbClr val="45A7FF"/>
            </a:solidFill>
          </a:ln>
        </p:spPr>
      </p:sp>
      <p:sp>
        <p:nvSpPr>
          <p:cNvPr id="12" name="capability_v1_s18_o12">
            <a:extLst xmlns:a="http://schemas.openxmlformats.org/drawingml/2006/main">
              <a:ext uri="{FF2B5EF4-FFF2-40B4-BE49-F238E27FC236}">
                <a16:creationId xmlns:a16="http://schemas.microsoft.com/office/drawing/2014/main" id="{9BCE36F6-36BD-4233-B66D-4C42DF72DF58}"/>
              </a:ext>
            </a:extLst>
          </p:cNvPr>
          <p:cNvSpPr>
            <a:spLocks xmlns:a="http://schemas.openxmlformats.org/drawingml/2006/main" noGrp="1"/>
          </p:cNvSpPr>
          <p:nvPr/>
        </p:nvSpPr>
        <p:spPr>
          <a:xfrm xmlns:a="http://schemas.openxmlformats.org/drawingml/2006/main">
            <a:off x="4762500" y="2984500"/>
            <a:ext cx="27305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13" name="capability_v1_s18_o13">
            <a:extLst xmlns:a="http://schemas.openxmlformats.org/drawingml/2006/main">
              <a:ext uri="{FF2B5EF4-FFF2-40B4-BE49-F238E27FC236}">
                <a16:creationId xmlns:a16="http://schemas.microsoft.com/office/drawing/2014/main" id="{73FD7B12-C62E-40CE-AC04-07638346C5B9}"/>
              </a:ext>
            </a:extLst>
          </p:cNvPr>
          <p:cNvSpPr>
            <a:spLocks xmlns:a="http://schemas.openxmlformats.org/drawingml/2006/main" noGrp="1"/>
          </p:cNvSpPr>
          <p:nvPr/>
        </p:nvSpPr>
        <p:spPr>
          <a:xfrm xmlns:a="http://schemas.openxmlformats.org/drawingml/2006/main">
            <a:off x="46101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14" name="capability_v1_s18_o14">
            <a:extLst xmlns:a="http://schemas.openxmlformats.org/drawingml/2006/main">
              <a:ext uri="{FF2B5EF4-FFF2-40B4-BE49-F238E27FC236}">
                <a16:creationId xmlns:a16="http://schemas.microsoft.com/office/drawing/2014/main" id="{45662027-7AF7-411D-BEFB-491F5A9DA652}"/>
              </a:ext>
            </a:extLst>
          </p:cNvPr>
          <p:cNvSpPr>
            <a:spLocks xmlns:a="http://schemas.openxmlformats.org/drawingml/2006/main" noGrp="1"/>
          </p:cNvSpPr>
          <p:nvPr/>
        </p:nvSpPr>
        <p:spPr>
          <a:xfrm xmlns:a="http://schemas.openxmlformats.org/drawingml/2006/main">
            <a:off x="75565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15" name="capability_v1_s18_o15">
            <a:extLst xmlns:a="http://schemas.openxmlformats.org/drawingml/2006/main">
              <a:ext uri="{FF2B5EF4-FFF2-40B4-BE49-F238E27FC236}">
                <a16:creationId xmlns:a16="http://schemas.microsoft.com/office/drawing/2014/main" id="{92B4E09F-0440-465D-B837-E7265FE5D60B}"/>
              </a:ext>
            </a:extLst>
          </p:cNvPr>
          <p:cNvSpPr>
            <a:spLocks xmlns:a="http://schemas.openxmlformats.org/drawingml/2006/main" noGrp="1"/>
          </p:cNvSpPr>
          <p:nvPr/>
        </p:nvSpPr>
        <p:spPr>
          <a:xfrm xmlns:a="http://schemas.openxmlformats.org/drawingml/2006/main">
            <a:off x="4762500" y="3073400"/>
            <a:ext cx="27305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900" b="1">
                <a:solidFill>
                  <a:srgbClr val="F4F7FB"/>
                </a:solidFill>
                <a:latin typeface="Arial"/>
                <a:ea typeface="Arial"/>
                <a:cs typeface="Arial"/>
              </a:defRPr>
            </a:defPPr>
          </a:lstStyle>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procedural</a:t>
            </a:r>
          </a:p>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dungeon governed</a:t>
            </a:r>
          </a:p>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execution reques…</a:t>
            </a:r>
          </a:p>
        </p:txBody>
      </p:sp>
      <p:sp>
        <p:nvSpPr>
          <p:cNvPr id="16" name="capability_v1_s18_o16">
            <a:extLst xmlns:a="http://schemas.openxmlformats.org/drawingml/2006/main">
              <a:ext uri="{FF2B5EF4-FFF2-40B4-BE49-F238E27FC236}">
                <a16:creationId xmlns:a16="http://schemas.microsoft.com/office/drawing/2014/main" id="{018C1149-92DE-47F6-8F31-09CA4CD55BE5}"/>
              </a:ext>
            </a:extLst>
          </p:cNvPr>
          <p:cNvSpPr>
            <a:spLocks xmlns:a="http://schemas.openxmlformats.org/drawingml/2006/main" noGrp="1"/>
          </p:cNvSpPr>
          <p:nvPr/>
        </p:nvSpPr>
        <p:spPr>
          <a:xfrm xmlns:a="http://schemas.openxmlformats.org/drawingml/2006/main">
            <a:off x="8496300" y="2984500"/>
            <a:ext cx="2857500" cy="1143000"/>
          </a:xfrm>
          <a:prstGeom xmlns:a="http://schemas.openxmlformats.org/drawingml/2006/main" prst="roundRect">
            <a:avLst>
              <a:gd name="adj" fmla="val 8889"/>
            </a:avLst>
          </a:prstGeom>
          <a:solidFill xmlns:a="http://schemas.openxmlformats.org/drawingml/2006/main">
            <a:srgbClr val="020A14"/>
          </a:solidFill>
          <a:ln xmlns:a="http://schemas.openxmlformats.org/drawingml/2006/main" w="0">
            <a:noFill/>
          </a:ln>
        </p:spPr>
      </p:sp>
      <p:sp>
        <p:nvSpPr>
          <p:cNvPr id="17" name="capability_v1_s18_o17">
            <a:extLst xmlns:a="http://schemas.openxmlformats.org/drawingml/2006/main">
              <a:ext uri="{FF2B5EF4-FFF2-40B4-BE49-F238E27FC236}">
                <a16:creationId xmlns:a16="http://schemas.microsoft.com/office/drawing/2014/main" id="{D0C03D76-E831-4B06-AE4C-C8EBF41232F8}"/>
              </a:ext>
            </a:extLst>
          </p:cNvPr>
          <p:cNvSpPr>
            <a:spLocks xmlns:a="http://schemas.openxmlformats.org/drawingml/2006/main" noGrp="1"/>
          </p:cNvSpPr>
          <p:nvPr/>
        </p:nvSpPr>
        <p:spPr>
          <a:xfrm xmlns:a="http://schemas.openxmlformats.org/drawingml/2006/main">
            <a:off x="8445500" y="2921000"/>
            <a:ext cx="2857500" cy="1143000"/>
          </a:xfrm>
          <a:prstGeom xmlns:a="http://schemas.openxmlformats.org/drawingml/2006/main" prst="roundRect">
            <a:avLst>
              <a:gd name="adj" fmla="val 8889"/>
            </a:avLst>
          </a:prstGeom>
          <a:solidFill xmlns:a="http://schemas.openxmlformats.org/drawingml/2006/main">
            <a:srgbClr val="102238"/>
          </a:solidFill>
          <a:ln xmlns:a="http://schemas.openxmlformats.org/drawingml/2006/main" w="17780">
            <a:solidFill>
              <a:srgbClr val="4DE0B0"/>
            </a:solidFill>
          </a:ln>
        </p:spPr>
      </p:sp>
      <p:sp>
        <p:nvSpPr>
          <p:cNvPr id="18" name="capability_v1_s18_o18">
            <a:extLst xmlns:a="http://schemas.openxmlformats.org/drawingml/2006/main">
              <a:ext uri="{FF2B5EF4-FFF2-40B4-BE49-F238E27FC236}">
                <a16:creationId xmlns:a16="http://schemas.microsoft.com/office/drawing/2014/main" id="{5D7A40A5-7D7A-4596-913F-CD469A7072B7}"/>
              </a:ext>
            </a:extLst>
          </p:cNvPr>
          <p:cNvSpPr>
            <a:spLocks xmlns:a="http://schemas.openxmlformats.org/drawingml/2006/main" noGrp="1"/>
          </p:cNvSpPr>
          <p:nvPr/>
        </p:nvSpPr>
        <p:spPr>
          <a:xfrm xmlns:a="http://schemas.openxmlformats.org/drawingml/2006/main">
            <a:off x="8509000" y="2984500"/>
            <a:ext cx="27305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19" name="capability_v1_s18_o19">
            <a:extLst xmlns:a="http://schemas.openxmlformats.org/drawingml/2006/main">
              <a:ext uri="{FF2B5EF4-FFF2-40B4-BE49-F238E27FC236}">
                <a16:creationId xmlns:a16="http://schemas.microsoft.com/office/drawing/2014/main" id="{78F377A7-73B9-4ED3-88D5-6D97CE968C83}"/>
              </a:ext>
            </a:extLst>
          </p:cNvPr>
          <p:cNvSpPr>
            <a:spLocks xmlns:a="http://schemas.openxmlformats.org/drawingml/2006/main" noGrp="1"/>
          </p:cNvSpPr>
          <p:nvPr/>
        </p:nvSpPr>
        <p:spPr>
          <a:xfrm xmlns:a="http://schemas.openxmlformats.org/drawingml/2006/main">
            <a:off x="83566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0" name="capability_v1_s18_o20">
            <a:extLst xmlns:a="http://schemas.openxmlformats.org/drawingml/2006/main">
              <a:ext uri="{FF2B5EF4-FFF2-40B4-BE49-F238E27FC236}">
                <a16:creationId xmlns:a16="http://schemas.microsoft.com/office/drawing/2014/main" id="{DC1695CA-9479-462D-ACBD-96DE64CCA31C}"/>
              </a:ext>
            </a:extLst>
          </p:cNvPr>
          <p:cNvSpPr>
            <a:spLocks xmlns:a="http://schemas.openxmlformats.org/drawingml/2006/main" noGrp="1"/>
          </p:cNvSpPr>
          <p:nvPr/>
        </p:nvSpPr>
        <p:spPr>
          <a:xfrm xmlns:a="http://schemas.openxmlformats.org/drawingml/2006/main">
            <a:off x="11303000" y="34925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1" name="capability_v1_s18_o21">
            <a:extLst xmlns:a="http://schemas.openxmlformats.org/drawingml/2006/main">
              <a:ext uri="{FF2B5EF4-FFF2-40B4-BE49-F238E27FC236}">
                <a16:creationId xmlns:a16="http://schemas.microsoft.com/office/drawing/2014/main" id="{2FA02A5B-9D7E-4E1F-9259-85F521C4F78D}"/>
              </a:ext>
            </a:extLst>
          </p:cNvPr>
          <p:cNvSpPr>
            <a:spLocks xmlns:a="http://schemas.openxmlformats.org/drawingml/2006/main" noGrp="1"/>
          </p:cNvSpPr>
          <p:nvPr/>
        </p:nvSpPr>
        <p:spPr>
          <a:xfrm xmlns:a="http://schemas.openxmlformats.org/drawingml/2006/main">
            <a:off x="8509000" y="3073400"/>
            <a:ext cx="27305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900" b="1">
                <a:solidFill>
                  <a:srgbClr val="F4F7FB"/>
                </a:solidFill>
                <a:latin typeface="Arial"/>
                <a:ea typeface="Arial"/>
                <a:cs typeface="Arial"/>
              </a:defRPr>
            </a:defPPr>
          </a:lstStyle>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procedural</a:t>
            </a:r>
          </a:p>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dungeon governed</a:t>
            </a:r>
          </a:p>
          <a:p xmlns:a="http://schemas.openxmlformats.org/drawingml/2006/main">
            <a:pPr algn="ctr">
              <a:lnSpc>
                <a:spcPct val="108000"/>
              </a:lnSpc>
              <a:buNone/>
              <a:defRPr sz="1900" b="1">
                <a:solidFill>
                  <a:srgbClr val="F4F7FB"/>
                </a:solidFill>
                <a:latin typeface="Arial"/>
                <a:ea typeface="Arial"/>
                <a:cs typeface="Arial"/>
              </a:defRPr>
            </a:pPr>
            <a:r>
              <a:rPr sz="1900" b="1">
                <a:solidFill>
                  <a:srgbClr val="F4F7FB"/>
                </a:solidFill>
                <a:latin typeface="Arial"/>
                <a:ea typeface="Arial"/>
                <a:cs typeface="Arial"/>
              </a:rPr>
              <a:t>execution</a:t>
            </a:r>
          </a:p>
        </p:txBody>
      </p:sp>
      <p:sp>
        <p:nvSpPr>
          <p:cNvPr id="22" name="capability_v1_s18_o22">
            <a:extLst xmlns:a="http://schemas.openxmlformats.org/drawingml/2006/main">
              <a:ext uri="{FF2B5EF4-FFF2-40B4-BE49-F238E27FC236}">
                <a16:creationId xmlns:a16="http://schemas.microsoft.com/office/drawing/2014/main" id="{9A179AC3-BC09-495F-91EB-A4B33CA9F14C}"/>
              </a:ext>
            </a:extLst>
          </p:cNvPr>
          <p:cNvSpPr>
            <a:spLocks xmlns:a="http://schemas.openxmlformats.org/drawingml/2006/main" noGrp="1"/>
          </p:cNvSpPr>
          <p:nvPr/>
        </p:nvSpPr>
        <p:spPr>
          <a:xfrm xmlns:a="http://schemas.openxmlformats.org/drawingml/2006/main">
            <a:off x="3962400" y="3492500"/>
            <a:ext cx="647700" cy="95"/>
          </a:xfrm>
          <a:custGeom xmlns:a="http://schemas.openxmlformats.org/drawingml/2006/main">
            <a:pathLst>
              <a:path w="647700" h="95">
                <a:moveTo>
                  <a:pt x="0" y="0"/>
                </a:moveTo>
                <a:lnTo>
                  <a:pt x="647700" y="0"/>
                </a:lnTo>
              </a:path>
            </a:pathLst>
          </a:custGeom>
          <a:noFill xmlns:a="http://schemas.openxmlformats.org/drawingml/2006/main"/>
          <a:ln xmlns:a="http://schemas.openxmlformats.org/drawingml/2006/main" w="95250">
            <a:solidFill>
              <a:srgbClr val="F6B94D">
                <a:alpha val="7000"/>
              </a:srgbClr>
            </a:solidFill>
            <a:prstDash val="solid"/>
          </a:ln>
        </p:spPr>
      </p:sp>
      <p:sp>
        <p:nvSpPr>
          <p:cNvPr id="23" name="capability_v1_s18_o23">
            <a:extLst xmlns:a="http://schemas.openxmlformats.org/drawingml/2006/main">
              <a:ext uri="{FF2B5EF4-FFF2-40B4-BE49-F238E27FC236}">
                <a16:creationId xmlns:a16="http://schemas.microsoft.com/office/drawing/2014/main" id="{582EAF89-F7B6-4285-AFE3-7EBE52C591C2}"/>
              </a:ext>
            </a:extLst>
          </p:cNvPr>
          <p:cNvSpPr>
            <a:spLocks xmlns:a="http://schemas.openxmlformats.org/drawingml/2006/main" noGrp="1"/>
          </p:cNvSpPr>
          <p:nvPr/>
        </p:nvSpPr>
        <p:spPr>
          <a:xfrm xmlns:a="http://schemas.openxmlformats.org/drawingml/2006/main">
            <a:off x="3962400" y="3492500"/>
            <a:ext cx="647700" cy="95"/>
          </a:xfrm>
          <a:custGeom xmlns:a="http://schemas.openxmlformats.org/drawingml/2006/main">
            <a:pathLst>
              <a:path w="647700" h="95">
                <a:moveTo>
                  <a:pt x="0" y="0"/>
                </a:moveTo>
                <a:lnTo>
                  <a:pt x="647700" y="0"/>
                </a:lnTo>
              </a:path>
            </a:pathLst>
          </a:custGeom>
          <a:noFill xmlns:a="http://schemas.openxmlformats.org/drawingml/2006/main"/>
          <a:ln xmlns:a="http://schemas.openxmlformats.org/drawingml/2006/main" w="31750">
            <a:solidFill>
              <a:srgbClr val="F6B94D"/>
            </a:solidFill>
            <a:prstDash val="solid"/>
          </a:ln>
        </p:spPr>
      </p:sp>
      <p:sp>
        <p:nvSpPr>
          <p:cNvPr id="24" name="capability_v1_s18_o23_arrow">
            <a:extLst xmlns:a="http://schemas.openxmlformats.org/drawingml/2006/main">
              <a:ext uri="{FF2B5EF4-FFF2-40B4-BE49-F238E27FC236}">
                <a16:creationId xmlns:a16="http://schemas.microsoft.com/office/drawing/2014/main" id="{1F34E4F1-186D-4E12-9066-BD28004604B5}"/>
              </a:ext>
            </a:extLst>
          </p:cNvPr>
          <p:cNvSpPr>
            <a:spLocks xmlns:a="http://schemas.openxmlformats.org/drawingml/2006/main" noGrp="1"/>
          </p:cNvSpPr>
          <p:nvPr/>
        </p:nvSpPr>
        <p:spPr>
          <a:xfrm xmlns:a="http://schemas.openxmlformats.org/drawingml/2006/main">
            <a:off x="4533900" y="345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25" name="capability_v1_s18_o24">
            <a:extLst xmlns:a="http://schemas.openxmlformats.org/drawingml/2006/main">
              <a:ext uri="{FF2B5EF4-FFF2-40B4-BE49-F238E27FC236}">
                <a16:creationId xmlns:a16="http://schemas.microsoft.com/office/drawing/2014/main" id="{619FBCF3-5DE4-4836-A44B-4248A5627C9C}"/>
              </a:ext>
            </a:extLst>
          </p:cNvPr>
          <p:cNvSpPr>
            <a:spLocks xmlns:a="http://schemas.openxmlformats.org/drawingml/2006/main" noGrp="1"/>
          </p:cNvSpPr>
          <p:nvPr/>
        </p:nvSpPr>
        <p:spPr>
          <a:xfrm xmlns:a="http://schemas.openxmlformats.org/drawingml/2006/main">
            <a:off x="7645400" y="3492500"/>
            <a:ext cx="711200" cy="95"/>
          </a:xfrm>
          <a:custGeom xmlns:a="http://schemas.openxmlformats.org/drawingml/2006/main">
            <a:pathLst>
              <a:path w="711200" h="95">
                <a:moveTo>
                  <a:pt x="0" y="0"/>
                </a:moveTo>
                <a:lnTo>
                  <a:pt x="711200" y="0"/>
                </a:lnTo>
              </a:path>
            </a:pathLst>
          </a:custGeom>
          <a:noFill xmlns:a="http://schemas.openxmlformats.org/drawingml/2006/main"/>
          <a:ln xmlns:a="http://schemas.openxmlformats.org/drawingml/2006/main" w="95250">
            <a:solidFill>
              <a:srgbClr val="4DE0B0">
                <a:alpha val="7000"/>
              </a:srgbClr>
            </a:solidFill>
            <a:prstDash val="solid"/>
          </a:ln>
        </p:spPr>
      </p:sp>
      <p:sp>
        <p:nvSpPr>
          <p:cNvPr id="26" name="capability_v1_s18_o25">
            <a:extLst xmlns:a="http://schemas.openxmlformats.org/drawingml/2006/main">
              <a:ext uri="{FF2B5EF4-FFF2-40B4-BE49-F238E27FC236}">
                <a16:creationId xmlns:a16="http://schemas.microsoft.com/office/drawing/2014/main" id="{EEFFCDFD-13F5-4D4B-B898-3223DA57351C}"/>
              </a:ext>
            </a:extLst>
          </p:cNvPr>
          <p:cNvSpPr>
            <a:spLocks xmlns:a="http://schemas.openxmlformats.org/drawingml/2006/main" noGrp="1"/>
          </p:cNvSpPr>
          <p:nvPr/>
        </p:nvSpPr>
        <p:spPr>
          <a:xfrm xmlns:a="http://schemas.openxmlformats.org/drawingml/2006/main">
            <a:off x="7645400" y="3492500"/>
            <a:ext cx="711200" cy="95"/>
          </a:xfrm>
          <a:custGeom xmlns:a="http://schemas.openxmlformats.org/drawingml/2006/main">
            <a:pathLst>
              <a:path w="711200" h="95">
                <a:moveTo>
                  <a:pt x="0" y="0"/>
                </a:moveTo>
                <a:lnTo>
                  <a:pt x="711200" y="0"/>
                </a:lnTo>
              </a:path>
            </a:pathLst>
          </a:custGeom>
          <a:noFill xmlns:a="http://schemas.openxmlformats.org/drawingml/2006/main"/>
          <a:ln xmlns:a="http://schemas.openxmlformats.org/drawingml/2006/main" w="31750">
            <a:solidFill>
              <a:srgbClr val="4DE0B0"/>
            </a:solidFill>
            <a:prstDash val="solid"/>
          </a:ln>
        </p:spPr>
      </p:sp>
      <p:sp>
        <p:nvSpPr>
          <p:cNvPr id="27" name="capability_v1_s18_o25_arrow">
            <a:extLst xmlns:a="http://schemas.openxmlformats.org/drawingml/2006/main">
              <a:ext uri="{FF2B5EF4-FFF2-40B4-BE49-F238E27FC236}">
                <a16:creationId xmlns:a16="http://schemas.microsoft.com/office/drawing/2014/main" id="{6C48407B-848B-4AB7-AA98-3277B0D1C72F}"/>
              </a:ext>
            </a:extLst>
          </p:cNvPr>
          <p:cNvSpPr>
            <a:spLocks xmlns:a="http://schemas.openxmlformats.org/drawingml/2006/main" noGrp="1"/>
          </p:cNvSpPr>
          <p:nvPr/>
        </p:nvSpPr>
        <p:spPr>
          <a:xfrm xmlns:a="http://schemas.openxmlformats.org/drawingml/2006/main">
            <a:off x="8280400" y="345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28" name="capability_v1_s18_o26">
            <a:extLst xmlns:a="http://schemas.openxmlformats.org/drawingml/2006/main">
              <a:ext uri="{FF2B5EF4-FFF2-40B4-BE49-F238E27FC236}">
                <a16:creationId xmlns:a16="http://schemas.microsoft.com/office/drawing/2014/main" id="{913CD518-544F-46CC-8270-ADA1BB95532C}"/>
              </a:ext>
            </a:extLst>
          </p:cNvPr>
          <p:cNvSpPr>
            <a:spLocks xmlns:a="http://schemas.openxmlformats.org/drawingml/2006/main" noGrp="1"/>
          </p:cNvSpPr>
          <p:nvPr/>
        </p:nvSpPr>
        <p:spPr>
          <a:xfrm xmlns:a="http://schemas.openxmlformats.org/drawingml/2006/main">
            <a:off x="889000" y="2324100"/>
            <a:ext cx="292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6B94D"/>
                </a:solidFill>
                <a:latin typeface="Arial"/>
                <a:ea typeface="Arial"/>
                <a:cs typeface="Arial"/>
              </a:defRPr>
            </a:defPPr>
          </a:lstStyle>
          <a:p xmlns:a="http://schemas.openxmlformats.org/drawingml/2006/main">
            <a:pPr algn="l">
              <a:lnSpc>
                <a:spcPct val="108000"/>
              </a:lnSpc>
              <a:buNone/>
              <a:defRPr sz="1300" b="0">
                <a:solidFill>
                  <a:srgbClr val="F6B94D"/>
                </a:solidFill>
                <a:latin typeface="Arial"/>
                <a:ea typeface="Arial"/>
                <a:cs typeface="Arial"/>
              </a:defRPr>
            </a:pPr>
            <a:r>
              <a:rPr sz="1300" b="0">
                <a:solidFill>
                  <a:srgbClr val="F6B94D"/>
                </a:solidFill>
                <a:latin typeface="Arial"/>
                <a:ea typeface="Arial"/>
                <a:cs typeface="Arial"/>
              </a:rPr>
              <a:t>GIVEN / INPUT</a:t>
            </a:r>
          </a:p>
        </p:txBody>
      </p:sp>
      <p:sp>
        <p:nvSpPr>
          <p:cNvPr id="29" name="capability_v1_s18_o27">
            <a:extLst xmlns:a="http://schemas.openxmlformats.org/drawingml/2006/main">
              <a:ext uri="{FF2B5EF4-FFF2-40B4-BE49-F238E27FC236}">
                <a16:creationId xmlns:a16="http://schemas.microsoft.com/office/drawing/2014/main" id="{F515DB57-61B3-42F6-9D29-30A9B7B5C4D0}"/>
              </a:ext>
            </a:extLst>
          </p:cNvPr>
          <p:cNvSpPr>
            <a:spLocks xmlns:a="http://schemas.openxmlformats.org/drawingml/2006/main" noGrp="1"/>
          </p:cNvSpPr>
          <p:nvPr/>
        </p:nvSpPr>
        <p:spPr>
          <a:xfrm xmlns:a="http://schemas.openxmlformats.org/drawingml/2006/main">
            <a:off x="4699000" y="2324100"/>
            <a:ext cx="292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45A7FF"/>
                </a:solidFill>
                <a:latin typeface="Arial"/>
                <a:ea typeface="Arial"/>
                <a:cs typeface="Arial"/>
              </a:defRPr>
            </a:defPPr>
          </a:lstStyle>
          <a:p xmlns:a="http://schemas.openxmlformats.org/drawingml/2006/main">
            <a:pPr algn="l">
              <a:lnSpc>
                <a:spcPct val="108000"/>
              </a:lnSpc>
              <a:buNone/>
              <a:defRPr sz="1300" b="0">
                <a:solidFill>
                  <a:srgbClr val="45A7FF"/>
                </a:solidFill>
                <a:latin typeface="Arial"/>
                <a:ea typeface="Arial"/>
                <a:cs typeface="Arial"/>
              </a:defRPr>
            </a:pPr>
            <a:r>
              <a:rPr sz="1300" b="0">
                <a:solidFill>
                  <a:srgbClr val="45A7FF"/>
                </a:solidFill>
                <a:latin typeface="Arial"/>
                <a:ea typeface="Arial"/>
                <a:cs typeface="Arial"/>
              </a:rPr>
              <a:t>WHEN / EVENT</a:t>
            </a:r>
          </a:p>
        </p:txBody>
      </p:sp>
      <p:sp>
        <p:nvSpPr>
          <p:cNvPr id="30" name="capability_v1_s18_o28">
            <a:extLst xmlns:a="http://schemas.openxmlformats.org/drawingml/2006/main">
              <a:ext uri="{FF2B5EF4-FFF2-40B4-BE49-F238E27FC236}">
                <a16:creationId xmlns:a16="http://schemas.microsoft.com/office/drawing/2014/main" id="{46EB42F5-7CD9-400D-8606-48A436999B81}"/>
              </a:ext>
            </a:extLst>
          </p:cNvPr>
          <p:cNvSpPr>
            <a:spLocks xmlns:a="http://schemas.openxmlformats.org/drawingml/2006/main" noGrp="1"/>
          </p:cNvSpPr>
          <p:nvPr/>
        </p:nvSpPr>
        <p:spPr>
          <a:xfrm xmlns:a="http://schemas.openxmlformats.org/drawingml/2006/main">
            <a:off x="8445500" y="2324100"/>
            <a:ext cx="292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4DE0B0"/>
                </a:solidFill>
                <a:latin typeface="Arial"/>
                <a:ea typeface="Arial"/>
                <a:cs typeface="Arial"/>
              </a:defRPr>
            </a:defPPr>
          </a:lstStyle>
          <a:p xmlns:a="http://schemas.openxmlformats.org/drawingml/2006/main">
            <a:pPr algn="l">
              <a:lnSpc>
                <a:spcPct val="108000"/>
              </a:lnSpc>
              <a:buNone/>
              <a:defRPr sz="1300" b="0">
                <a:solidFill>
                  <a:srgbClr val="4DE0B0"/>
                </a:solidFill>
                <a:latin typeface="Arial"/>
                <a:ea typeface="Arial"/>
                <a:cs typeface="Arial"/>
              </a:defRPr>
            </a:pPr>
            <a:r>
              <a:rPr sz="1300" b="0">
                <a:solidFill>
                  <a:srgbClr val="4DE0B0"/>
                </a:solidFill>
                <a:latin typeface="Arial"/>
                <a:ea typeface="Arial"/>
                <a:cs typeface="Arial"/>
              </a:rPr>
              <a:t>THEN / OUTCOME</a:t>
            </a:r>
          </a:p>
        </p:txBody>
      </p:sp>
      <p:sp>
        <p:nvSpPr>
          <p:cNvPr id="31" name="capability_v1_s18_o29">
            <a:extLst xmlns:a="http://schemas.openxmlformats.org/drawingml/2006/main">
              <a:ext uri="{FF2B5EF4-FFF2-40B4-BE49-F238E27FC236}">
                <a16:creationId xmlns:a16="http://schemas.microsoft.com/office/drawing/2014/main" id="{B1AD5570-6E2E-4B0C-A215-B12BE17FDF13}"/>
              </a:ext>
            </a:extLst>
          </p:cNvPr>
          <p:cNvSpPr>
            <a:spLocks xmlns:a="http://schemas.openxmlformats.org/drawingml/2006/main" noGrp="1"/>
          </p:cNvSpPr>
          <p:nvPr/>
        </p:nvSpPr>
        <p:spPr>
          <a:xfrm xmlns:a="http://schemas.openxmlformats.org/drawingml/2006/main">
            <a:off x="825500" y="4432300"/>
            <a:ext cx="34290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A8B8CA"/>
                </a:solidFill>
                <a:latin typeface="Arial"/>
                <a:ea typeface="Arial"/>
                <a:cs typeface="Arial"/>
              </a:defRPr>
            </a:defPPr>
          </a:lstStyle>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dungeon generation seed contract</a:t>
            </a:r>
          </a:p>
        </p:txBody>
      </p:sp>
      <p:sp>
        <p:nvSpPr>
          <p:cNvPr id="32" name="capability_v1_s18_o30">
            <a:extLst xmlns:a="http://schemas.openxmlformats.org/drawingml/2006/main">
              <a:ext uri="{FF2B5EF4-FFF2-40B4-BE49-F238E27FC236}">
                <a16:creationId xmlns:a16="http://schemas.microsoft.com/office/drawing/2014/main" id="{9A5B7660-C3DD-44AB-8C6D-519460621C39}"/>
              </a:ext>
            </a:extLst>
          </p:cNvPr>
          <p:cNvSpPr>
            <a:spLocks xmlns:a="http://schemas.openxmlformats.org/drawingml/2006/main" noGrp="1"/>
          </p:cNvSpPr>
          <p:nvPr/>
        </p:nvSpPr>
        <p:spPr>
          <a:xfrm xmlns:a="http://schemas.openxmlformats.org/drawingml/2006/main">
            <a:off x="8280400" y="4432300"/>
            <a:ext cx="33020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A8B8CA"/>
                </a:solidFill>
                <a:latin typeface="Arial"/>
                <a:ea typeface="Arial"/>
                <a:cs typeface="Arial"/>
              </a:defRPr>
            </a:defPPr>
          </a:lstStyle>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dungeon board state contract</a:t>
            </a:r>
          </a:p>
        </p:txBody>
      </p:sp>
      <p:sp>
        <p:nvSpPr>
          <p:cNvPr id="33" name="capability_v1_s18_o31">
            <a:extLst xmlns:a="http://schemas.openxmlformats.org/drawingml/2006/main">
              <a:ext uri="{FF2B5EF4-FFF2-40B4-BE49-F238E27FC236}">
                <a16:creationId xmlns:a16="http://schemas.microsoft.com/office/drawing/2014/main" id="{6DE880DD-1E40-491B-8668-FFAA88B43F1A}"/>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841242115"/>
      </p:ext>
    </p:extLst>
  </p:cSld>
</p:sld>
</file>

<file path=ppt/slides/slide1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19_o1">
            <a:extLst xmlns:a="http://schemas.openxmlformats.org/drawingml/2006/main">
              <a:ext uri="{FF2B5EF4-FFF2-40B4-BE49-F238E27FC236}">
                <a16:creationId xmlns:a16="http://schemas.microsoft.com/office/drawing/2014/main" id="{93D9177A-8703-4169-83A6-7F752D15CBD5}"/>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Procedural dungeon governed execution</a:t>
            </a:r>
          </a:p>
        </p:txBody>
      </p:sp>
      <p:sp>
        <p:nvSpPr>
          <p:cNvPr id="2" name="capability_v1_s19_o2">
            <a:extLst xmlns:a="http://schemas.openxmlformats.org/drawingml/2006/main">
              <a:ext uri="{FF2B5EF4-FFF2-40B4-BE49-F238E27FC236}">
                <a16:creationId xmlns:a16="http://schemas.microsoft.com/office/drawing/2014/main" id="{4B53BFE2-B74B-4E5B-8A67-16D84DA8B7C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SELECTED SCENARIO / procedural-dungeon-governed-execution / VERSION 113602</a:t>
            </a:r>
          </a:p>
        </p:txBody>
      </p:sp>
      <p:sp>
        <p:nvSpPr>
          <p:cNvPr id="3" name="capability_v1_s19_o3">
            <a:extLst xmlns:a="http://schemas.openxmlformats.org/drawingml/2006/main">
              <a:ext uri="{FF2B5EF4-FFF2-40B4-BE49-F238E27FC236}">
                <a16:creationId xmlns:a16="http://schemas.microsoft.com/office/drawing/2014/main" id="{419542F1-9228-4BFD-8323-A8B35B59D5F3}"/>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19</a:t>
            </a:r>
          </a:p>
        </p:txBody>
      </p:sp>
      <p:sp>
        <p:nvSpPr>
          <p:cNvPr id="4" name="capability_v1_s19_o4">
            <a:extLst xmlns:a="http://schemas.openxmlformats.org/drawingml/2006/main">
              <a:ext uri="{FF2B5EF4-FFF2-40B4-BE49-F238E27FC236}">
                <a16:creationId xmlns:a16="http://schemas.microsoft.com/office/drawing/2014/main" id="{518C842D-A91D-4292-8C14-4084CBA1DE38}"/>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Given</a:t>
            </a:r>
          </a:p>
        </p:txBody>
      </p:sp>
      <p:sp>
        <p:nvSpPr>
          <p:cNvPr id="5" name="capability_v1_s19_o5">
            <a:extLst xmlns:a="http://schemas.openxmlformats.org/drawingml/2006/main">
              <a:ext uri="{FF2B5EF4-FFF2-40B4-BE49-F238E27FC236}">
                <a16:creationId xmlns:a16="http://schemas.microsoft.com/office/drawing/2014/main" id="{9255A27A-C1BE-4AB4-873A-C4F462C87534}"/>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19_o6">
            <a:extLst xmlns:a="http://schemas.openxmlformats.org/drawingml/2006/main">
              <a:ext uri="{FF2B5EF4-FFF2-40B4-BE49-F238E27FC236}">
                <a16:creationId xmlns:a16="http://schemas.microsoft.com/office/drawing/2014/main" id="{2E3AAC4C-B5DF-4639-AC67-05AE938E1F98}"/>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an initial deterministic generation seed</a:t>
            </a:r>
          </a:p>
        </p:txBody>
      </p:sp>
      <p:sp>
        <p:nvSpPr>
          <p:cNvPr id="7" name="capability_v1_s19_o7">
            <a:extLst xmlns:a="http://schemas.openxmlformats.org/drawingml/2006/main">
              <a:ext uri="{FF2B5EF4-FFF2-40B4-BE49-F238E27FC236}">
                <a16:creationId xmlns:a16="http://schemas.microsoft.com/office/drawing/2014/main" id="{C4F9B5B8-C25F-4114-BB73-4E0B85AED9DC}"/>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5A7FF"/>
                </a:solidFill>
                <a:latin typeface="Arial"/>
                <a:ea typeface="Arial"/>
                <a:cs typeface="Arial"/>
              </a:defRPr>
            </a:defPPr>
          </a:lstStyle>
          <a:p xmlns:a="http://schemas.openxmlformats.org/drawingml/2006/main">
            <a:pPr algn="l">
              <a:lnSpc>
                <a:spcPct val="108000"/>
              </a:lnSpc>
              <a:buNone/>
              <a:defRPr sz="1400" b="1">
                <a:solidFill>
                  <a:srgbClr val="45A7FF"/>
                </a:solidFill>
                <a:latin typeface="Arial"/>
                <a:ea typeface="Arial"/>
                <a:cs typeface="Arial"/>
              </a:defRPr>
            </a:pPr>
            <a:r>
              <a:rPr sz="1400" b="1">
                <a:solidFill>
                  <a:srgbClr val="45A7FF"/>
                </a:solidFill>
                <a:latin typeface="Arial"/>
                <a:ea typeface="Arial"/>
                <a:cs typeface="Arial"/>
              </a:rPr>
              <a:t>When</a:t>
            </a:r>
          </a:p>
        </p:txBody>
      </p:sp>
      <p:sp>
        <p:nvSpPr>
          <p:cNvPr id="8" name="capability_v1_s19_o8">
            <a:extLst xmlns:a="http://schemas.openxmlformats.org/drawingml/2006/main">
              <a:ext uri="{FF2B5EF4-FFF2-40B4-BE49-F238E27FC236}">
                <a16:creationId xmlns:a16="http://schemas.microsoft.com/office/drawing/2014/main" id="{B57DAAFD-B037-4E5A-8D06-C25595527A46}"/>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5A7FF"/>
            </a:solidFill>
            <a:prstDash val="solid"/>
          </a:ln>
        </p:spPr>
      </p:sp>
      <p:sp>
        <p:nvSpPr>
          <p:cNvPr id="9" name="capability_v1_s19_o9">
            <a:extLst xmlns:a="http://schemas.openxmlformats.org/drawingml/2006/main">
              <a:ext uri="{FF2B5EF4-FFF2-40B4-BE49-F238E27FC236}">
                <a16:creationId xmlns:a16="http://schemas.microsoft.com/office/drawing/2014/main" id="{1E164328-7162-4BD0-AB11-795DFDEC6061}"/>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dungeon topology partitioning and rasterization authorities</a:t>
            </a:r>
          </a:p>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execute</a:t>
            </a:r>
          </a:p>
        </p:txBody>
      </p:sp>
      <p:sp>
        <p:nvSpPr>
          <p:cNvPr id="10" name="capability_v1_s19_o10">
            <a:extLst xmlns:a="http://schemas.openxmlformats.org/drawingml/2006/main">
              <a:ext uri="{FF2B5EF4-FFF2-40B4-BE49-F238E27FC236}">
                <a16:creationId xmlns:a16="http://schemas.microsoft.com/office/drawing/2014/main" id="{041CCA40-F415-4CA5-B539-01FFE0B1241D}"/>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DE0B0"/>
                </a:solidFill>
                <a:latin typeface="Arial"/>
                <a:ea typeface="Arial"/>
                <a:cs typeface="Arial"/>
              </a:defRPr>
            </a:defPPr>
          </a:lstStyle>
          <a:p xmlns:a="http://schemas.openxmlformats.org/drawingml/2006/main">
            <a:pPr algn="l">
              <a:lnSpc>
                <a:spcPct val="108000"/>
              </a:lnSpc>
              <a:buNone/>
              <a:defRPr sz="1400" b="1">
                <a:solidFill>
                  <a:srgbClr val="4DE0B0"/>
                </a:solidFill>
                <a:latin typeface="Arial"/>
                <a:ea typeface="Arial"/>
                <a:cs typeface="Arial"/>
              </a:defRPr>
            </a:pPr>
            <a:r>
              <a:rPr sz="1400" b="1">
                <a:solidFill>
                  <a:srgbClr val="4DE0B0"/>
                </a:solidFill>
                <a:latin typeface="Arial"/>
                <a:ea typeface="Arial"/>
                <a:cs typeface="Arial"/>
              </a:rPr>
              <a:t>Then</a:t>
            </a:r>
          </a:p>
        </p:txBody>
      </p:sp>
      <p:sp>
        <p:nvSpPr>
          <p:cNvPr id="11" name="capability_v1_s19_o11">
            <a:extLst xmlns:a="http://schemas.openxmlformats.org/drawingml/2006/main">
              <a:ext uri="{FF2B5EF4-FFF2-40B4-BE49-F238E27FC236}">
                <a16:creationId xmlns:a16="http://schemas.microsoft.com/office/drawing/2014/main" id="{58044418-F73E-4DDE-A9C3-04D7627F2DB3}"/>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DE0B0"/>
            </a:solidFill>
            <a:prstDash val="solid"/>
          </a:ln>
        </p:spPr>
      </p:sp>
      <p:sp>
        <p:nvSpPr>
          <p:cNvPr id="12" name="capability_v1_s19_o12">
            <a:extLst xmlns:a="http://schemas.openxmlformats.org/drawingml/2006/main">
              <a:ext uri="{FF2B5EF4-FFF2-40B4-BE49-F238E27FC236}">
                <a16:creationId xmlns:a16="http://schemas.microsoft.com/office/drawing/2014/main" id="{91035CA0-20E5-48E5-AF09-E12A80003C72}"/>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the 78x78 tile grid is partitioned and the player initial</a:t>
            </a:r>
          </a:p>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coordinate is placed on an admitted floor cell</a:t>
            </a:r>
          </a:p>
        </p:txBody>
      </p:sp>
      <p:sp>
        <p:nvSpPr>
          <p:cNvPr id="13" name="capability_v1_s19_o13">
            <a:extLst xmlns:a="http://schemas.openxmlformats.org/drawingml/2006/main">
              <a:ext uri="{FF2B5EF4-FFF2-40B4-BE49-F238E27FC236}">
                <a16:creationId xmlns:a16="http://schemas.microsoft.com/office/drawing/2014/main" id="{6D98CE26-5FAA-45E6-90C8-DBEF7BDAD85B}"/>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811461177"/>
      </p:ext>
    </p:extLst>
  </p:cSld>
</p:sld>
</file>

<file path=ppt/slides/slide2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42" name="capability_v1_s20_o1">
            <a:extLst xmlns:a="http://schemas.openxmlformats.org/drawingml/2006/main">
              <a:ext uri="{FF2B5EF4-FFF2-40B4-BE49-F238E27FC236}">
                <a16:creationId xmlns:a16="http://schemas.microsoft.com/office/drawing/2014/main" id="{23BA1F7D-886D-49C7-8595-7AC419BFAF8C}"/>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04 · Contracts and schemas</a:t>
            </a:r>
          </a:p>
        </p:txBody>
      </p:sp>
      <p:sp>
        <p:nvSpPr>
          <p:cNvPr id="2" name="capability_v1_s20_o2">
            <a:extLst xmlns:a="http://schemas.openxmlformats.org/drawingml/2006/main">
              <a:ext uri="{FF2B5EF4-FFF2-40B4-BE49-F238E27FC236}">
                <a16:creationId xmlns:a16="http://schemas.microsoft.com/office/drawing/2014/main" id="{F9E287B5-4CFF-4063-8DEB-D0D5B0466350}"/>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What makes each input or outcome well formed?</a:t>
            </a:r>
          </a:p>
        </p:txBody>
      </p:sp>
      <p:sp>
        <p:nvSpPr>
          <p:cNvPr id="3" name="capability_v1_s20_o3">
            <a:extLst xmlns:a="http://schemas.openxmlformats.org/drawingml/2006/main">
              <a:ext uri="{FF2B5EF4-FFF2-40B4-BE49-F238E27FC236}">
                <a16:creationId xmlns:a16="http://schemas.microsoft.com/office/drawing/2014/main" id="{FF4D19C1-349A-412B-BE52-327D038659AC}"/>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20</a:t>
            </a:r>
          </a:p>
        </p:txBody>
      </p:sp>
      <p:sp>
        <p:nvSpPr>
          <p:cNvPr id="4" name="capability_v1_s20_o4">
            <a:extLst xmlns:a="http://schemas.openxmlformats.org/drawingml/2006/main">
              <a:ext uri="{FF2B5EF4-FFF2-40B4-BE49-F238E27FC236}">
                <a16:creationId xmlns:a16="http://schemas.microsoft.com/office/drawing/2014/main" id="{EAFD42D5-AC25-4A34-B04B-3823E811CCE6}"/>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20_o5">
            <a:extLst xmlns:a="http://schemas.openxmlformats.org/drawingml/2006/main">
              <a:ext uri="{FF2B5EF4-FFF2-40B4-BE49-F238E27FC236}">
                <a16:creationId xmlns:a16="http://schemas.microsoft.com/office/drawing/2014/main" id="{A70D778A-BEBF-4CE1-8B9A-CC94B742DC9C}"/>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20_o6">
            <a:extLst xmlns:a="http://schemas.openxmlformats.org/drawingml/2006/main">
              <a:ext uri="{FF2B5EF4-FFF2-40B4-BE49-F238E27FC236}">
                <a16:creationId xmlns:a16="http://schemas.microsoft.com/office/drawing/2014/main" id="{68FA4C0E-58AC-41AD-B586-8517A369FE31}"/>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20_o7">
            <a:extLst xmlns:a="http://schemas.openxmlformats.org/drawingml/2006/main">
              <a:ext uri="{FF2B5EF4-FFF2-40B4-BE49-F238E27FC236}">
                <a16:creationId xmlns:a16="http://schemas.microsoft.com/office/drawing/2014/main" id="{90829C21-5462-4A30-AA36-A640BED5DD1E}"/>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20_o8">
            <a:extLst xmlns:a="http://schemas.openxmlformats.org/drawingml/2006/main">
              <a:ext uri="{FF2B5EF4-FFF2-40B4-BE49-F238E27FC236}">
                <a16:creationId xmlns:a16="http://schemas.microsoft.com/office/drawing/2014/main" id="{B7875157-89C5-42DE-99DE-D85FBF6C609E}"/>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20_o9">
            <a:extLst xmlns:a="http://schemas.openxmlformats.org/drawingml/2006/main">
              <a:ext uri="{FF2B5EF4-FFF2-40B4-BE49-F238E27FC236}">
                <a16:creationId xmlns:a16="http://schemas.microsoft.com/office/drawing/2014/main" id="{2E4321E4-8FBA-49FE-BBD5-DBD2BA243E6A}"/>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Scenario contracts</a:t>
            </a:r>
          </a:p>
        </p:txBody>
      </p:sp>
      <p:sp>
        <p:nvSpPr>
          <p:cNvPr id="10" name="capability_v1_s20_o10">
            <a:extLst xmlns:a="http://schemas.openxmlformats.org/drawingml/2006/main">
              <a:ext uri="{FF2B5EF4-FFF2-40B4-BE49-F238E27FC236}">
                <a16:creationId xmlns:a16="http://schemas.microsoft.com/office/drawing/2014/main" id="{1F158C6E-8B0A-49EB-969C-9E7CF65ABC97}"/>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98AF2">
                <a:alpha val="7000"/>
              </a:srgbClr>
            </a:solidFill>
            <a:prstDash val="solid"/>
          </a:ln>
        </p:spPr>
      </p:sp>
      <p:sp>
        <p:nvSpPr>
          <p:cNvPr id="11" name="capability_v1_s20_o11">
            <a:extLst xmlns:a="http://schemas.openxmlformats.org/drawingml/2006/main">
              <a:ext uri="{FF2B5EF4-FFF2-40B4-BE49-F238E27FC236}">
                <a16:creationId xmlns:a16="http://schemas.microsoft.com/office/drawing/2014/main" id="{249F7B0B-3AE7-4693-8F21-1C156AD7CDE5}"/>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A98AF2">
                <a:alpha val="7000"/>
              </a:srgbClr>
            </a:solidFill>
            <a:prstDash val="solid"/>
          </a:ln>
        </p:spPr>
      </p:sp>
      <p:sp>
        <p:nvSpPr>
          <p:cNvPr id="12" name="capability_v1_s20_o12">
            <a:extLst xmlns:a="http://schemas.openxmlformats.org/drawingml/2006/main">
              <a:ext uri="{FF2B5EF4-FFF2-40B4-BE49-F238E27FC236}">
                <a16:creationId xmlns:a16="http://schemas.microsoft.com/office/drawing/2014/main" id="{A4FB402C-9D2B-4677-8EB8-668B4195D4EE}"/>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98AF2">
                <a:alpha val="7000"/>
              </a:srgbClr>
            </a:solidFill>
            <a:prstDash val="solid"/>
          </a:ln>
        </p:spPr>
      </p:sp>
      <p:sp>
        <p:nvSpPr>
          <p:cNvPr id="13" name="capability_v1_s20_o13">
            <a:extLst xmlns:a="http://schemas.openxmlformats.org/drawingml/2006/main">
              <a:ext uri="{FF2B5EF4-FFF2-40B4-BE49-F238E27FC236}">
                <a16:creationId xmlns:a16="http://schemas.microsoft.com/office/drawing/2014/main" id="{68BC8E07-9BBE-46B7-A0EA-57C52AE7B981}"/>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98AF2"/>
            </a:solidFill>
            <a:prstDash val="solid"/>
          </a:ln>
        </p:spPr>
      </p:sp>
      <p:sp>
        <p:nvSpPr>
          <p:cNvPr id="14" name="capability_v1_s20_o14">
            <a:extLst xmlns:a="http://schemas.openxmlformats.org/drawingml/2006/main">
              <a:ext uri="{FF2B5EF4-FFF2-40B4-BE49-F238E27FC236}">
                <a16:creationId xmlns:a16="http://schemas.microsoft.com/office/drawing/2014/main" id="{5257D29A-A90C-4A5D-AF2C-B397C2A57C81}"/>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A98AF2"/>
            </a:solidFill>
            <a:prstDash val="solid"/>
          </a:ln>
        </p:spPr>
      </p:sp>
      <p:sp>
        <p:nvSpPr>
          <p:cNvPr id="15" name="capability_v1_s20_o15">
            <a:extLst xmlns:a="http://schemas.openxmlformats.org/drawingml/2006/main">
              <a:ext uri="{FF2B5EF4-FFF2-40B4-BE49-F238E27FC236}">
                <a16:creationId xmlns:a16="http://schemas.microsoft.com/office/drawing/2014/main" id="{F5566DDA-ED56-4E20-A72A-60738359A158}"/>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98AF2"/>
            </a:solidFill>
            <a:prstDash val="solid"/>
          </a:ln>
        </p:spPr>
      </p:sp>
      <p:sp>
        <p:nvSpPr>
          <p:cNvPr id="16" name="capability_v1_s20_o15_arrow">
            <a:extLst xmlns:a="http://schemas.openxmlformats.org/drawingml/2006/main">
              <a:ext uri="{FF2B5EF4-FFF2-40B4-BE49-F238E27FC236}">
                <a16:creationId xmlns:a16="http://schemas.microsoft.com/office/drawing/2014/main" id="{ABECD233-AEEB-466D-8AA6-187B2A601BC4}"/>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7" name="capability_v1_s20_o16">
            <a:extLst xmlns:a="http://schemas.openxmlformats.org/drawingml/2006/main">
              <a:ext uri="{FF2B5EF4-FFF2-40B4-BE49-F238E27FC236}">
                <a16:creationId xmlns:a16="http://schemas.microsoft.com/office/drawing/2014/main" id="{4722D5F5-D27A-4FB7-BD52-6A8EB17CEF94}"/>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98AF2">
              <a:alpha val="10000"/>
            </a:srgbClr>
          </a:solidFill>
          <a:ln xmlns:a="http://schemas.openxmlformats.org/drawingml/2006/main" w="0">
            <a:noFill/>
          </a:ln>
        </p:spPr>
      </p:sp>
      <p:sp>
        <p:nvSpPr>
          <p:cNvPr id="18" name="capability_v1_s20_o17">
            <a:extLst xmlns:a="http://schemas.openxmlformats.org/drawingml/2006/main">
              <a:ext uri="{FF2B5EF4-FFF2-40B4-BE49-F238E27FC236}">
                <a16:creationId xmlns:a16="http://schemas.microsoft.com/office/drawing/2014/main" id="{C5B09BC4-2A3B-4DAD-B65C-F9434398E56E}"/>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98AF2"/>
          </a:solidFill>
          <a:ln xmlns:a="http://schemas.openxmlformats.org/drawingml/2006/main" w="12700">
            <a:solidFill>
              <a:srgbClr val="06111F"/>
            </a:solidFill>
          </a:ln>
        </p:spPr>
      </p:sp>
      <p:sp>
        <p:nvSpPr>
          <p:cNvPr id="19" name="capability_v1_s20_o18">
            <a:extLst xmlns:a="http://schemas.openxmlformats.org/drawingml/2006/main">
              <a:ext uri="{FF2B5EF4-FFF2-40B4-BE49-F238E27FC236}">
                <a16:creationId xmlns:a16="http://schemas.microsoft.com/office/drawing/2014/main" id="{CBB5E493-8938-489A-AD99-6D3DAD51F5A8}"/>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20_o19">
            <a:extLst xmlns:a="http://schemas.openxmlformats.org/drawingml/2006/main">
              <a:ext uri="{FF2B5EF4-FFF2-40B4-BE49-F238E27FC236}">
                <a16:creationId xmlns:a16="http://schemas.microsoft.com/office/drawing/2014/main" id="{E1BB24A9-9037-4170-B1D7-BC05098F3930}"/>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98AF2"/>
            </a:solidFill>
          </a:ln>
        </p:spPr>
      </p:sp>
      <p:sp>
        <p:nvSpPr>
          <p:cNvPr id="21" name="capability_v1_s20_o20">
            <a:extLst xmlns:a="http://schemas.openxmlformats.org/drawingml/2006/main">
              <a:ext uri="{FF2B5EF4-FFF2-40B4-BE49-F238E27FC236}">
                <a16:creationId xmlns:a16="http://schemas.microsoft.com/office/drawing/2014/main" id="{6F930B5A-CA04-4B9C-9D48-7267D5F0DB0C}"/>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22" name="capability_v1_s20_o21">
            <a:extLst xmlns:a="http://schemas.openxmlformats.org/drawingml/2006/main">
              <a:ext uri="{FF2B5EF4-FFF2-40B4-BE49-F238E27FC236}">
                <a16:creationId xmlns:a16="http://schemas.microsoft.com/office/drawing/2014/main" id="{37F96219-6E5A-4D82-A45A-4016B3594293}"/>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23" name="capability_v1_s20_o22">
            <a:extLst xmlns:a="http://schemas.openxmlformats.org/drawingml/2006/main">
              <a:ext uri="{FF2B5EF4-FFF2-40B4-BE49-F238E27FC236}">
                <a16:creationId xmlns:a16="http://schemas.microsoft.com/office/drawing/2014/main" id="{2268AA4C-6134-43EA-BAC1-E799254AA25E}"/>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24" name="capability_v1_s20_o23">
            <a:extLst xmlns:a="http://schemas.openxmlformats.org/drawingml/2006/main">
              <a:ext uri="{FF2B5EF4-FFF2-40B4-BE49-F238E27FC236}">
                <a16:creationId xmlns:a16="http://schemas.microsoft.com/office/drawing/2014/main" id="{8294C027-494E-41D1-8832-7BEEDA9C5240}"/>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dungeon board state contract</a:t>
            </a:r>
          </a:p>
        </p:txBody>
      </p:sp>
      <p:sp>
        <p:nvSpPr>
          <p:cNvPr id="25" name="capability_v1_s20_o24">
            <a:extLst xmlns:a="http://schemas.openxmlformats.org/drawingml/2006/main">
              <a:ext uri="{FF2B5EF4-FFF2-40B4-BE49-F238E27FC236}">
                <a16:creationId xmlns:a16="http://schemas.microsoft.com/office/drawing/2014/main" id="{571D8E14-5EF2-471F-AEE9-E6F09FFF1B0D}"/>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6" name="capability_v1_s20_o25">
            <a:extLst xmlns:a="http://schemas.openxmlformats.org/drawingml/2006/main">
              <a:ext uri="{FF2B5EF4-FFF2-40B4-BE49-F238E27FC236}">
                <a16:creationId xmlns:a16="http://schemas.microsoft.com/office/drawing/2014/main" id="{0964D8D1-FC90-4A5B-927B-D6B9E9F90A45}"/>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A98AF2">
                <a:alpha val="7000"/>
              </a:srgbClr>
            </a:solidFill>
            <a:prstDash val="solid"/>
          </a:ln>
        </p:spPr>
      </p:sp>
      <p:sp>
        <p:nvSpPr>
          <p:cNvPr id="27" name="capability_v1_s20_o26">
            <a:extLst xmlns:a="http://schemas.openxmlformats.org/drawingml/2006/main">
              <a:ext uri="{FF2B5EF4-FFF2-40B4-BE49-F238E27FC236}">
                <a16:creationId xmlns:a16="http://schemas.microsoft.com/office/drawing/2014/main" id="{2FA1B483-DB01-4721-81FF-52C6811F4A9D}"/>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8" name="capability_v1_s20_o27">
            <a:extLst xmlns:a="http://schemas.openxmlformats.org/drawingml/2006/main">
              <a:ext uri="{FF2B5EF4-FFF2-40B4-BE49-F238E27FC236}">
                <a16:creationId xmlns:a16="http://schemas.microsoft.com/office/drawing/2014/main" id="{0B60AFB7-DBE1-4F96-975B-F471B3D2E0B0}"/>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98AF2"/>
            </a:solidFill>
            <a:prstDash val="solid"/>
          </a:ln>
        </p:spPr>
      </p:sp>
      <p:sp>
        <p:nvSpPr>
          <p:cNvPr id="29" name="capability_v1_s20_o28">
            <a:extLst xmlns:a="http://schemas.openxmlformats.org/drawingml/2006/main">
              <a:ext uri="{FF2B5EF4-FFF2-40B4-BE49-F238E27FC236}">
                <a16:creationId xmlns:a16="http://schemas.microsoft.com/office/drawing/2014/main" id="{15138BAC-7A50-495C-A066-A3847CE8F9D7}"/>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A98AF2"/>
            </a:solidFill>
            <a:prstDash val="solid"/>
          </a:ln>
        </p:spPr>
      </p:sp>
      <p:sp>
        <p:nvSpPr>
          <p:cNvPr id="30" name="capability_v1_s20_o29">
            <a:extLst xmlns:a="http://schemas.openxmlformats.org/drawingml/2006/main">
              <a:ext uri="{FF2B5EF4-FFF2-40B4-BE49-F238E27FC236}">
                <a16:creationId xmlns:a16="http://schemas.microsoft.com/office/drawing/2014/main" id="{E28A5C06-DF11-4AA0-AC75-C317BCB4E571}"/>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98AF2"/>
            </a:solidFill>
            <a:prstDash val="solid"/>
          </a:ln>
        </p:spPr>
      </p:sp>
      <p:sp>
        <p:nvSpPr>
          <p:cNvPr id="31" name="capability_v1_s20_o29_arrow">
            <a:extLst xmlns:a="http://schemas.openxmlformats.org/drawingml/2006/main">
              <a:ext uri="{FF2B5EF4-FFF2-40B4-BE49-F238E27FC236}">
                <a16:creationId xmlns:a16="http://schemas.microsoft.com/office/drawing/2014/main" id="{2ECCB134-F24A-4EC4-A42D-6D6569BA1C48}"/>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32" name="capability_v1_s20_o30">
            <a:extLst xmlns:a="http://schemas.openxmlformats.org/drawingml/2006/main">
              <a:ext uri="{FF2B5EF4-FFF2-40B4-BE49-F238E27FC236}">
                <a16:creationId xmlns:a16="http://schemas.microsoft.com/office/drawing/2014/main" id="{15926DDC-80DB-4CB5-AD84-8B83A7785B40}"/>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98AF2">
              <a:alpha val="10000"/>
            </a:srgbClr>
          </a:solidFill>
          <a:ln xmlns:a="http://schemas.openxmlformats.org/drawingml/2006/main" w="0">
            <a:noFill/>
          </a:ln>
        </p:spPr>
      </p:sp>
      <p:sp>
        <p:nvSpPr>
          <p:cNvPr id="33" name="capability_v1_s20_o31">
            <a:extLst xmlns:a="http://schemas.openxmlformats.org/drawingml/2006/main">
              <a:ext uri="{FF2B5EF4-FFF2-40B4-BE49-F238E27FC236}">
                <a16:creationId xmlns:a16="http://schemas.microsoft.com/office/drawing/2014/main" id="{93CDB7E3-9399-4769-AF79-DC5E495FB72E}"/>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98AF2"/>
          </a:solidFill>
          <a:ln xmlns:a="http://schemas.openxmlformats.org/drawingml/2006/main" w="12700">
            <a:solidFill>
              <a:srgbClr val="06111F"/>
            </a:solidFill>
          </a:ln>
        </p:spPr>
      </p:sp>
      <p:sp>
        <p:nvSpPr>
          <p:cNvPr id="34" name="capability_v1_s20_o32">
            <a:extLst xmlns:a="http://schemas.openxmlformats.org/drawingml/2006/main">
              <a:ext uri="{FF2B5EF4-FFF2-40B4-BE49-F238E27FC236}">
                <a16:creationId xmlns:a16="http://schemas.microsoft.com/office/drawing/2014/main" id="{7FE861EF-D4B0-432B-A0DD-9C221A0B0CCE}"/>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1_s20_o33">
            <a:extLst xmlns:a="http://schemas.openxmlformats.org/drawingml/2006/main">
              <a:ext uri="{FF2B5EF4-FFF2-40B4-BE49-F238E27FC236}">
                <a16:creationId xmlns:a16="http://schemas.microsoft.com/office/drawing/2014/main" id="{177B6DDC-D9FB-4E36-ABCD-89012FF8AB71}"/>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98AF2"/>
            </a:solidFill>
          </a:ln>
        </p:spPr>
      </p:sp>
      <p:sp>
        <p:nvSpPr>
          <p:cNvPr id="36" name="capability_v1_s20_o34">
            <a:extLst xmlns:a="http://schemas.openxmlformats.org/drawingml/2006/main">
              <a:ext uri="{FF2B5EF4-FFF2-40B4-BE49-F238E27FC236}">
                <a16:creationId xmlns:a16="http://schemas.microsoft.com/office/drawing/2014/main" id="{B8886936-BCBC-4C1A-8928-A1195A8588B3}"/>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37" name="capability_v1_s20_o35">
            <a:extLst xmlns:a="http://schemas.openxmlformats.org/drawingml/2006/main">
              <a:ext uri="{FF2B5EF4-FFF2-40B4-BE49-F238E27FC236}">
                <a16:creationId xmlns:a16="http://schemas.microsoft.com/office/drawing/2014/main" id="{C8D9BC90-9F60-4BA0-AAF3-B9709BC8E311}"/>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8" name="capability_v1_s20_o36">
            <a:extLst xmlns:a="http://schemas.openxmlformats.org/drawingml/2006/main">
              <a:ext uri="{FF2B5EF4-FFF2-40B4-BE49-F238E27FC236}">
                <a16:creationId xmlns:a16="http://schemas.microsoft.com/office/drawing/2014/main" id="{9AA19196-6AFC-4B74-8559-955365DCB6CD}"/>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9" name="capability_v1_s20_o37">
            <a:extLst xmlns:a="http://schemas.openxmlformats.org/drawingml/2006/main">
              <a:ext uri="{FF2B5EF4-FFF2-40B4-BE49-F238E27FC236}">
                <a16:creationId xmlns:a16="http://schemas.microsoft.com/office/drawing/2014/main" id="{66C64D1B-DE5A-48FF-85AF-9899BC420E59}"/>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dungeon generation seed contract</a:t>
            </a:r>
          </a:p>
        </p:txBody>
      </p:sp>
      <p:sp>
        <p:nvSpPr>
          <p:cNvPr id="40" name="capability_v1_s20_o38">
            <a:extLst xmlns:a="http://schemas.openxmlformats.org/drawingml/2006/main">
              <a:ext uri="{FF2B5EF4-FFF2-40B4-BE49-F238E27FC236}">
                <a16:creationId xmlns:a16="http://schemas.microsoft.com/office/drawing/2014/main" id="{8123EB60-5321-4FEA-9781-5F56CC3BEFF5}"/>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schema identities; required fields and digests in notes</a:t>
            </a:r>
          </a:p>
        </p:txBody>
      </p:sp>
      <p:sp>
        <p:nvSpPr>
          <p:cNvPr id="41" name="capability_v1_s20_o39">
            <a:extLst xmlns:a="http://schemas.openxmlformats.org/drawingml/2006/main">
              <a:ext uri="{FF2B5EF4-FFF2-40B4-BE49-F238E27FC236}">
                <a16:creationId xmlns:a16="http://schemas.microsoft.com/office/drawing/2014/main" id="{71959A18-6899-4C6C-ABED-4EC2C9138CC8}"/>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97952519"/>
      </p:ext>
    </p:extLst>
  </p:cSld>
</p:sld>
</file>

<file path=ppt/slides/slide2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21_o1">
            <a:extLst xmlns:a="http://schemas.openxmlformats.org/drawingml/2006/main">
              <a:ext uri="{FF2B5EF4-FFF2-40B4-BE49-F238E27FC236}">
                <a16:creationId xmlns:a16="http://schemas.microsoft.com/office/drawing/2014/main" id="{775525B5-BFEF-4502-BA8C-3B703CA719F8}"/>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Contract field semantics</a:t>
            </a:r>
          </a:p>
        </p:txBody>
      </p:sp>
      <p:sp>
        <p:nvSpPr>
          <p:cNvPr id="2" name="capability_v1_s21_o2">
            <a:extLst xmlns:a="http://schemas.openxmlformats.org/drawingml/2006/main">
              <a:ext uri="{FF2B5EF4-FFF2-40B4-BE49-F238E27FC236}">
                <a16:creationId xmlns:a16="http://schemas.microsoft.com/office/drawing/2014/main" id="{DF249F56-60C2-46C5-88D1-D9A94EB0BFC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dungeon-board-state-contract.v1 / extra fields: false</a:t>
            </a:r>
          </a:p>
        </p:txBody>
      </p:sp>
      <p:sp>
        <p:nvSpPr>
          <p:cNvPr id="3" name="capability_v1_s21_o3">
            <a:extLst xmlns:a="http://schemas.openxmlformats.org/drawingml/2006/main">
              <a:ext uri="{FF2B5EF4-FFF2-40B4-BE49-F238E27FC236}">
                <a16:creationId xmlns:a16="http://schemas.microsoft.com/office/drawing/2014/main" id="{EB0E8705-5E83-485A-B8DD-69D4EC6D4A41}"/>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21</a:t>
            </a:r>
          </a:p>
        </p:txBody>
      </p:sp>
      <p:sp>
        <p:nvSpPr>
          <p:cNvPr id="4" name="capability_v1_s21_o4">
            <a:extLst xmlns:a="http://schemas.openxmlformats.org/drawingml/2006/main">
              <a:ext uri="{FF2B5EF4-FFF2-40B4-BE49-F238E27FC236}">
                <a16:creationId xmlns:a16="http://schemas.microsoft.com/office/drawing/2014/main" id="{AFBDBBA3-7743-4D7D-A5FC-B01097779E15}"/>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$/contractId</a:t>
            </a:r>
          </a:p>
        </p:txBody>
      </p:sp>
      <p:sp>
        <p:nvSpPr>
          <p:cNvPr id="5" name="capability_v1_s21_o5">
            <a:extLst xmlns:a="http://schemas.openxmlformats.org/drawingml/2006/main">
              <a:ext uri="{FF2B5EF4-FFF2-40B4-BE49-F238E27FC236}">
                <a16:creationId xmlns:a16="http://schemas.microsoft.com/office/drawing/2014/main" id="{08C7B376-3062-4495-85C8-C3EFE0ED7F33}"/>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21_o6">
            <a:extLst xmlns:a="http://schemas.openxmlformats.org/drawingml/2006/main">
              <a:ext uri="{FF2B5EF4-FFF2-40B4-BE49-F238E27FC236}">
                <a16:creationId xmlns:a16="http://schemas.microsoft.com/office/drawing/2014/main" id="{CFA9662D-0F14-407D-8992-55132840F923}"/>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type unconstrained; required</a:t>
            </a:r>
          </a:p>
        </p:txBody>
      </p:sp>
      <p:sp>
        <p:nvSpPr>
          <p:cNvPr id="7" name="capability_v1_s21_o7">
            <a:extLst xmlns:a="http://schemas.openxmlformats.org/drawingml/2006/main">
              <a:ext uri="{FF2B5EF4-FFF2-40B4-BE49-F238E27FC236}">
                <a16:creationId xmlns:a16="http://schemas.microsoft.com/office/drawing/2014/main" id="{8E8B7B93-4D23-4014-8FF6-97A9ED42BC71}"/>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$/status</a:t>
            </a:r>
          </a:p>
        </p:txBody>
      </p:sp>
      <p:sp>
        <p:nvSpPr>
          <p:cNvPr id="8" name="capability_v1_s21_o8">
            <a:extLst xmlns:a="http://schemas.openxmlformats.org/drawingml/2006/main">
              <a:ext uri="{FF2B5EF4-FFF2-40B4-BE49-F238E27FC236}">
                <a16:creationId xmlns:a16="http://schemas.microsoft.com/office/drawing/2014/main" id="{8BDAFBF6-D65A-4890-8936-442D6C81422C}"/>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9" name="capability_v1_s21_o9">
            <a:extLst xmlns:a="http://schemas.openxmlformats.org/drawingml/2006/main">
              <a:ext uri="{FF2B5EF4-FFF2-40B4-BE49-F238E27FC236}">
                <a16:creationId xmlns:a16="http://schemas.microsoft.com/office/drawing/2014/main" id="{A2569655-64AE-4F86-9A2F-1267AB071431}"/>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type unconstrained; required</a:t>
            </a:r>
          </a:p>
        </p:txBody>
      </p:sp>
      <p:sp>
        <p:nvSpPr>
          <p:cNvPr id="10" name="capability_v1_s21_o10">
            <a:extLst xmlns:a="http://schemas.openxmlformats.org/drawingml/2006/main">
              <a:ext uri="{FF2B5EF4-FFF2-40B4-BE49-F238E27FC236}">
                <a16:creationId xmlns:a16="http://schemas.microsoft.com/office/drawing/2014/main" id="{69F38ED3-07C1-44CD-97B2-90B6157FF098}"/>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$/seed</a:t>
            </a:r>
          </a:p>
        </p:txBody>
      </p:sp>
      <p:sp>
        <p:nvSpPr>
          <p:cNvPr id="11" name="capability_v1_s21_o11">
            <a:extLst xmlns:a="http://schemas.openxmlformats.org/drawingml/2006/main">
              <a:ext uri="{FF2B5EF4-FFF2-40B4-BE49-F238E27FC236}">
                <a16:creationId xmlns:a16="http://schemas.microsoft.com/office/drawing/2014/main" id="{278FBE77-DD62-4FD5-A2EC-C8C1BE647E28}"/>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12" name="capability_v1_s21_o12">
            <a:extLst xmlns:a="http://schemas.openxmlformats.org/drawingml/2006/main">
              <a:ext uri="{FF2B5EF4-FFF2-40B4-BE49-F238E27FC236}">
                <a16:creationId xmlns:a16="http://schemas.microsoft.com/office/drawing/2014/main" id="{29C419F2-FD3D-47BE-9AB2-17B7A2DB6332}"/>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integer; required</a:t>
            </a:r>
          </a:p>
        </p:txBody>
      </p:sp>
      <p:sp>
        <p:nvSpPr>
          <p:cNvPr id="13" name="capability_v1_s21_o13">
            <a:extLst xmlns:a="http://schemas.openxmlformats.org/drawingml/2006/main">
              <a:ext uri="{FF2B5EF4-FFF2-40B4-BE49-F238E27FC236}">
                <a16:creationId xmlns:a16="http://schemas.microsoft.com/office/drawing/2014/main" id="{A4D1E4C7-DAB8-4927-A6EA-2DC023A86BC2}"/>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739509778"/>
      </p:ext>
    </p:extLst>
  </p:cSld>
</p:sld>
</file>

<file path=ppt/slides/slide2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22_o1">
            <a:extLst xmlns:a="http://schemas.openxmlformats.org/drawingml/2006/main">
              <a:ext uri="{FF2B5EF4-FFF2-40B4-BE49-F238E27FC236}">
                <a16:creationId xmlns:a16="http://schemas.microsoft.com/office/drawing/2014/main" id="{0AF401BC-0EBA-435B-BFA4-13F3D6014D87}"/>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Contract field semantics</a:t>
            </a:r>
          </a:p>
        </p:txBody>
      </p:sp>
      <p:sp>
        <p:nvSpPr>
          <p:cNvPr id="2" name="capability_v1_s22_o2">
            <a:extLst xmlns:a="http://schemas.openxmlformats.org/drawingml/2006/main">
              <a:ext uri="{FF2B5EF4-FFF2-40B4-BE49-F238E27FC236}">
                <a16:creationId xmlns:a16="http://schemas.microsoft.com/office/drawing/2014/main" id="{E1C12D4A-17F1-4404-85F5-06F5201B404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dungeon-board-state-contract.v1 / extra fields: false</a:t>
            </a:r>
          </a:p>
        </p:txBody>
      </p:sp>
      <p:sp>
        <p:nvSpPr>
          <p:cNvPr id="3" name="capability_v1_s22_o3">
            <a:extLst xmlns:a="http://schemas.openxmlformats.org/drawingml/2006/main">
              <a:ext uri="{FF2B5EF4-FFF2-40B4-BE49-F238E27FC236}">
                <a16:creationId xmlns:a16="http://schemas.microsoft.com/office/drawing/2014/main" id="{62C39A02-7222-4AFA-BCBB-A2F9C11EC7C2}"/>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22</a:t>
            </a:r>
          </a:p>
        </p:txBody>
      </p:sp>
      <p:sp>
        <p:nvSpPr>
          <p:cNvPr id="4" name="capability_v1_s22_o4">
            <a:extLst xmlns:a="http://schemas.openxmlformats.org/drawingml/2006/main">
              <a:ext uri="{FF2B5EF4-FFF2-40B4-BE49-F238E27FC236}">
                <a16:creationId xmlns:a16="http://schemas.microsoft.com/office/drawing/2014/main" id="{B0647346-4867-48DB-AF83-DD83A8BB3CAE}"/>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$/width</a:t>
            </a:r>
          </a:p>
        </p:txBody>
      </p:sp>
      <p:sp>
        <p:nvSpPr>
          <p:cNvPr id="5" name="capability_v1_s22_o5">
            <a:extLst xmlns:a="http://schemas.openxmlformats.org/drawingml/2006/main">
              <a:ext uri="{FF2B5EF4-FFF2-40B4-BE49-F238E27FC236}">
                <a16:creationId xmlns:a16="http://schemas.microsoft.com/office/drawing/2014/main" id="{2A992422-43B4-4688-AA46-D08C718B5873}"/>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22_o6">
            <a:extLst xmlns:a="http://schemas.openxmlformats.org/drawingml/2006/main">
              <a:ext uri="{FF2B5EF4-FFF2-40B4-BE49-F238E27FC236}">
                <a16:creationId xmlns:a16="http://schemas.microsoft.com/office/drawing/2014/main" id="{7302F202-7C96-4B3D-B2AB-F60CFEAA143B}"/>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type unconstrained; required</a:t>
            </a:r>
          </a:p>
        </p:txBody>
      </p:sp>
      <p:sp>
        <p:nvSpPr>
          <p:cNvPr id="7" name="capability_v1_s22_o7">
            <a:extLst xmlns:a="http://schemas.openxmlformats.org/drawingml/2006/main">
              <a:ext uri="{FF2B5EF4-FFF2-40B4-BE49-F238E27FC236}">
                <a16:creationId xmlns:a16="http://schemas.microsoft.com/office/drawing/2014/main" id="{C6D35AE7-3713-41C8-8338-20FF6EDDADD0}"/>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$/height</a:t>
            </a:r>
          </a:p>
        </p:txBody>
      </p:sp>
      <p:sp>
        <p:nvSpPr>
          <p:cNvPr id="8" name="capability_v1_s22_o8">
            <a:extLst xmlns:a="http://schemas.openxmlformats.org/drawingml/2006/main">
              <a:ext uri="{FF2B5EF4-FFF2-40B4-BE49-F238E27FC236}">
                <a16:creationId xmlns:a16="http://schemas.microsoft.com/office/drawing/2014/main" id="{13D8E51D-17C5-4232-AC05-46DB4B3860CC}"/>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9" name="capability_v1_s22_o9">
            <a:extLst xmlns:a="http://schemas.openxmlformats.org/drawingml/2006/main">
              <a:ext uri="{FF2B5EF4-FFF2-40B4-BE49-F238E27FC236}">
                <a16:creationId xmlns:a16="http://schemas.microsoft.com/office/drawing/2014/main" id="{9F20C9BE-202A-4E4A-81F7-14FBE9DDCC70}"/>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type unconstrained; required</a:t>
            </a:r>
          </a:p>
        </p:txBody>
      </p:sp>
      <p:sp>
        <p:nvSpPr>
          <p:cNvPr id="10" name="capability_v1_s22_o10">
            <a:extLst xmlns:a="http://schemas.openxmlformats.org/drawingml/2006/main">
              <a:ext uri="{FF2B5EF4-FFF2-40B4-BE49-F238E27FC236}">
                <a16:creationId xmlns:a16="http://schemas.microsoft.com/office/drawing/2014/main" id="{5D584248-806B-428A-A96C-1DB44832A85E}"/>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$/rows</a:t>
            </a:r>
          </a:p>
        </p:txBody>
      </p:sp>
      <p:sp>
        <p:nvSpPr>
          <p:cNvPr id="11" name="capability_v1_s22_o11">
            <a:extLst xmlns:a="http://schemas.openxmlformats.org/drawingml/2006/main">
              <a:ext uri="{FF2B5EF4-FFF2-40B4-BE49-F238E27FC236}">
                <a16:creationId xmlns:a16="http://schemas.microsoft.com/office/drawing/2014/main" id="{0EF88AB6-32AB-433F-9D8C-D9B3B25DD3CF}"/>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12" name="capability_v1_s22_o12">
            <a:extLst xmlns:a="http://schemas.openxmlformats.org/drawingml/2006/main">
              <a:ext uri="{FF2B5EF4-FFF2-40B4-BE49-F238E27FC236}">
                <a16:creationId xmlns:a16="http://schemas.microsoft.com/office/drawing/2014/main" id="{19AC081C-6228-4D30-9C41-CF5DBE07D295}"/>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array; required</a:t>
            </a:r>
          </a:p>
        </p:txBody>
      </p:sp>
      <p:sp>
        <p:nvSpPr>
          <p:cNvPr id="13" name="capability_v1_s22_o13">
            <a:extLst xmlns:a="http://schemas.openxmlformats.org/drawingml/2006/main">
              <a:ext uri="{FF2B5EF4-FFF2-40B4-BE49-F238E27FC236}">
                <a16:creationId xmlns:a16="http://schemas.microsoft.com/office/drawing/2014/main" id="{3C4E0F69-7003-49F7-9A36-150C946D0489}"/>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522217072"/>
      </p:ext>
    </p:extLst>
  </p:cSld>
</p:sld>
</file>

<file path=ppt/slides/slide2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23_o1">
            <a:extLst xmlns:a="http://schemas.openxmlformats.org/drawingml/2006/main">
              <a:ext uri="{FF2B5EF4-FFF2-40B4-BE49-F238E27FC236}">
                <a16:creationId xmlns:a16="http://schemas.microsoft.com/office/drawing/2014/main" id="{D867BAA6-4788-487B-87AB-019E1FBCE750}"/>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Contract field semantics</a:t>
            </a:r>
          </a:p>
        </p:txBody>
      </p:sp>
      <p:sp>
        <p:nvSpPr>
          <p:cNvPr id="2" name="capability_v1_s23_o2">
            <a:extLst xmlns:a="http://schemas.openxmlformats.org/drawingml/2006/main">
              <a:ext uri="{FF2B5EF4-FFF2-40B4-BE49-F238E27FC236}">
                <a16:creationId xmlns:a16="http://schemas.microsoft.com/office/drawing/2014/main" id="{89E870A0-354C-4D95-9027-78539C00CC7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dungeon-board-state-contract.v1 / extra fields: false</a:t>
            </a:r>
          </a:p>
        </p:txBody>
      </p:sp>
      <p:sp>
        <p:nvSpPr>
          <p:cNvPr id="3" name="capability_v1_s23_o3">
            <a:extLst xmlns:a="http://schemas.openxmlformats.org/drawingml/2006/main">
              <a:ext uri="{FF2B5EF4-FFF2-40B4-BE49-F238E27FC236}">
                <a16:creationId xmlns:a16="http://schemas.microsoft.com/office/drawing/2014/main" id="{7D25EFE2-A11F-4000-85CA-838B22AD4499}"/>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23</a:t>
            </a:r>
          </a:p>
        </p:txBody>
      </p:sp>
      <p:sp>
        <p:nvSpPr>
          <p:cNvPr id="4" name="capability_v1_s23_o4">
            <a:extLst xmlns:a="http://schemas.openxmlformats.org/drawingml/2006/main">
              <a:ext uri="{FF2B5EF4-FFF2-40B4-BE49-F238E27FC236}">
                <a16:creationId xmlns:a16="http://schemas.microsoft.com/office/drawing/2014/main" id="{7AFFCFFA-E7A0-4F5E-93C6-08A71ACF940E}"/>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A98AF2"/>
                </a:solidFill>
                <a:latin typeface="Arial"/>
                <a:ea typeface="Arial"/>
                <a:cs typeface="Arial"/>
              </a:defRPr>
            </a:defPPr>
          </a:lstStyle>
          <a:p xmlns:a="http://schemas.openxmlformats.org/drawingml/2006/main">
            <a:pPr algn="l">
              <a:lnSpc>
                <a:spcPct val="108000"/>
              </a:lnSpc>
              <a:buNone/>
              <a:defRPr sz="1400" b="1">
                <a:solidFill>
                  <a:srgbClr val="A98AF2"/>
                </a:solidFill>
                <a:latin typeface="Arial"/>
                <a:ea typeface="Arial"/>
                <a:cs typeface="Arial"/>
              </a:defRPr>
            </a:pPr>
            <a:r>
              <a:rPr sz="1400" b="1">
                <a:solidFill>
                  <a:srgbClr val="A98AF2"/>
                </a:solidFill>
                <a:latin typeface="Arial"/>
                <a:ea typeface="Arial"/>
                <a:cs typeface="Arial"/>
              </a:rPr>
              <a:t>$/rows/*</a:t>
            </a:r>
          </a:p>
        </p:txBody>
      </p:sp>
      <p:sp>
        <p:nvSpPr>
          <p:cNvPr id="5" name="capability_v1_s23_o5">
            <a:extLst xmlns:a="http://schemas.openxmlformats.org/drawingml/2006/main">
              <a:ext uri="{FF2B5EF4-FFF2-40B4-BE49-F238E27FC236}">
                <a16:creationId xmlns:a16="http://schemas.microsoft.com/office/drawing/2014/main" id="{86D72FC7-E56D-4D42-BF49-33D03DE0F1F6}"/>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A98AF2"/>
            </a:solidFill>
            <a:prstDash val="solid"/>
          </a:ln>
        </p:spPr>
      </p:sp>
      <p:sp>
        <p:nvSpPr>
          <p:cNvPr id="6" name="capability_v1_s23_o6">
            <a:extLst xmlns:a="http://schemas.openxmlformats.org/drawingml/2006/main">
              <a:ext uri="{FF2B5EF4-FFF2-40B4-BE49-F238E27FC236}">
                <a16:creationId xmlns:a16="http://schemas.microsoft.com/office/drawing/2014/main" id="{CA404472-508E-409D-8AAB-887A050A38EE}"/>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string; optional</a:t>
            </a:r>
          </a:p>
        </p:txBody>
      </p:sp>
      <p:sp>
        <p:nvSpPr>
          <p:cNvPr id="7" name="capability_v1_s23_o7">
            <a:extLst xmlns:a="http://schemas.openxmlformats.org/drawingml/2006/main">
              <a:ext uri="{FF2B5EF4-FFF2-40B4-BE49-F238E27FC236}">
                <a16:creationId xmlns:a16="http://schemas.microsoft.com/office/drawing/2014/main" id="{EA14D5F9-75F7-41DE-9C96-13CE9E5F53F9}"/>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$/roomCount</a:t>
            </a:r>
          </a:p>
        </p:txBody>
      </p:sp>
      <p:sp>
        <p:nvSpPr>
          <p:cNvPr id="8" name="capability_v1_s23_o8">
            <a:extLst xmlns:a="http://schemas.openxmlformats.org/drawingml/2006/main">
              <a:ext uri="{FF2B5EF4-FFF2-40B4-BE49-F238E27FC236}">
                <a16:creationId xmlns:a16="http://schemas.microsoft.com/office/drawing/2014/main" id="{AF34C8A9-3CF4-4ADA-AE0B-8F9C123C6741}"/>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9" name="capability_v1_s23_o9">
            <a:extLst xmlns:a="http://schemas.openxmlformats.org/drawingml/2006/main">
              <a:ext uri="{FF2B5EF4-FFF2-40B4-BE49-F238E27FC236}">
                <a16:creationId xmlns:a16="http://schemas.microsoft.com/office/drawing/2014/main" id="{5B2A09C1-8A16-4AD9-8FED-23AF39B85E5E}"/>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integer; required</a:t>
            </a:r>
          </a:p>
        </p:txBody>
      </p:sp>
      <p:sp>
        <p:nvSpPr>
          <p:cNvPr id="10" name="capability_v1_s23_o10">
            <a:extLst xmlns:a="http://schemas.openxmlformats.org/drawingml/2006/main">
              <a:ext uri="{FF2B5EF4-FFF2-40B4-BE49-F238E27FC236}">
                <a16:creationId xmlns:a16="http://schemas.microsoft.com/office/drawing/2014/main" id="{F5E7100F-F359-42D0-926A-240C56680DCF}"/>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$/player</a:t>
            </a:r>
          </a:p>
        </p:txBody>
      </p:sp>
      <p:sp>
        <p:nvSpPr>
          <p:cNvPr id="11" name="capability_v1_s23_o11">
            <a:extLst xmlns:a="http://schemas.openxmlformats.org/drawingml/2006/main">
              <a:ext uri="{FF2B5EF4-FFF2-40B4-BE49-F238E27FC236}">
                <a16:creationId xmlns:a16="http://schemas.microsoft.com/office/drawing/2014/main" id="{8E88A3D1-E993-4502-A98C-E82A72E0A542}"/>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12" name="capability_v1_s23_o12">
            <a:extLst xmlns:a="http://schemas.openxmlformats.org/drawingml/2006/main">
              <a:ext uri="{FF2B5EF4-FFF2-40B4-BE49-F238E27FC236}">
                <a16:creationId xmlns:a16="http://schemas.microsoft.com/office/drawing/2014/main" id="{DE541781-C1CB-471C-8407-E303BECA3C44}"/>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object; required; additionalProperties: false</a:t>
            </a:r>
          </a:p>
        </p:txBody>
      </p:sp>
      <p:sp>
        <p:nvSpPr>
          <p:cNvPr id="13" name="capability_v1_s23_o13">
            <a:extLst xmlns:a="http://schemas.openxmlformats.org/drawingml/2006/main">
              <a:ext uri="{FF2B5EF4-FFF2-40B4-BE49-F238E27FC236}">
                <a16:creationId xmlns:a16="http://schemas.microsoft.com/office/drawing/2014/main" id="{BB57A2EB-E27F-488B-99E6-5CC95E1D9213}"/>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575759678"/>
      </p:ext>
    </p:extLst>
  </p:cSld>
</p:sld>
</file>

<file path=ppt/slides/slide2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24_o1">
            <a:extLst xmlns:a="http://schemas.openxmlformats.org/drawingml/2006/main">
              <a:ext uri="{FF2B5EF4-FFF2-40B4-BE49-F238E27FC236}">
                <a16:creationId xmlns:a16="http://schemas.microsoft.com/office/drawing/2014/main" id="{DEAA8D9D-8ECD-4A1F-AAD1-DEC177FC0EAE}"/>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Contract field semantics</a:t>
            </a:r>
          </a:p>
        </p:txBody>
      </p:sp>
      <p:sp>
        <p:nvSpPr>
          <p:cNvPr id="2" name="capability_v1_s24_o2">
            <a:extLst xmlns:a="http://schemas.openxmlformats.org/drawingml/2006/main">
              <a:ext uri="{FF2B5EF4-FFF2-40B4-BE49-F238E27FC236}">
                <a16:creationId xmlns:a16="http://schemas.microsoft.com/office/drawing/2014/main" id="{7C6A5B35-F0B9-4816-89A7-B0A95D31627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dungeon-board-state-contract.v1 / extra fields: false</a:t>
            </a:r>
          </a:p>
        </p:txBody>
      </p:sp>
      <p:sp>
        <p:nvSpPr>
          <p:cNvPr id="3" name="capability_v1_s24_o3">
            <a:extLst xmlns:a="http://schemas.openxmlformats.org/drawingml/2006/main">
              <a:ext uri="{FF2B5EF4-FFF2-40B4-BE49-F238E27FC236}">
                <a16:creationId xmlns:a16="http://schemas.microsoft.com/office/drawing/2014/main" id="{2493E05D-8130-4C73-A054-6A9E4E32935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24</a:t>
            </a:r>
          </a:p>
        </p:txBody>
      </p:sp>
      <p:sp>
        <p:nvSpPr>
          <p:cNvPr id="4" name="capability_v1_s24_o4">
            <a:extLst xmlns:a="http://schemas.openxmlformats.org/drawingml/2006/main">
              <a:ext uri="{FF2B5EF4-FFF2-40B4-BE49-F238E27FC236}">
                <a16:creationId xmlns:a16="http://schemas.microsoft.com/office/drawing/2014/main" id="{30F18E24-5ECB-4BAD-9D47-5EFAD22DD4FF}"/>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$/player/x</a:t>
            </a:r>
          </a:p>
        </p:txBody>
      </p:sp>
      <p:sp>
        <p:nvSpPr>
          <p:cNvPr id="5" name="capability_v1_s24_o5">
            <a:extLst xmlns:a="http://schemas.openxmlformats.org/drawingml/2006/main">
              <a:ext uri="{FF2B5EF4-FFF2-40B4-BE49-F238E27FC236}">
                <a16:creationId xmlns:a16="http://schemas.microsoft.com/office/drawing/2014/main" id="{6A04D0AD-41E4-4AEF-AD83-24003316AE3D}"/>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24_o6">
            <a:extLst xmlns:a="http://schemas.openxmlformats.org/drawingml/2006/main">
              <a:ext uri="{FF2B5EF4-FFF2-40B4-BE49-F238E27FC236}">
                <a16:creationId xmlns:a16="http://schemas.microsoft.com/office/drawing/2014/main" id="{CF5C1BB7-7553-4BEA-AEE8-EE906E602F3D}"/>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integer; required</a:t>
            </a:r>
          </a:p>
        </p:txBody>
      </p:sp>
      <p:sp>
        <p:nvSpPr>
          <p:cNvPr id="7" name="capability_v1_s24_o7">
            <a:extLst xmlns:a="http://schemas.openxmlformats.org/drawingml/2006/main">
              <a:ext uri="{FF2B5EF4-FFF2-40B4-BE49-F238E27FC236}">
                <a16:creationId xmlns:a16="http://schemas.microsoft.com/office/drawing/2014/main" id="{DE9F778C-AD3E-459B-8D08-217C8E16A02C}"/>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$/player/y</a:t>
            </a:r>
          </a:p>
        </p:txBody>
      </p:sp>
      <p:sp>
        <p:nvSpPr>
          <p:cNvPr id="8" name="capability_v1_s24_o8">
            <a:extLst xmlns:a="http://schemas.openxmlformats.org/drawingml/2006/main">
              <a:ext uri="{FF2B5EF4-FFF2-40B4-BE49-F238E27FC236}">
                <a16:creationId xmlns:a16="http://schemas.microsoft.com/office/drawing/2014/main" id="{010059D0-BD6D-41CF-96D8-961076D4D903}"/>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9" name="capability_v1_s24_o9">
            <a:extLst xmlns:a="http://schemas.openxmlformats.org/drawingml/2006/main">
              <a:ext uri="{FF2B5EF4-FFF2-40B4-BE49-F238E27FC236}">
                <a16:creationId xmlns:a16="http://schemas.microsoft.com/office/drawing/2014/main" id="{91A679BB-44E0-4C70-8551-4F6593BC12B7}"/>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integer; required</a:t>
            </a:r>
          </a:p>
        </p:txBody>
      </p:sp>
      <p:sp>
        <p:nvSpPr>
          <p:cNvPr id="10" name="capability_v1_s24_o10">
            <a:extLst xmlns:a="http://schemas.openxmlformats.org/drawingml/2006/main">
              <a:ext uri="{FF2B5EF4-FFF2-40B4-BE49-F238E27FC236}">
                <a16:creationId xmlns:a16="http://schemas.microsoft.com/office/drawing/2014/main" id="{AB066396-2B88-458F-B6B2-B0C51DC4F592}"/>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$/spawns</a:t>
            </a:r>
          </a:p>
        </p:txBody>
      </p:sp>
      <p:sp>
        <p:nvSpPr>
          <p:cNvPr id="11" name="capability_v1_s24_o11">
            <a:extLst xmlns:a="http://schemas.openxmlformats.org/drawingml/2006/main">
              <a:ext uri="{FF2B5EF4-FFF2-40B4-BE49-F238E27FC236}">
                <a16:creationId xmlns:a16="http://schemas.microsoft.com/office/drawing/2014/main" id="{7101B83D-4F91-41A0-A596-E2DE9B1EAF61}"/>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12" name="capability_v1_s24_o12">
            <a:extLst xmlns:a="http://schemas.openxmlformats.org/drawingml/2006/main">
              <a:ext uri="{FF2B5EF4-FFF2-40B4-BE49-F238E27FC236}">
                <a16:creationId xmlns:a16="http://schemas.microsoft.com/office/drawing/2014/main" id="{EF8391BD-2170-4F01-B1FB-99B024542A41}"/>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array; required</a:t>
            </a:r>
          </a:p>
        </p:txBody>
      </p:sp>
      <p:sp>
        <p:nvSpPr>
          <p:cNvPr id="13" name="capability_v1_s24_o13">
            <a:extLst xmlns:a="http://schemas.openxmlformats.org/drawingml/2006/main">
              <a:ext uri="{FF2B5EF4-FFF2-40B4-BE49-F238E27FC236}">
                <a16:creationId xmlns:a16="http://schemas.microsoft.com/office/drawing/2014/main" id="{1A34DCB7-3735-4E2A-A5AA-A736E56B8D0C}"/>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665788606"/>
      </p:ext>
    </p:extLst>
  </p:cSld>
</p:sld>
</file>

<file path=ppt/slides/slide2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25_o1">
            <a:extLst xmlns:a="http://schemas.openxmlformats.org/drawingml/2006/main">
              <a:ext uri="{FF2B5EF4-FFF2-40B4-BE49-F238E27FC236}">
                <a16:creationId xmlns:a16="http://schemas.microsoft.com/office/drawing/2014/main" id="{2D68696E-2368-4E90-9913-EBF185A1C3B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Contract field semantics</a:t>
            </a:r>
          </a:p>
        </p:txBody>
      </p:sp>
      <p:sp>
        <p:nvSpPr>
          <p:cNvPr id="2" name="capability_v1_s25_o2">
            <a:extLst xmlns:a="http://schemas.openxmlformats.org/drawingml/2006/main">
              <a:ext uri="{FF2B5EF4-FFF2-40B4-BE49-F238E27FC236}">
                <a16:creationId xmlns:a16="http://schemas.microsoft.com/office/drawing/2014/main" id="{F7F50810-E532-41B7-A009-2B27DC882072}"/>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dungeon-board-state-contract.v1 / extra fields: false</a:t>
            </a:r>
          </a:p>
        </p:txBody>
      </p:sp>
      <p:sp>
        <p:nvSpPr>
          <p:cNvPr id="3" name="capability_v1_s25_o3">
            <a:extLst xmlns:a="http://schemas.openxmlformats.org/drawingml/2006/main">
              <a:ext uri="{FF2B5EF4-FFF2-40B4-BE49-F238E27FC236}">
                <a16:creationId xmlns:a16="http://schemas.microsoft.com/office/drawing/2014/main" id="{91211214-F80C-4527-9AA9-F2CF514CBE8F}"/>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25</a:t>
            </a:r>
          </a:p>
        </p:txBody>
      </p:sp>
      <p:sp>
        <p:nvSpPr>
          <p:cNvPr id="4" name="capability_v1_s25_o4">
            <a:extLst xmlns:a="http://schemas.openxmlformats.org/drawingml/2006/main">
              <a:ext uri="{FF2B5EF4-FFF2-40B4-BE49-F238E27FC236}">
                <a16:creationId xmlns:a16="http://schemas.microsoft.com/office/drawing/2014/main" id="{727FF9CF-17AB-4D47-B9B7-6A8CA55CCA90}"/>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A98AF2"/>
                </a:solidFill>
                <a:latin typeface="Arial"/>
                <a:ea typeface="Arial"/>
                <a:cs typeface="Arial"/>
              </a:defRPr>
            </a:defPPr>
          </a:lstStyle>
          <a:p xmlns:a="http://schemas.openxmlformats.org/drawingml/2006/main">
            <a:pPr algn="l">
              <a:lnSpc>
                <a:spcPct val="108000"/>
              </a:lnSpc>
              <a:buNone/>
              <a:defRPr sz="1400" b="1">
                <a:solidFill>
                  <a:srgbClr val="A98AF2"/>
                </a:solidFill>
                <a:latin typeface="Arial"/>
                <a:ea typeface="Arial"/>
                <a:cs typeface="Arial"/>
              </a:defRPr>
            </a:pPr>
            <a:r>
              <a:rPr sz="1400" b="1">
                <a:solidFill>
                  <a:srgbClr val="A98AF2"/>
                </a:solidFill>
                <a:latin typeface="Arial"/>
                <a:ea typeface="Arial"/>
                <a:cs typeface="Arial"/>
              </a:rPr>
              <a:t>$/spawns/*</a:t>
            </a:r>
          </a:p>
        </p:txBody>
      </p:sp>
      <p:sp>
        <p:nvSpPr>
          <p:cNvPr id="5" name="capability_v1_s25_o5">
            <a:extLst xmlns:a="http://schemas.openxmlformats.org/drawingml/2006/main">
              <a:ext uri="{FF2B5EF4-FFF2-40B4-BE49-F238E27FC236}">
                <a16:creationId xmlns:a16="http://schemas.microsoft.com/office/drawing/2014/main" id="{F0D3E9EB-FFA4-462F-86A8-0C88F7987164}"/>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A98AF2"/>
            </a:solidFill>
            <a:prstDash val="solid"/>
          </a:ln>
        </p:spPr>
      </p:sp>
      <p:sp>
        <p:nvSpPr>
          <p:cNvPr id="6" name="capability_v1_s25_o6">
            <a:extLst xmlns:a="http://schemas.openxmlformats.org/drawingml/2006/main">
              <a:ext uri="{FF2B5EF4-FFF2-40B4-BE49-F238E27FC236}">
                <a16:creationId xmlns:a16="http://schemas.microsoft.com/office/drawing/2014/main" id="{482A303E-8381-40D4-BD08-03AE8C2EFBAE}"/>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object; optional; additionalProperties: false</a:t>
            </a:r>
          </a:p>
        </p:txBody>
      </p:sp>
      <p:sp>
        <p:nvSpPr>
          <p:cNvPr id="7" name="capability_v1_s25_o7">
            <a:extLst xmlns:a="http://schemas.openxmlformats.org/drawingml/2006/main">
              <a:ext uri="{FF2B5EF4-FFF2-40B4-BE49-F238E27FC236}">
                <a16:creationId xmlns:a16="http://schemas.microsoft.com/office/drawing/2014/main" id="{D7002517-BFB9-49CF-87DA-9A69C14A109A}"/>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$/spawns/*/x</a:t>
            </a:r>
          </a:p>
        </p:txBody>
      </p:sp>
      <p:sp>
        <p:nvSpPr>
          <p:cNvPr id="8" name="capability_v1_s25_o8">
            <a:extLst xmlns:a="http://schemas.openxmlformats.org/drawingml/2006/main">
              <a:ext uri="{FF2B5EF4-FFF2-40B4-BE49-F238E27FC236}">
                <a16:creationId xmlns:a16="http://schemas.microsoft.com/office/drawing/2014/main" id="{A21EC0E4-613E-4145-B736-09CD4C417F92}"/>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9" name="capability_v1_s25_o9">
            <a:extLst xmlns:a="http://schemas.openxmlformats.org/drawingml/2006/main">
              <a:ext uri="{FF2B5EF4-FFF2-40B4-BE49-F238E27FC236}">
                <a16:creationId xmlns:a16="http://schemas.microsoft.com/office/drawing/2014/main" id="{58720134-32B9-445B-B1A0-5D8012A61D91}"/>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integer; required</a:t>
            </a:r>
          </a:p>
        </p:txBody>
      </p:sp>
      <p:sp>
        <p:nvSpPr>
          <p:cNvPr id="10" name="capability_v1_s25_o10">
            <a:extLst xmlns:a="http://schemas.openxmlformats.org/drawingml/2006/main">
              <a:ext uri="{FF2B5EF4-FFF2-40B4-BE49-F238E27FC236}">
                <a16:creationId xmlns:a16="http://schemas.microsoft.com/office/drawing/2014/main" id="{9D1E1082-9CE6-49A0-84B3-9AA00CDCC57D}"/>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$/spawns/*/y</a:t>
            </a:r>
          </a:p>
        </p:txBody>
      </p:sp>
      <p:sp>
        <p:nvSpPr>
          <p:cNvPr id="11" name="capability_v1_s25_o11">
            <a:extLst xmlns:a="http://schemas.openxmlformats.org/drawingml/2006/main">
              <a:ext uri="{FF2B5EF4-FFF2-40B4-BE49-F238E27FC236}">
                <a16:creationId xmlns:a16="http://schemas.microsoft.com/office/drawing/2014/main" id="{B0908BE5-0886-40A0-A08B-FED590445A30}"/>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12" name="capability_v1_s25_o12">
            <a:extLst xmlns:a="http://schemas.openxmlformats.org/drawingml/2006/main">
              <a:ext uri="{FF2B5EF4-FFF2-40B4-BE49-F238E27FC236}">
                <a16:creationId xmlns:a16="http://schemas.microsoft.com/office/drawing/2014/main" id="{8CC19877-4FA7-4405-9A5E-26EA11B28B9C}"/>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integer; required</a:t>
            </a:r>
          </a:p>
        </p:txBody>
      </p:sp>
      <p:sp>
        <p:nvSpPr>
          <p:cNvPr id="13" name="capability_v1_s25_o13">
            <a:extLst xmlns:a="http://schemas.openxmlformats.org/drawingml/2006/main">
              <a:ext uri="{FF2B5EF4-FFF2-40B4-BE49-F238E27FC236}">
                <a16:creationId xmlns:a16="http://schemas.microsoft.com/office/drawing/2014/main" id="{6E7C00E9-A03E-4444-BA23-BE6942374C18}"/>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244982431"/>
      </p:ext>
    </p:extLst>
  </p:cSld>
</p:sld>
</file>

<file path=ppt/slides/slide2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8" name="capability_v1_s26_o1">
            <a:extLst xmlns:a="http://schemas.openxmlformats.org/drawingml/2006/main">
              <a:ext uri="{FF2B5EF4-FFF2-40B4-BE49-F238E27FC236}">
                <a16:creationId xmlns:a16="http://schemas.microsoft.com/office/drawing/2014/main" id="{0012D204-E952-47ED-98FE-222B31B1DAAC}"/>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Contract field semantics</a:t>
            </a:r>
          </a:p>
        </p:txBody>
      </p:sp>
      <p:sp>
        <p:nvSpPr>
          <p:cNvPr id="2" name="capability_v1_s26_o2">
            <a:extLst xmlns:a="http://schemas.openxmlformats.org/drawingml/2006/main">
              <a:ext uri="{FF2B5EF4-FFF2-40B4-BE49-F238E27FC236}">
                <a16:creationId xmlns:a16="http://schemas.microsoft.com/office/drawing/2014/main" id="{E5991541-CE87-4592-8097-9B72521E2EC9}"/>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dungeon-board-state-contract.v1 / extra fields: false</a:t>
            </a:r>
          </a:p>
        </p:txBody>
      </p:sp>
      <p:sp>
        <p:nvSpPr>
          <p:cNvPr id="3" name="capability_v1_s26_o3">
            <a:extLst xmlns:a="http://schemas.openxmlformats.org/drawingml/2006/main">
              <a:ext uri="{FF2B5EF4-FFF2-40B4-BE49-F238E27FC236}">
                <a16:creationId xmlns:a16="http://schemas.microsoft.com/office/drawing/2014/main" id="{7ABBB52C-A7E2-4490-8A4B-A3C5C26BE310}"/>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26</a:t>
            </a:r>
          </a:p>
        </p:txBody>
      </p:sp>
      <p:sp>
        <p:nvSpPr>
          <p:cNvPr id="4" name="capability_v1_s26_o4">
            <a:extLst xmlns:a="http://schemas.openxmlformats.org/drawingml/2006/main">
              <a:ext uri="{FF2B5EF4-FFF2-40B4-BE49-F238E27FC236}">
                <a16:creationId xmlns:a16="http://schemas.microsoft.com/office/drawing/2014/main" id="{653B9F10-8532-4ACD-98F9-83DC467B2F57}"/>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$/digest</a:t>
            </a:r>
          </a:p>
        </p:txBody>
      </p:sp>
      <p:sp>
        <p:nvSpPr>
          <p:cNvPr id="5" name="capability_v1_s26_o5">
            <a:extLst xmlns:a="http://schemas.openxmlformats.org/drawingml/2006/main">
              <a:ext uri="{FF2B5EF4-FFF2-40B4-BE49-F238E27FC236}">
                <a16:creationId xmlns:a16="http://schemas.microsoft.com/office/drawing/2014/main" id="{246874D8-1798-4AB2-B819-BCC413B85A8F}"/>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26_o6">
            <a:extLst xmlns:a="http://schemas.openxmlformats.org/drawingml/2006/main">
              <a:ext uri="{FF2B5EF4-FFF2-40B4-BE49-F238E27FC236}">
                <a16:creationId xmlns:a16="http://schemas.microsoft.com/office/drawing/2014/main" id="{50F0548C-F559-4E79-97A0-DAF327EC38C2}"/>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string; required</a:t>
            </a:r>
          </a:p>
        </p:txBody>
      </p:sp>
      <p:sp>
        <p:nvSpPr>
          <p:cNvPr id="7" name="capability_v1_s26_o7">
            <a:extLst xmlns:a="http://schemas.openxmlformats.org/drawingml/2006/main">
              <a:ext uri="{FF2B5EF4-FFF2-40B4-BE49-F238E27FC236}">
                <a16:creationId xmlns:a16="http://schemas.microsoft.com/office/drawing/2014/main" id="{5E15F513-C9F4-41CD-B9FE-952B5E76FECC}"/>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605616786"/>
      </p:ext>
    </p:extLst>
  </p:cSld>
</p:sld>
</file>

<file path=ppt/slides/slide2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8" name="capability_v1_s27_o1">
            <a:extLst xmlns:a="http://schemas.openxmlformats.org/drawingml/2006/main">
              <a:ext uri="{FF2B5EF4-FFF2-40B4-BE49-F238E27FC236}">
                <a16:creationId xmlns:a16="http://schemas.microsoft.com/office/drawing/2014/main" id="{17F1490B-EA2E-4EB5-8AA8-0DBBB73C86B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Contract field semantics</a:t>
            </a:r>
          </a:p>
        </p:txBody>
      </p:sp>
      <p:sp>
        <p:nvSpPr>
          <p:cNvPr id="2" name="capability_v1_s27_o2">
            <a:extLst xmlns:a="http://schemas.openxmlformats.org/drawingml/2006/main">
              <a:ext uri="{FF2B5EF4-FFF2-40B4-BE49-F238E27FC236}">
                <a16:creationId xmlns:a16="http://schemas.microsoft.com/office/drawing/2014/main" id="{0DEFECB5-91F0-46F5-929A-2B9B7518AEAF}"/>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dungeon-generation-seed-contract.v1 / extra fields: false</a:t>
            </a:r>
          </a:p>
        </p:txBody>
      </p:sp>
      <p:sp>
        <p:nvSpPr>
          <p:cNvPr id="3" name="capability_v1_s27_o3">
            <a:extLst xmlns:a="http://schemas.openxmlformats.org/drawingml/2006/main">
              <a:ext uri="{FF2B5EF4-FFF2-40B4-BE49-F238E27FC236}">
                <a16:creationId xmlns:a16="http://schemas.microsoft.com/office/drawing/2014/main" id="{9EA21A63-EFDD-48E8-8BB5-5DBF77D988F2}"/>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27</a:t>
            </a:r>
          </a:p>
        </p:txBody>
      </p:sp>
      <p:sp>
        <p:nvSpPr>
          <p:cNvPr id="4" name="capability_v1_s27_o4">
            <a:extLst xmlns:a="http://schemas.openxmlformats.org/drawingml/2006/main">
              <a:ext uri="{FF2B5EF4-FFF2-40B4-BE49-F238E27FC236}">
                <a16:creationId xmlns:a16="http://schemas.microsoft.com/office/drawing/2014/main" id="{C97950B3-6B42-4F60-BE12-4343F9253C58}"/>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$/seed</a:t>
            </a:r>
          </a:p>
        </p:txBody>
      </p:sp>
      <p:sp>
        <p:nvSpPr>
          <p:cNvPr id="5" name="capability_v1_s27_o5">
            <a:extLst xmlns:a="http://schemas.openxmlformats.org/drawingml/2006/main">
              <a:ext uri="{FF2B5EF4-FFF2-40B4-BE49-F238E27FC236}">
                <a16:creationId xmlns:a16="http://schemas.microsoft.com/office/drawing/2014/main" id="{F884015F-9E68-4732-824F-9D3E8C8B3BD6}"/>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27_o6">
            <a:extLst xmlns:a="http://schemas.openxmlformats.org/drawingml/2006/main">
              <a:ext uri="{FF2B5EF4-FFF2-40B4-BE49-F238E27FC236}">
                <a16:creationId xmlns:a16="http://schemas.microsoft.com/office/drawing/2014/main" id="{E30524F2-05D4-4009-8E89-FAEE465432D7}"/>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integer; required; minimum: 1; maximum: 2147483647</a:t>
            </a:r>
          </a:p>
        </p:txBody>
      </p:sp>
      <p:sp>
        <p:nvSpPr>
          <p:cNvPr id="7" name="capability_v1_s27_o7">
            <a:extLst xmlns:a="http://schemas.openxmlformats.org/drawingml/2006/main">
              <a:ext uri="{FF2B5EF4-FFF2-40B4-BE49-F238E27FC236}">
                <a16:creationId xmlns:a16="http://schemas.microsoft.com/office/drawing/2014/main" id="{0ADCAC81-AFB6-4F04-8E1E-59DD5897AA46}"/>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2088317219"/>
      </p:ext>
    </p:extLst>
  </p:cSld>
</p:sld>
</file>

<file path=ppt/slides/slide2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57" name="capability_v1_s28_o1">
            <a:extLst xmlns:a="http://schemas.openxmlformats.org/drawingml/2006/main">
              <a:ext uri="{FF2B5EF4-FFF2-40B4-BE49-F238E27FC236}">
                <a16:creationId xmlns:a16="http://schemas.microsoft.com/office/drawing/2014/main" id="{52B8D6CF-A2D0-42E9-8837-AE2F56A8CB35}"/>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05 · Semantic authority envelope</a:t>
            </a:r>
          </a:p>
        </p:txBody>
      </p:sp>
      <p:sp>
        <p:nvSpPr>
          <p:cNvPr id="2" name="capability_v1_s28_o2">
            <a:extLst xmlns:a="http://schemas.openxmlformats.org/drawingml/2006/main">
              <a:ext uri="{FF2B5EF4-FFF2-40B4-BE49-F238E27FC236}">
                <a16:creationId xmlns:a16="http://schemas.microsoft.com/office/drawing/2014/main" id="{649210FA-1781-4EDA-8BE6-831FE45AC93E}"/>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Which selected definitions establish the meaning?</a:t>
            </a:r>
          </a:p>
        </p:txBody>
      </p:sp>
      <p:sp>
        <p:nvSpPr>
          <p:cNvPr id="3" name="capability_v1_s28_o3">
            <a:extLst xmlns:a="http://schemas.openxmlformats.org/drawingml/2006/main">
              <a:ext uri="{FF2B5EF4-FFF2-40B4-BE49-F238E27FC236}">
                <a16:creationId xmlns:a16="http://schemas.microsoft.com/office/drawing/2014/main" id="{049E9B2F-52F0-4E27-9C0A-9D9B7784982C}"/>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28</a:t>
            </a:r>
          </a:p>
        </p:txBody>
      </p:sp>
      <p:sp>
        <p:nvSpPr>
          <p:cNvPr id="4" name="capability_v1_s28_o4">
            <a:extLst xmlns:a="http://schemas.openxmlformats.org/drawingml/2006/main">
              <a:ext uri="{FF2B5EF4-FFF2-40B4-BE49-F238E27FC236}">
                <a16:creationId xmlns:a16="http://schemas.microsoft.com/office/drawing/2014/main" id="{A9646EE0-FA87-4CAF-82BD-753DF8A2E159}"/>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28_o5">
            <a:extLst xmlns:a="http://schemas.openxmlformats.org/drawingml/2006/main">
              <a:ext uri="{FF2B5EF4-FFF2-40B4-BE49-F238E27FC236}">
                <a16:creationId xmlns:a16="http://schemas.microsoft.com/office/drawing/2014/main" id="{BC9099FE-0D1F-4812-9DCF-D033BEBA19A4}"/>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28_o6">
            <a:extLst xmlns:a="http://schemas.openxmlformats.org/drawingml/2006/main">
              <a:ext uri="{FF2B5EF4-FFF2-40B4-BE49-F238E27FC236}">
                <a16:creationId xmlns:a16="http://schemas.microsoft.com/office/drawing/2014/main" id="{DA5C9A76-993D-4A6C-BCF5-2976ACA59BB7}"/>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28_o7">
            <a:extLst xmlns:a="http://schemas.openxmlformats.org/drawingml/2006/main">
              <a:ext uri="{FF2B5EF4-FFF2-40B4-BE49-F238E27FC236}">
                <a16:creationId xmlns:a16="http://schemas.microsoft.com/office/drawing/2014/main" id="{A6625EA6-1948-42F7-BAE5-6547268E2AF5}"/>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28_o8">
            <a:extLst xmlns:a="http://schemas.openxmlformats.org/drawingml/2006/main">
              <a:ext uri="{FF2B5EF4-FFF2-40B4-BE49-F238E27FC236}">
                <a16:creationId xmlns:a16="http://schemas.microsoft.com/office/drawing/2014/main" id="{44C944B4-7CE0-4415-8C2D-66753D707B6D}"/>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28_o9">
            <a:extLst xmlns:a="http://schemas.openxmlformats.org/drawingml/2006/main">
              <a:ext uri="{FF2B5EF4-FFF2-40B4-BE49-F238E27FC236}">
                <a16:creationId xmlns:a16="http://schemas.microsoft.com/office/drawing/2014/main" id="{98EAE8B4-4C32-445C-B1E7-843A262450F3}"/>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Estate 34</a:t>
            </a:r>
          </a:p>
        </p:txBody>
      </p:sp>
      <p:sp>
        <p:nvSpPr>
          <p:cNvPr id="10" name="capability_v1_s28_o10">
            <a:extLst xmlns:a="http://schemas.openxmlformats.org/drawingml/2006/main">
              <a:ext uri="{FF2B5EF4-FFF2-40B4-BE49-F238E27FC236}">
                <a16:creationId xmlns:a16="http://schemas.microsoft.com/office/drawing/2014/main" id="{448EE52D-AB93-44D8-BB12-4E5F7F7C95B1}"/>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1" name="capability_v1_s28_o11">
            <a:extLst xmlns:a="http://schemas.openxmlformats.org/drawingml/2006/main">
              <a:ext uri="{FF2B5EF4-FFF2-40B4-BE49-F238E27FC236}">
                <a16:creationId xmlns:a16="http://schemas.microsoft.com/office/drawing/2014/main" id="{3DBA683D-3DCD-4F78-B5FC-227D8ADB5B2A}"/>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F6B94D">
                <a:alpha val="7000"/>
              </a:srgbClr>
            </a:solidFill>
            <a:prstDash val="solid"/>
          </a:ln>
        </p:spPr>
      </p:sp>
      <p:sp>
        <p:nvSpPr>
          <p:cNvPr id="12" name="capability_v1_s28_o12">
            <a:extLst xmlns:a="http://schemas.openxmlformats.org/drawingml/2006/main">
              <a:ext uri="{FF2B5EF4-FFF2-40B4-BE49-F238E27FC236}">
                <a16:creationId xmlns:a16="http://schemas.microsoft.com/office/drawing/2014/main" id="{745DF2D5-F98B-4235-A970-1351222CFCBF}"/>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3" name="capability_v1_s28_o13">
            <a:extLst xmlns:a="http://schemas.openxmlformats.org/drawingml/2006/main">
              <a:ext uri="{FF2B5EF4-FFF2-40B4-BE49-F238E27FC236}">
                <a16:creationId xmlns:a16="http://schemas.microsoft.com/office/drawing/2014/main" id="{84E015DF-832E-4673-988A-E4B6CA46672A}"/>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F6B94D"/>
            </a:solidFill>
            <a:prstDash val="solid"/>
          </a:ln>
        </p:spPr>
      </p:sp>
      <p:sp>
        <p:nvSpPr>
          <p:cNvPr id="14" name="capability_v1_s28_o14">
            <a:extLst xmlns:a="http://schemas.openxmlformats.org/drawingml/2006/main">
              <a:ext uri="{FF2B5EF4-FFF2-40B4-BE49-F238E27FC236}">
                <a16:creationId xmlns:a16="http://schemas.microsoft.com/office/drawing/2014/main" id="{505ADA73-6672-49F0-BF38-813FB529CECC}"/>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F6B94D"/>
            </a:solidFill>
            <a:prstDash val="solid"/>
          </a:ln>
        </p:spPr>
      </p:sp>
      <p:sp>
        <p:nvSpPr>
          <p:cNvPr id="15" name="capability_v1_s28_o15">
            <a:extLst xmlns:a="http://schemas.openxmlformats.org/drawingml/2006/main">
              <a:ext uri="{FF2B5EF4-FFF2-40B4-BE49-F238E27FC236}">
                <a16:creationId xmlns:a16="http://schemas.microsoft.com/office/drawing/2014/main" id="{F1462999-B975-48CB-8BB7-C254FEBB257D}"/>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F6B94D"/>
            </a:solidFill>
            <a:prstDash val="solid"/>
          </a:ln>
        </p:spPr>
      </p:sp>
      <p:sp>
        <p:nvSpPr>
          <p:cNvPr id="16" name="capability_v1_s28_o15_arrow">
            <a:extLst xmlns:a="http://schemas.openxmlformats.org/drawingml/2006/main">
              <a:ext uri="{FF2B5EF4-FFF2-40B4-BE49-F238E27FC236}">
                <a16:creationId xmlns:a16="http://schemas.microsoft.com/office/drawing/2014/main" id="{32B70B30-31A1-4D95-BC46-0D243410395E}"/>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7" name="capability_v1_s28_o16">
            <a:extLst xmlns:a="http://schemas.openxmlformats.org/drawingml/2006/main">
              <a:ext uri="{FF2B5EF4-FFF2-40B4-BE49-F238E27FC236}">
                <a16:creationId xmlns:a16="http://schemas.microsoft.com/office/drawing/2014/main" id="{1F7F8A72-26DC-46FD-ABA7-57C1BEE1E1B0}"/>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F6B94D">
              <a:alpha val="10000"/>
            </a:srgbClr>
          </a:solidFill>
          <a:ln xmlns:a="http://schemas.openxmlformats.org/drawingml/2006/main" w="0">
            <a:noFill/>
          </a:ln>
        </p:spPr>
      </p:sp>
      <p:sp>
        <p:nvSpPr>
          <p:cNvPr id="18" name="capability_v1_s28_o17">
            <a:extLst xmlns:a="http://schemas.openxmlformats.org/drawingml/2006/main">
              <a:ext uri="{FF2B5EF4-FFF2-40B4-BE49-F238E27FC236}">
                <a16:creationId xmlns:a16="http://schemas.microsoft.com/office/drawing/2014/main" id="{E312FBC6-C470-4C1B-9D08-DA7E182022DC}"/>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F6B94D"/>
          </a:solidFill>
          <a:ln xmlns:a="http://schemas.openxmlformats.org/drawingml/2006/main" w="12700">
            <a:solidFill>
              <a:srgbClr val="06111F"/>
            </a:solidFill>
          </a:ln>
        </p:spPr>
      </p:sp>
      <p:sp>
        <p:nvSpPr>
          <p:cNvPr id="19" name="capability_v1_s28_o18">
            <a:extLst xmlns:a="http://schemas.openxmlformats.org/drawingml/2006/main">
              <a:ext uri="{FF2B5EF4-FFF2-40B4-BE49-F238E27FC236}">
                <a16:creationId xmlns:a16="http://schemas.microsoft.com/office/drawing/2014/main" id="{7D716A29-3AB2-47BC-A85C-EF9A94C6070E}"/>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28_o19">
            <a:extLst xmlns:a="http://schemas.openxmlformats.org/drawingml/2006/main">
              <a:ext uri="{FF2B5EF4-FFF2-40B4-BE49-F238E27FC236}">
                <a16:creationId xmlns:a16="http://schemas.microsoft.com/office/drawing/2014/main" id="{46F05349-7C8F-4F31-AC15-80BE0B13E3D0}"/>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F6B94D"/>
            </a:solidFill>
          </a:ln>
        </p:spPr>
      </p:sp>
      <p:sp>
        <p:nvSpPr>
          <p:cNvPr id="21" name="capability_v1_s28_o20">
            <a:extLst xmlns:a="http://schemas.openxmlformats.org/drawingml/2006/main">
              <a:ext uri="{FF2B5EF4-FFF2-40B4-BE49-F238E27FC236}">
                <a16:creationId xmlns:a16="http://schemas.microsoft.com/office/drawing/2014/main" id="{D94AF957-A029-46C3-B896-0F43D4986030}"/>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22" name="capability_v1_s28_o21">
            <a:extLst xmlns:a="http://schemas.openxmlformats.org/drawingml/2006/main">
              <a:ext uri="{FF2B5EF4-FFF2-40B4-BE49-F238E27FC236}">
                <a16:creationId xmlns:a16="http://schemas.microsoft.com/office/drawing/2014/main" id="{C2CBB71A-6B98-4731-941E-FED505B8E65A}"/>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3" name="capability_v1_s28_o22">
            <a:extLst xmlns:a="http://schemas.openxmlformats.org/drawingml/2006/main">
              <a:ext uri="{FF2B5EF4-FFF2-40B4-BE49-F238E27FC236}">
                <a16:creationId xmlns:a16="http://schemas.microsoft.com/office/drawing/2014/main" id="{188B58FF-970C-46AA-9330-F44442F8FB21}"/>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4" name="capability_v1_s28_o23">
            <a:extLst xmlns:a="http://schemas.openxmlformats.org/drawingml/2006/main">
              <a:ext uri="{FF2B5EF4-FFF2-40B4-BE49-F238E27FC236}">
                <a16:creationId xmlns:a16="http://schemas.microsoft.com/office/drawing/2014/main" id="{44D01C38-148F-4F23-BF03-B17D6BBF7875}"/>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Capability version 4852214</a:t>
            </a:r>
          </a:p>
        </p:txBody>
      </p:sp>
      <p:sp>
        <p:nvSpPr>
          <p:cNvPr id="25" name="capability_v1_s28_o24">
            <a:extLst xmlns:a="http://schemas.openxmlformats.org/drawingml/2006/main">
              <a:ext uri="{FF2B5EF4-FFF2-40B4-BE49-F238E27FC236}">
                <a16:creationId xmlns:a16="http://schemas.microsoft.com/office/drawing/2014/main" id="{0A2B9C28-7489-4937-928D-112C1599F77C}"/>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6" name="capability_v1_s28_o25">
            <a:extLst xmlns:a="http://schemas.openxmlformats.org/drawingml/2006/main">
              <a:ext uri="{FF2B5EF4-FFF2-40B4-BE49-F238E27FC236}">
                <a16:creationId xmlns:a16="http://schemas.microsoft.com/office/drawing/2014/main" id="{368AFD3F-107A-4A4A-945A-86DC6A1752D5}"/>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A98AF2">
                <a:alpha val="7000"/>
              </a:srgbClr>
            </a:solidFill>
            <a:prstDash val="solid"/>
          </a:ln>
        </p:spPr>
      </p:sp>
      <p:sp>
        <p:nvSpPr>
          <p:cNvPr id="27" name="capability_v1_s28_o26">
            <a:extLst xmlns:a="http://schemas.openxmlformats.org/drawingml/2006/main">
              <a:ext uri="{FF2B5EF4-FFF2-40B4-BE49-F238E27FC236}">
                <a16:creationId xmlns:a16="http://schemas.microsoft.com/office/drawing/2014/main" id="{0D7C30A2-4DF4-457A-A479-87A85FB8CB3C}"/>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8" name="capability_v1_s28_o27">
            <a:extLst xmlns:a="http://schemas.openxmlformats.org/drawingml/2006/main">
              <a:ext uri="{FF2B5EF4-FFF2-40B4-BE49-F238E27FC236}">
                <a16:creationId xmlns:a16="http://schemas.microsoft.com/office/drawing/2014/main" id="{B676070D-6398-4543-9919-5DBAF3830187}"/>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98AF2"/>
            </a:solidFill>
            <a:prstDash val="solid"/>
          </a:ln>
        </p:spPr>
      </p:sp>
      <p:sp>
        <p:nvSpPr>
          <p:cNvPr id="29" name="capability_v1_s28_o28">
            <a:extLst xmlns:a="http://schemas.openxmlformats.org/drawingml/2006/main">
              <a:ext uri="{FF2B5EF4-FFF2-40B4-BE49-F238E27FC236}">
                <a16:creationId xmlns:a16="http://schemas.microsoft.com/office/drawing/2014/main" id="{F4B1E09A-8921-4073-A7EA-7ED9717096A8}"/>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A98AF2"/>
            </a:solidFill>
            <a:prstDash val="solid"/>
          </a:ln>
        </p:spPr>
      </p:sp>
      <p:sp>
        <p:nvSpPr>
          <p:cNvPr id="30" name="capability_v1_s28_o29">
            <a:extLst xmlns:a="http://schemas.openxmlformats.org/drawingml/2006/main">
              <a:ext uri="{FF2B5EF4-FFF2-40B4-BE49-F238E27FC236}">
                <a16:creationId xmlns:a16="http://schemas.microsoft.com/office/drawing/2014/main" id="{CA17E2E7-3F99-4223-95EC-C09EECC0F1CF}"/>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98AF2"/>
            </a:solidFill>
            <a:prstDash val="solid"/>
          </a:ln>
        </p:spPr>
      </p:sp>
      <p:sp>
        <p:nvSpPr>
          <p:cNvPr id="31" name="capability_v1_s28_o29_arrow">
            <a:extLst xmlns:a="http://schemas.openxmlformats.org/drawingml/2006/main">
              <a:ext uri="{FF2B5EF4-FFF2-40B4-BE49-F238E27FC236}">
                <a16:creationId xmlns:a16="http://schemas.microsoft.com/office/drawing/2014/main" id="{CCCF7430-F896-4C06-86DD-1369CF1694A4}"/>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32" name="capability_v1_s28_o30">
            <a:extLst xmlns:a="http://schemas.openxmlformats.org/drawingml/2006/main">
              <a:ext uri="{FF2B5EF4-FFF2-40B4-BE49-F238E27FC236}">
                <a16:creationId xmlns:a16="http://schemas.microsoft.com/office/drawing/2014/main" id="{7392E8F2-9DD2-4328-A034-333B3D2F6F20}"/>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98AF2">
              <a:alpha val="10000"/>
            </a:srgbClr>
          </a:solidFill>
          <a:ln xmlns:a="http://schemas.openxmlformats.org/drawingml/2006/main" w="0">
            <a:noFill/>
          </a:ln>
        </p:spPr>
      </p:sp>
      <p:sp>
        <p:nvSpPr>
          <p:cNvPr id="33" name="capability_v1_s28_o31">
            <a:extLst xmlns:a="http://schemas.openxmlformats.org/drawingml/2006/main">
              <a:ext uri="{FF2B5EF4-FFF2-40B4-BE49-F238E27FC236}">
                <a16:creationId xmlns:a16="http://schemas.microsoft.com/office/drawing/2014/main" id="{E0B7C0F3-62EA-45C5-916F-D576FF8639A5}"/>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98AF2"/>
          </a:solidFill>
          <a:ln xmlns:a="http://schemas.openxmlformats.org/drawingml/2006/main" w="12700">
            <a:solidFill>
              <a:srgbClr val="06111F"/>
            </a:solidFill>
          </a:ln>
        </p:spPr>
      </p:sp>
      <p:sp>
        <p:nvSpPr>
          <p:cNvPr id="34" name="capability_v1_s28_o32">
            <a:extLst xmlns:a="http://schemas.openxmlformats.org/drawingml/2006/main">
              <a:ext uri="{FF2B5EF4-FFF2-40B4-BE49-F238E27FC236}">
                <a16:creationId xmlns:a16="http://schemas.microsoft.com/office/drawing/2014/main" id="{DF250029-1535-4059-A98B-D4D5FE359E53}"/>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1_s28_o33">
            <a:extLst xmlns:a="http://schemas.openxmlformats.org/drawingml/2006/main">
              <a:ext uri="{FF2B5EF4-FFF2-40B4-BE49-F238E27FC236}">
                <a16:creationId xmlns:a16="http://schemas.microsoft.com/office/drawing/2014/main" id="{2831083F-211D-4F6D-BD38-C17DE709FFC3}"/>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98AF2"/>
            </a:solidFill>
          </a:ln>
        </p:spPr>
      </p:sp>
      <p:sp>
        <p:nvSpPr>
          <p:cNvPr id="36" name="capability_v1_s28_o34">
            <a:extLst xmlns:a="http://schemas.openxmlformats.org/drawingml/2006/main">
              <a:ext uri="{FF2B5EF4-FFF2-40B4-BE49-F238E27FC236}">
                <a16:creationId xmlns:a16="http://schemas.microsoft.com/office/drawing/2014/main" id="{87631198-C1C6-4578-AE6C-CE996734DABC}"/>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37" name="capability_v1_s28_o35">
            <a:extLst xmlns:a="http://schemas.openxmlformats.org/drawingml/2006/main">
              <a:ext uri="{FF2B5EF4-FFF2-40B4-BE49-F238E27FC236}">
                <a16:creationId xmlns:a16="http://schemas.microsoft.com/office/drawing/2014/main" id="{DCEF756A-AD25-4D97-99F9-8B009EBEDB71}"/>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8" name="capability_v1_s28_o36">
            <a:extLst xmlns:a="http://schemas.openxmlformats.org/drawingml/2006/main">
              <a:ext uri="{FF2B5EF4-FFF2-40B4-BE49-F238E27FC236}">
                <a16:creationId xmlns:a16="http://schemas.microsoft.com/office/drawing/2014/main" id="{299FD70E-342F-42F8-90E0-0B9126025DC8}"/>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9" name="capability_v1_s28_o37">
            <a:extLst xmlns:a="http://schemas.openxmlformats.org/drawingml/2006/main">
              <a:ext uri="{FF2B5EF4-FFF2-40B4-BE49-F238E27FC236}">
                <a16:creationId xmlns:a16="http://schemas.microsoft.com/office/drawing/2014/main" id="{4F4A46F4-5EAA-4999-BA3C-7A7EF54EF93E}"/>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Definition 242285</a:t>
            </a:r>
          </a:p>
        </p:txBody>
      </p:sp>
      <p:sp>
        <p:nvSpPr>
          <p:cNvPr id="40" name="capability_v1_s28_o38">
            <a:extLst xmlns:a="http://schemas.openxmlformats.org/drawingml/2006/main">
              <a:ext uri="{FF2B5EF4-FFF2-40B4-BE49-F238E27FC236}">
                <a16:creationId xmlns:a16="http://schemas.microsoft.com/office/drawing/2014/main" id="{B8E393F9-D187-446C-9836-E86381BFE958}"/>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1" name="capability_v1_s28_o39">
            <a:extLst xmlns:a="http://schemas.openxmlformats.org/drawingml/2006/main">
              <a:ext uri="{FF2B5EF4-FFF2-40B4-BE49-F238E27FC236}">
                <a16:creationId xmlns:a16="http://schemas.microsoft.com/office/drawing/2014/main" id="{B524197F-21FB-449E-BFD1-5C7654A03F18}"/>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95250">
            <a:solidFill>
              <a:srgbClr val="4DE0B0">
                <a:alpha val="7000"/>
              </a:srgbClr>
            </a:solidFill>
            <a:prstDash val="solid"/>
          </a:ln>
        </p:spPr>
      </p:sp>
      <p:sp>
        <p:nvSpPr>
          <p:cNvPr id="42" name="capability_v1_s28_o40">
            <a:extLst xmlns:a="http://schemas.openxmlformats.org/drawingml/2006/main">
              <a:ext uri="{FF2B5EF4-FFF2-40B4-BE49-F238E27FC236}">
                <a16:creationId xmlns:a16="http://schemas.microsoft.com/office/drawing/2014/main" id="{7BE27ECD-BD03-4DA8-8447-64FCC155AE35}"/>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3" name="capability_v1_s28_o41">
            <a:extLst xmlns:a="http://schemas.openxmlformats.org/drawingml/2006/main">
              <a:ext uri="{FF2B5EF4-FFF2-40B4-BE49-F238E27FC236}">
                <a16:creationId xmlns:a16="http://schemas.microsoft.com/office/drawing/2014/main" id="{225691DC-4104-4E13-86A6-B4C6DFC70852}"/>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44" name="capability_v1_s28_o42">
            <a:extLst xmlns:a="http://schemas.openxmlformats.org/drawingml/2006/main">
              <a:ext uri="{FF2B5EF4-FFF2-40B4-BE49-F238E27FC236}">
                <a16:creationId xmlns:a16="http://schemas.microsoft.com/office/drawing/2014/main" id="{DDD6D514-2B64-442C-AAE8-11B1FA44959B}"/>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31750">
            <a:solidFill>
              <a:srgbClr val="4DE0B0"/>
            </a:solidFill>
            <a:prstDash val="solid"/>
          </a:ln>
        </p:spPr>
      </p:sp>
      <p:sp>
        <p:nvSpPr>
          <p:cNvPr id="45" name="capability_v1_s28_o43">
            <a:extLst xmlns:a="http://schemas.openxmlformats.org/drawingml/2006/main">
              <a:ext uri="{FF2B5EF4-FFF2-40B4-BE49-F238E27FC236}">
                <a16:creationId xmlns:a16="http://schemas.microsoft.com/office/drawing/2014/main" id="{5CB65CE4-0552-438D-AAD0-686314510505}"/>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46" name="capability_v1_s28_o43_arrow">
            <a:extLst xmlns:a="http://schemas.openxmlformats.org/drawingml/2006/main">
              <a:ext uri="{FF2B5EF4-FFF2-40B4-BE49-F238E27FC236}">
                <a16:creationId xmlns:a16="http://schemas.microsoft.com/office/drawing/2014/main" id="{37E6C8E8-FAE6-4B69-94B0-55EE20F9A5E0}"/>
              </a:ext>
            </a:extLst>
          </p:cNvPr>
          <p:cNvSpPr>
            <a:spLocks xmlns:a="http://schemas.openxmlformats.org/drawingml/2006/main" noGrp="1"/>
          </p:cNvSpPr>
          <p:nvPr/>
        </p:nvSpPr>
        <p:spPr>
          <a:xfrm xmlns:a="http://schemas.openxmlformats.org/drawingml/2006/main">
            <a:off x="7010400" y="41643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47" name="capability_v1_s28_o44">
            <a:extLst xmlns:a="http://schemas.openxmlformats.org/drawingml/2006/main">
              <a:ext uri="{FF2B5EF4-FFF2-40B4-BE49-F238E27FC236}">
                <a16:creationId xmlns:a16="http://schemas.microsoft.com/office/drawing/2014/main" id="{A97EA8BE-DA15-4D71-9665-CD2980A0241B}"/>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48" name="capability_v1_s28_o45">
            <a:extLst xmlns:a="http://schemas.openxmlformats.org/drawingml/2006/main">
              <a:ext uri="{FF2B5EF4-FFF2-40B4-BE49-F238E27FC236}">
                <a16:creationId xmlns:a16="http://schemas.microsoft.com/office/drawing/2014/main" id="{BD91FDF2-A218-44DE-8029-859815BDEB78}"/>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49" name="capability_v1_s28_o46">
            <a:extLst xmlns:a="http://schemas.openxmlformats.org/drawingml/2006/main">
              <a:ext uri="{FF2B5EF4-FFF2-40B4-BE49-F238E27FC236}">
                <a16:creationId xmlns:a16="http://schemas.microsoft.com/office/drawing/2014/main" id="{9D1CAA8E-E4A2-48B5-BC36-FE884827ED70}"/>
              </a:ext>
            </a:extLst>
          </p:cNvPr>
          <p:cNvSpPr>
            <a:spLocks xmlns:a="http://schemas.openxmlformats.org/drawingml/2006/main" noGrp="1"/>
          </p:cNvSpPr>
          <p:nvPr/>
        </p:nvSpPr>
        <p:spPr>
          <a:xfrm xmlns:a="http://schemas.openxmlformats.org/drawingml/2006/main">
            <a:off x="7226300" y="39497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50" name="capability_v1_s28_o47">
            <a:extLst xmlns:a="http://schemas.openxmlformats.org/drawingml/2006/main">
              <a:ext uri="{FF2B5EF4-FFF2-40B4-BE49-F238E27FC236}">
                <a16:creationId xmlns:a16="http://schemas.microsoft.com/office/drawing/2014/main" id="{32B7732C-94F8-4A76-A996-CD236B6B1AC2}"/>
              </a:ext>
            </a:extLst>
          </p:cNvPr>
          <p:cNvSpPr>
            <a:spLocks xmlns:a="http://schemas.openxmlformats.org/drawingml/2006/main" noGrp="1"/>
          </p:cNvSpPr>
          <p:nvPr/>
        </p:nvSpPr>
        <p:spPr>
          <a:xfrm xmlns:a="http://schemas.openxmlformats.org/drawingml/2006/main">
            <a:off x="7175500" y="38862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51" name="capability_v1_s28_o48">
            <a:extLst xmlns:a="http://schemas.openxmlformats.org/drawingml/2006/main">
              <a:ext uri="{FF2B5EF4-FFF2-40B4-BE49-F238E27FC236}">
                <a16:creationId xmlns:a16="http://schemas.microsoft.com/office/drawing/2014/main" id="{ECF85C92-6CBC-4171-80B3-DFF60CADD3E1}"/>
              </a:ext>
            </a:extLst>
          </p:cNvPr>
          <p:cNvSpPr>
            <a:spLocks xmlns:a="http://schemas.openxmlformats.org/drawingml/2006/main" noGrp="1"/>
          </p:cNvSpPr>
          <p:nvPr/>
        </p:nvSpPr>
        <p:spPr>
          <a:xfrm xmlns:a="http://schemas.openxmlformats.org/drawingml/2006/main">
            <a:off x="7239000" y="39497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52" name="capability_v1_s28_o49">
            <a:extLst xmlns:a="http://schemas.openxmlformats.org/drawingml/2006/main">
              <a:ext uri="{FF2B5EF4-FFF2-40B4-BE49-F238E27FC236}">
                <a16:creationId xmlns:a16="http://schemas.microsoft.com/office/drawing/2014/main" id="{542EE422-EE52-4B60-A513-BB95AA50110A}"/>
              </a:ext>
            </a:extLst>
          </p:cNvPr>
          <p:cNvSpPr>
            <a:spLocks xmlns:a="http://schemas.openxmlformats.org/drawingml/2006/main" noGrp="1"/>
          </p:cNvSpPr>
          <p:nvPr/>
        </p:nvSpPr>
        <p:spPr>
          <a:xfrm xmlns:a="http://schemas.openxmlformats.org/drawingml/2006/main">
            <a:off x="70866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3" name="capability_v1_s28_o50">
            <a:extLst xmlns:a="http://schemas.openxmlformats.org/drawingml/2006/main">
              <a:ext uri="{FF2B5EF4-FFF2-40B4-BE49-F238E27FC236}">
                <a16:creationId xmlns:a16="http://schemas.microsoft.com/office/drawing/2014/main" id="{5C376200-74D6-479F-8A96-88E383A4FC33}"/>
              </a:ext>
            </a:extLst>
          </p:cNvPr>
          <p:cNvSpPr>
            <a:spLocks xmlns:a="http://schemas.openxmlformats.org/drawingml/2006/main" noGrp="1"/>
          </p:cNvSpPr>
          <p:nvPr/>
        </p:nvSpPr>
        <p:spPr>
          <a:xfrm xmlns:a="http://schemas.openxmlformats.org/drawingml/2006/main">
            <a:off x="109855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4" name="capability_v1_s28_o51">
            <a:extLst xmlns:a="http://schemas.openxmlformats.org/drawingml/2006/main">
              <a:ext uri="{FF2B5EF4-FFF2-40B4-BE49-F238E27FC236}">
                <a16:creationId xmlns:a16="http://schemas.microsoft.com/office/drawing/2014/main" id="{BE4EAA6C-6A3C-4656-879D-2250212CB174}"/>
              </a:ext>
            </a:extLst>
          </p:cNvPr>
          <p:cNvSpPr>
            <a:spLocks xmlns:a="http://schemas.openxmlformats.org/drawingml/2006/main" noGrp="1"/>
          </p:cNvSpPr>
          <p:nvPr/>
        </p:nvSpPr>
        <p:spPr>
          <a:xfrm xmlns:a="http://schemas.openxmlformats.org/drawingml/2006/main">
            <a:off x="7239000" y="40386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Graph 5df68eed07f24547</a:t>
            </a:r>
          </a:p>
        </p:txBody>
      </p:sp>
      <p:sp>
        <p:nvSpPr>
          <p:cNvPr id="55" name="capability_v1_s28_o52">
            <a:extLst xmlns:a="http://schemas.openxmlformats.org/drawingml/2006/main">
              <a:ext uri="{FF2B5EF4-FFF2-40B4-BE49-F238E27FC236}">
                <a16:creationId xmlns:a16="http://schemas.microsoft.com/office/drawing/2014/main" id="{63C40608-EFBC-4039-B4F8-C416C114DE6B}"/>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selection and evidence lineage</a:t>
            </a:r>
          </a:p>
        </p:txBody>
      </p:sp>
      <p:sp>
        <p:nvSpPr>
          <p:cNvPr id="56" name="capability_v1_s28_o53">
            <a:extLst xmlns:a="http://schemas.openxmlformats.org/drawingml/2006/main">
              <a:ext uri="{FF2B5EF4-FFF2-40B4-BE49-F238E27FC236}">
                <a16:creationId xmlns:a16="http://schemas.microsoft.com/office/drawing/2014/main" id="{64010165-A2F1-42C6-AE09-C1918859782A}"/>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589084662"/>
      </p:ext>
    </p:extLst>
  </p:cSld>
</p:sld>
</file>

<file path=ppt/slides/slide2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1_s29_o1">
            <a:extLst xmlns:a="http://schemas.openxmlformats.org/drawingml/2006/main">
              <a:ext uri="{FF2B5EF4-FFF2-40B4-BE49-F238E27FC236}">
                <a16:creationId xmlns:a16="http://schemas.microsoft.com/office/drawing/2014/main" id="{33212314-0F08-4862-B89A-77621C901DB3}"/>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Declared roots and selected execution</a:t>
            </a:r>
          </a:p>
        </p:txBody>
      </p:sp>
      <p:sp>
        <p:nvSpPr>
          <p:cNvPr id="2" name="capability_v1_s29_o2">
            <a:extLst xmlns:a="http://schemas.openxmlformats.org/drawingml/2006/main">
              <a:ext uri="{FF2B5EF4-FFF2-40B4-BE49-F238E27FC236}">
                <a16:creationId xmlns:a16="http://schemas.microsoft.com/office/drawing/2014/main" id="{AB28A4D4-2CC9-434C-B3CC-478EDB0061AB}"/>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SAME CAPABILITY / DISTINCT SOURCE DECLARATIONS</a:t>
            </a:r>
          </a:p>
        </p:txBody>
      </p:sp>
      <p:sp>
        <p:nvSpPr>
          <p:cNvPr id="3" name="capability_v1_s29_o3">
            <a:extLst xmlns:a="http://schemas.openxmlformats.org/drawingml/2006/main">
              <a:ext uri="{FF2B5EF4-FFF2-40B4-BE49-F238E27FC236}">
                <a16:creationId xmlns:a16="http://schemas.microsoft.com/office/drawing/2014/main" id="{9E498174-BC8B-4163-BCAE-69F0A5739D32}"/>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29</a:t>
            </a:r>
          </a:p>
        </p:txBody>
      </p:sp>
      <p:sp>
        <p:nvSpPr>
          <p:cNvPr id="4" name="capability_v1_s29_o4">
            <a:extLst xmlns:a="http://schemas.openxmlformats.org/drawingml/2006/main">
              <a:ext uri="{FF2B5EF4-FFF2-40B4-BE49-F238E27FC236}">
                <a16:creationId xmlns:a16="http://schemas.microsoft.com/office/drawing/2014/main" id="{42E25EC8-527D-4547-8C3A-6B36D860DAD8}"/>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Authority root</a:t>
            </a:r>
          </a:p>
        </p:txBody>
      </p:sp>
      <p:sp>
        <p:nvSpPr>
          <p:cNvPr id="5" name="capability_v1_s29_o5">
            <a:extLst xmlns:a="http://schemas.openxmlformats.org/drawingml/2006/main">
              <a:ext uri="{FF2B5EF4-FFF2-40B4-BE49-F238E27FC236}">
                <a16:creationId xmlns:a16="http://schemas.microsoft.com/office/drawing/2014/main" id="{F02AD3F5-40DE-48EA-904D-DDBA57C57846}"/>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1_s29_o6">
            <a:extLst xmlns:a="http://schemas.openxmlformats.org/drawingml/2006/main">
              <a:ext uri="{FF2B5EF4-FFF2-40B4-BE49-F238E27FC236}">
                <a16:creationId xmlns:a16="http://schemas.microsoft.com/office/drawing/2014/main" id="{D346EB54-453A-4970-83F6-84614A2A6EB5}"/>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procedural-dungeon-governed-execution</a:t>
            </a:r>
          </a:p>
        </p:txBody>
      </p:sp>
      <p:sp>
        <p:nvSpPr>
          <p:cNvPr id="7" name="capability_v1_s29_o7">
            <a:extLst xmlns:a="http://schemas.openxmlformats.org/drawingml/2006/main">
              <a:ext uri="{FF2B5EF4-FFF2-40B4-BE49-F238E27FC236}">
                <a16:creationId xmlns:a16="http://schemas.microsoft.com/office/drawing/2014/main" id="{5CBD312B-DBAD-413C-9D47-27C701CC9C68}"/>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5A7FF"/>
                </a:solidFill>
                <a:latin typeface="Arial"/>
                <a:ea typeface="Arial"/>
                <a:cs typeface="Arial"/>
              </a:defRPr>
            </a:defPPr>
          </a:lstStyle>
          <a:p xmlns:a="http://schemas.openxmlformats.org/drawingml/2006/main">
            <a:pPr algn="l">
              <a:lnSpc>
                <a:spcPct val="108000"/>
              </a:lnSpc>
              <a:buNone/>
              <a:defRPr sz="1400" b="1">
                <a:solidFill>
                  <a:srgbClr val="45A7FF"/>
                </a:solidFill>
                <a:latin typeface="Arial"/>
                <a:ea typeface="Arial"/>
                <a:cs typeface="Arial"/>
              </a:defRPr>
            </a:pPr>
            <a:r>
              <a:rPr sz="1400" b="1">
                <a:solidFill>
                  <a:srgbClr val="45A7FF"/>
                </a:solidFill>
                <a:latin typeface="Arial"/>
                <a:ea typeface="Arial"/>
                <a:cs typeface="Arial"/>
              </a:rPr>
              <a:t>Graph root</a:t>
            </a:r>
          </a:p>
        </p:txBody>
      </p:sp>
      <p:sp>
        <p:nvSpPr>
          <p:cNvPr id="8" name="capability_v1_s29_o8">
            <a:extLst xmlns:a="http://schemas.openxmlformats.org/drawingml/2006/main">
              <a:ext uri="{FF2B5EF4-FFF2-40B4-BE49-F238E27FC236}">
                <a16:creationId xmlns:a16="http://schemas.microsoft.com/office/drawing/2014/main" id="{67318E7A-345D-493C-B967-7667E20FFBC5}"/>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5A7FF"/>
            </a:solidFill>
            <a:prstDash val="solid"/>
          </a:ln>
        </p:spPr>
      </p:sp>
      <p:sp>
        <p:nvSpPr>
          <p:cNvPr id="9" name="capability_v1_s29_o9">
            <a:extLst xmlns:a="http://schemas.openxmlformats.org/drawingml/2006/main">
              <a:ext uri="{FF2B5EF4-FFF2-40B4-BE49-F238E27FC236}">
                <a16:creationId xmlns:a16="http://schemas.microsoft.com/office/drawing/2014/main" id="{6C7D3EF2-46C7-47B7-98B9-E9B3BCE670E7}"/>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procedural-dungeon-governed-execution</a:t>
            </a:r>
          </a:p>
        </p:txBody>
      </p:sp>
      <p:sp>
        <p:nvSpPr>
          <p:cNvPr id="10" name="capability_v1_s29_o10">
            <a:extLst xmlns:a="http://schemas.openxmlformats.org/drawingml/2006/main">
              <a:ext uri="{FF2B5EF4-FFF2-40B4-BE49-F238E27FC236}">
                <a16:creationId xmlns:a16="http://schemas.microsoft.com/office/drawing/2014/main" id="{9D5801EE-1CA6-4955-9A7A-53E086B30D1D}"/>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A98AF2"/>
                </a:solidFill>
                <a:latin typeface="Arial"/>
                <a:ea typeface="Arial"/>
                <a:cs typeface="Arial"/>
              </a:defRPr>
            </a:defPPr>
          </a:lstStyle>
          <a:p xmlns:a="http://schemas.openxmlformats.org/drawingml/2006/main">
            <a:pPr algn="l">
              <a:lnSpc>
                <a:spcPct val="108000"/>
              </a:lnSpc>
              <a:buNone/>
              <a:defRPr sz="1400" b="1">
                <a:solidFill>
                  <a:srgbClr val="A98AF2"/>
                </a:solidFill>
                <a:latin typeface="Arial"/>
                <a:ea typeface="Arial"/>
                <a:cs typeface="Arial"/>
              </a:defRPr>
            </a:pPr>
            <a:r>
              <a:rPr sz="1400" b="1">
                <a:solidFill>
                  <a:srgbClr val="A98AF2"/>
                </a:solidFill>
                <a:latin typeface="Arial"/>
                <a:ea typeface="Arial"/>
                <a:cs typeface="Arial"/>
              </a:rPr>
              <a:t>Feature selection</a:t>
            </a:r>
          </a:p>
        </p:txBody>
      </p:sp>
      <p:sp>
        <p:nvSpPr>
          <p:cNvPr id="11" name="capability_v1_s29_o11">
            <a:extLst xmlns:a="http://schemas.openxmlformats.org/drawingml/2006/main">
              <a:ext uri="{FF2B5EF4-FFF2-40B4-BE49-F238E27FC236}">
                <a16:creationId xmlns:a16="http://schemas.microsoft.com/office/drawing/2014/main" id="{57DE6FD1-76FB-4755-AC0C-6AA48F95C6C7}"/>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A98AF2"/>
            </a:solidFill>
            <a:prstDash val="solid"/>
          </a:ln>
        </p:spPr>
      </p:sp>
      <p:sp>
        <p:nvSpPr>
          <p:cNvPr id="12" name="capability_v1_s29_o12">
            <a:extLst xmlns:a="http://schemas.openxmlformats.org/drawingml/2006/main">
              <a:ext uri="{FF2B5EF4-FFF2-40B4-BE49-F238E27FC236}">
                <a16:creationId xmlns:a16="http://schemas.microsoft.com/office/drawing/2014/main" id="{AB48CB8B-7F58-4084-8B51-E1F7FFE6DA81}"/>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procedural-dungeon-governed-execution@183051:</a:t>
            </a:r>
          </a:p>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estate_capability_feature</a:t>
            </a:r>
          </a:p>
        </p:txBody>
      </p:sp>
      <p:sp>
        <p:nvSpPr>
          <p:cNvPr id="13" name="capability_v1_s29_o13">
            <a:extLst xmlns:a="http://schemas.openxmlformats.org/drawingml/2006/main">
              <a:ext uri="{FF2B5EF4-FFF2-40B4-BE49-F238E27FC236}">
                <a16:creationId xmlns:a16="http://schemas.microsoft.com/office/drawing/2014/main" id="{54C1ECC6-042C-4EF1-9425-6A4F15B48885}"/>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813876703"/>
      </p:ext>
    </p:extLst>
  </p:cSld>
</p:sld>
</file>

<file path=ppt/slides/slide3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44" name="capability_v1_s30_o1">
            <a:extLst xmlns:a="http://schemas.openxmlformats.org/drawingml/2006/main">
              <a:ext uri="{FF2B5EF4-FFF2-40B4-BE49-F238E27FC236}">
                <a16:creationId xmlns:a16="http://schemas.microsoft.com/office/drawing/2014/main" id="{81BE8D5B-01B3-4DEB-B2D8-4D48CD9362EC}"/>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06 · Transformation AST</a:t>
            </a:r>
          </a:p>
        </p:txBody>
      </p:sp>
      <p:sp>
        <p:nvSpPr>
          <p:cNvPr id="2" name="capability_v1_s30_o2">
            <a:extLst xmlns:a="http://schemas.openxmlformats.org/drawingml/2006/main">
              <a:ext uri="{FF2B5EF4-FFF2-40B4-BE49-F238E27FC236}">
                <a16:creationId xmlns:a16="http://schemas.microsoft.com/office/drawing/2014/main" id="{B421F356-C1C0-4C69-87C3-47C94A242BA4}"/>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How are declared values transformed?</a:t>
            </a:r>
          </a:p>
        </p:txBody>
      </p:sp>
      <p:sp>
        <p:nvSpPr>
          <p:cNvPr id="3" name="capability_v1_s30_o3">
            <a:extLst xmlns:a="http://schemas.openxmlformats.org/drawingml/2006/main">
              <a:ext uri="{FF2B5EF4-FFF2-40B4-BE49-F238E27FC236}">
                <a16:creationId xmlns:a16="http://schemas.microsoft.com/office/drawing/2014/main" id="{59F97C99-BD32-4DD1-9D81-A792B7AA85B0}"/>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30</a:t>
            </a:r>
          </a:p>
        </p:txBody>
      </p:sp>
      <p:sp>
        <p:nvSpPr>
          <p:cNvPr id="4" name="capability_v1_s30_o4">
            <a:extLst xmlns:a="http://schemas.openxmlformats.org/drawingml/2006/main">
              <a:ext uri="{FF2B5EF4-FFF2-40B4-BE49-F238E27FC236}">
                <a16:creationId xmlns:a16="http://schemas.microsoft.com/office/drawing/2014/main" id="{5CFAEA84-39FB-4513-98F5-61544D2D0B73}"/>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30_o5">
            <a:extLst xmlns:a="http://schemas.openxmlformats.org/drawingml/2006/main">
              <a:ext uri="{FF2B5EF4-FFF2-40B4-BE49-F238E27FC236}">
                <a16:creationId xmlns:a16="http://schemas.microsoft.com/office/drawing/2014/main" id="{64B27808-8BBD-480C-AA3A-AFC0920952A6}"/>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30_o6">
            <a:extLst xmlns:a="http://schemas.openxmlformats.org/drawingml/2006/main">
              <a:ext uri="{FF2B5EF4-FFF2-40B4-BE49-F238E27FC236}">
                <a16:creationId xmlns:a16="http://schemas.microsoft.com/office/drawing/2014/main" id="{03BE6D31-21FC-43A8-A208-B99EC0D0B406}"/>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30_o7">
            <a:extLst xmlns:a="http://schemas.openxmlformats.org/drawingml/2006/main">
              <a:ext uri="{FF2B5EF4-FFF2-40B4-BE49-F238E27FC236}">
                <a16:creationId xmlns:a16="http://schemas.microsoft.com/office/drawing/2014/main" id="{1E8FD40F-0428-47C5-8458-655286F27281}"/>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30_o8">
            <a:extLst xmlns:a="http://schemas.openxmlformats.org/drawingml/2006/main">
              <a:ext uri="{FF2B5EF4-FFF2-40B4-BE49-F238E27FC236}">
                <a16:creationId xmlns:a16="http://schemas.microsoft.com/office/drawing/2014/main" id="{E42711CA-E337-4D2F-880B-FC1DE75A6C08}"/>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30_o9">
            <a:extLst xmlns:a="http://schemas.openxmlformats.org/drawingml/2006/main">
              <a:ext uri="{FF2B5EF4-FFF2-40B4-BE49-F238E27FC236}">
                <a16:creationId xmlns:a16="http://schemas.microsoft.com/office/drawing/2014/main" id="{5F3E3C98-5DFD-46B6-BC69-CEEA76B2464C}"/>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object</a:t>
            </a:r>
          </a:p>
        </p:txBody>
      </p:sp>
      <p:sp>
        <p:nvSpPr>
          <p:cNvPr id="10" name="capability_v1_s30_o10">
            <a:extLst xmlns:a="http://schemas.openxmlformats.org/drawingml/2006/main">
              <a:ext uri="{FF2B5EF4-FFF2-40B4-BE49-F238E27FC236}">
                <a16:creationId xmlns:a16="http://schemas.microsoft.com/office/drawing/2014/main" id="{0BFE6494-B649-436E-B4F4-B74C1AAD8D26}"/>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98AF2">
                <a:alpha val="7000"/>
              </a:srgbClr>
            </a:solidFill>
            <a:prstDash val="solid"/>
          </a:ln>
        </p:spPr>
      </p:sp>
      <p:sp>
        <p:nvSpPr>
          <p:cNvPr id="11" name="capability_v1_s30_o11">
            <a:extLst xmlns:a="http://schemas.openxmlformats.org/drawingml/2006/main">
              <a:ext uri="{FF2B5EF4-FFF2-40B4-BE49-F238E27FC236}">
                <a16:creationId xmlns:a16="http://schemas.microsoft.com/office/drawing/2014/main" id="{CB04E988-75DD-4BA8-BDBF-B28553E8577D}"/>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A98AF2">
                <a:alpha val="7000"/>
              </a:srgbClr>
            </a:solidFill>
            <a:prstDash val="solid"/>
          </a:ln>
        </p:spPr>
      </p:sp>
      <p:sp>
        <p:nvSpPr>
          <p:cNvPr id="12" name="capability_v1_s30_o12">
            <a:extLst xmlns:a="http://schemas.openxmlformats.org/drawingml/2006/main">
              <a:ext uri="{FF2B5EF4-FFF2-40B4-BE49-F238E27FC236}">
                <a16:creationId xmlns:a16="http://schemas.microsoft.com/office/drawing/2014/main" id="{CBC2CDFF-F68D-4E13-85D7-B83CD72EBA95}"/>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98AF2">
                <a:alpha val="7000"/>
              </a:srgbClr>
            </a:solidFill>
            <a:prstDash val="solid"/>
          </a:ln>
        </p:spPr>
      </p:sp>
      <p:sp>
        <p:nvSpPr>
          <p:cNvPr id="13" name="capability_v1_s30_o13">
            <a:extLst xmlns:a="http://schemas.openxmlformats.org/drawingml/2006/main">
              <a:ext uri="{FF2B5EF4-FFF2-40B4-BE49-F238E27FC236}">
                <a16:creationId xmlns:a16="http://schemas.microsoft.com/office/drawing/2014/main" id="{53FE18A7-1BF2-4D54-9EA5-9FCAA84DFA62}"/>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98AF2"/>
            </a:solidFill>
            <a:prstDash val="solid"/>
          </a:ln>
        </p:spPr>
      </p:sp>
      <p:sp>
        <p:nvSpPr>
          <p:cNvPr id="14" name="capability_v1_s30_o14">
            <a:extLst xmlns:a="http://schemas.openxmlformats.org/drawingml/2006/main">
              <a:ext uri="{FF2B5EF4-FFF2-40B4-BE49-F238E27FC236}">
                <a16:creationId xmlns:a16="http://schemas.microsoft.com/office/drawing/2014/main" id="{34FE7049-61B6-435E-8680-0ED960020A0C}"/>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A98AF2"/>
            </a:solidFill>
            <a:prstDash val="solid"/>
          </a:ln>
        </p:spPr>
      </p:sp>
      <p:sp>
        <p:nvSpPr>
          <p:cNvPr id="15" name="capability_v1_s30_o15">
            <a:extLst xmlns:a="http://schemas.openxmlformats.org/drawingml/2006/main">
              <a:ext uri="{FF2B5EF4-FFF2-40B4-BE49-F238E27FC236}">
                <a16:creationId xmlns:a16="http://schemas.microsoft.com/office/drawing/2014/main" id="{C637FFB5-1264-4B7C-99CE-9442C297C622}"/>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98AF2"/>
            </a:solidFill>
            <a:prstDash val="solid"/>
          </a:ln>
        </p:spPr>
      </p:sp>
      <p:sp>
        <p:nvSpPr>
          <p:cNvPr id="16" name="capability_v1_s30_o15_arrow">
            <a:extLst xmlns:a="http://schemas.openxmlformats.org/drawingml/2006/main">
              <a:ext uri="{FF2B5EF4-FFF2-40B4-BE49-F238E27FC236}">
                <a16:creationId xmlns:a16="http://schemas.microsoft.com/office/drawing/2014/main" id="{22FB5F95-AFB7-44E7-9A88-BC4B4A04BFE1}"/>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17" name="capability_v1_s30_o16">
            <a:extLst xmlns:a="http://schemas.openxmlformats.org/drawingml/2006/main">
              <a:ext uri="{FF2B5EF4-FFF2-40B4-BE49-F238E27FC236}">
                <a16:creationId xmlns:a16="http://schemas.microsoft.com/office/drawing/2014/main" id="{6066B850-D3DB-4136-8EAB-81033293325A}"/>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98AF2">
              <a:alpha val="10000"/>
            </a:srgbClr>
          </a:solidFill>
          <a:ln xmlns:a="http://schemas.openxmlformats.org/drawingml/2006/main" w="0">
            <a:noFill/>
          </a:ln>
        </p:spPr>
      </p:sp>
      <p:sp>
        <p:nvSpPr>
          <p:cNvPr id="18" name="capability_v1_s30_o17">
            <a:extLst xmlns:a="http://schemas.openxmlformats.org/drawingml/2006/main">
              <a:ext uri="{FF2B5EF4-FFF2-40B4-BE49-F238E27FC236}">
                <a16:creationId xmlns:a16="http://schemas.microsoft.com/office/drawing/2014/main" id="{B5EA8FF3-8002-48AD-A539-03D2418D8BE2}"/>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98AF2"/>
          </a:solidFill>
          <a:ln xmlns:a="http://schemas.openxmlformats.org/drawingml/2006/main" w="12700">
            <a:solidFill>
              <a:srgbClr val="06111F"/>
            </a:solidFill>
          </a:ln>
        </p:spPr>
      </p:sp>
      <p:sp>
        <p:nvSpPr>
          <p:cNvPr id="19" name="capability_v1_s30_o18">
            <a:extLst xmlns:a="http://schemas.openxmlformats.org/drawingml/2006/main">
              <a:ext uri="{FF2B5EF4-FFF2-40B4-BE49-F238E27FC236}">
                <a16:creationId xmlns:a16="http://schemas.microsoft.com/office/drawing/2014/main" id="{83EAF004-E8D1-41CC-BC91-717484E0807C}"/>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30_o19">
            <a:extLst xmlns:a="http://schemas.openxmlformats.org/drawingml/2006/main">
              <a:ext uri="{FF2B5EF4-FFF2-40B4-BE49-F238E27FC236}">
                <a16:creationId xmlns:a16="http://schemas.microsoft.com/office/drawing/2014/main" id="{D806C667-1BF3-4170-85E3-C066B28E3F93}"/>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98AF2"/>
            </a:solidFill>
          </a:ln>
        </p:spPr>
      </p:sp>
      <p:sp>
        <p:nvSpPr>
          <p:cNvPr id="21" name="capability_v1_s30_o20">
            <a:extLst xmlns:a="http://schemas.openxmlformats.org/drawingml/2006/main">
              <a:ext uri="{FF2B5EF4-FFF2-40B4-BE49-F238E27FC236}">
                <a16:creationId xmlns:a16="http://schemas.microsoft.com/office/drawing/2014/main" id="{B0F023E7-191B-453D-ABC1-1C9F8D68C5B0}"/>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22" name="capability_v1_s30_o21">
            <a:extLst xmlns:a="http://schemas.openxmlformats.org/drawingml/2006/main">
              <a:ext uri="{FF2B5EF4-FFF2-40B4-BE49-F238E27FC236}">
                <a16:creationId xmlns:a16="http://schemas.microsoft.com/office/drawing/2014/main" id="{ABF13086-EDC5-4E40-8F9E-DA901485C1D8}"/>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23" name="capability_v1_s30_o22">
            <a:extLst xmlns:a="http://schemas.openxmlformats.org/drawingml/2006/main">
              <a:ext uri="{FF2B5EF4-FFF2-40B4-BE49-F238E27FC236}">
                <a16:creationId xmlns:a16="http://schemas.microsoft.com/office/drawing/2014/main" id="{E80404FF-A948-4039-8338-4FAA521CAC32}"/>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24" name="capability_v1_s30_o23">
            <a:extLst xmlns:a="http://schemas.openxmlformats.org/drawingml/2006/main">
              <a:ext uri="{FF2B5EF4-FFF2-40B4-BE49-F238E27FC236}">
                <a16:creationId xmlns:a16="http://schemas.microsoft.com/office/drawing/2014/main" id="{23215687-078D-45B0-9F87-A5AA0514D3D5}"/>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literal contractId</a:t>
            </a:r>
          </a:p>
        </p:txBody>
      </p:sp>
      <p:sp>
        <p:nvSpPr>
          <p:cNvPr id="25" name="capability_v1_s30_o24">
            <a:extLst xmlns:a="http://schemas.openxmlformats.org/drawingml/2006/main">
              <a:ext uri="{FF2B5EF4-FFF2-40B4-BE49-F238E27FC236}">
                <a16:creationId xmlns:a16="http://schemas.microsoft.com/office/drawing/2014/main" id="{3AE9CC85-8BA5-4C68-B72E-DBECD6270704}"/>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6" name="capability_v1_s30_o25">
            <a:extLst xmlns:a="http://schemas.openxmlformats.org/drawingml/2006/main">
              <a:ext uri="{FF2B5EF4-FFF2-40B4-BE49-F238E27FC236}">
                <a16:creationId xmlns:a16="http://schemas.microsoft.com/office/drawing/2014/main" id="{CBB5BE68-7290-4ED0-8AE2-65BB1597C6F7}"/>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A98AF2">
                <a:alpha val="7000"/>
              </a:srgbClr>
            </a:solidFill>
            <a:prstDash val="solid"/>
          </a:ln>
        </p:spPr>
      </p:sp>
      <p:sp>
        <p:nvSpPr>
          <p:cNvPr id="27" name="capability_v1_s30_o26">
            <a:extLst xmlns:a="http://schemas.openxmlformats.org/drawingml/2006/main">
              <a:ext uri="{FF2B5EF4-FFF2-40B4-BE49-F238E27FC236}">
                <a16:creationId xmlns:a16="http://schemas.microsoft.com/office/drawing/2014/main" id="{1EA7EEC8-8AD8-4C21-A56F-65FF208A6557}"/>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98AF2">
                <a:alpha val="7000"/>
              </a:srgbClr>
            </a:solidFill>
            <a:prstDash val="solid"/>
          </a:ln>
        </p:spPr>
      </p:sp>
      <p:sp>
        <p:nvSpPr>
          <p:cNvPr id="28" name="capability_v1_s30_o27">
            <a:extLst xmlns:a="http://schemas.openxmlformats.org/drawingml/2006/main">
              <a:ext uri="{FF2B5EF4-FFF2-40B4-BE49-F238E27FC236}">
                <a16:creationId xmlns:a16="http://schemas.microsoft.com/office/drawing/2014/main" id="{D9C5892A-F2F4-45AD-B500-092F5964DED9}"/>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98AF2"/>
            </a:solidFill>
            <a:prstDash val="solid"/>
          </a:ln>
        </p:spPr>
      </p:sp>
      <p:sp>
        <p:nvSpPr>
          <p:cNvPr id="29" name="capability_v1_s30_o28">
            <a:extLst xmlns:a="http://schemas.openxmlformats.org/drawingml/2006/main">
              <a:ext uri="{FF2B5EF4-FFF2-40B4-BE49-F238E27FC236}">
                <a16:creationId xmlns:a16="http://schemas.microsoft.com/office/drawing/2014/main" id="{14713B50-54CC-4583-989C-974D801A8795}"/>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A98AF2"/>
            </a:solidFill>
            <a:prstDash val="solid"/>
          </a:ln>
        </p:spPr>
      </p:sp>
      <p:sp>
        <p:nvSpPr>
          <p:cNvPr id="30" name="capability_v1_s30_o29">
            <a:extLst xmlns:a="http://schemas.openxmlformats.org/drawingml/2006/main">
              <a:ext uri="{FF2B5EF4-FFF2-40B4-BE49-F238E27FC236}">
                <a16:creationId xmlns:a16="http://schemas.microsoft.com/office/drawing/2014/main" id="{9C05D865-2E5E-4772-AA4E-83D4D1092119}"/>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98AF2"/>
            </a:solidFill>
            <a:prstDash val="solid"/>
          </a:ln>
        </p:spPr>
      </p:sp>
      <p:sp>
        <p:nvSpPr>
          <p:cNvPr id="31" name="capability_v1_s30_o29_arrow">
            <a:extLst xmlns:a="http://schemas.openxmlformats.org/drawingml/2006/main">
              <a:ext uri="{FF2B5EF4-FFF2-40B4-BE49-F238E27FC236}">
                <a16:creationId xmlns:a16="http://schemas.microsoft.com/office/drawing/2014/main" id="{3ABDF573-69B4-48B2-A6D9-0D33B6D91A69}"/>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98AF2"/>
          </a:solidFill>
          <a:ln xmlns:a="http://schemas.openxmlformats.org/drawingml/2006/main" w="0">
            <a:noFill/>
          </a:ln>
        </p:spPr>
      </p:sp>
      <p:sp>
        <p:nvSpPr>
          <p:cNvPr id="32" name="capability_v1_s30_o30">
            <a:extLst xmlns:a="http://schemas.openxmlformats.org/drawingml/2006/main">
              <a:ext uri="{FF2B5EF4-FFF2-40B4-BE49-F238E27FC236}">
                <a16:creationId xmlns:a16="http://schemas.microsoft.com/office/drawing/2014/main" id="{1D391642-2B9D-476C-93A5-D792EE975371}"/>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98AF2">
              <a:alpha val="10000"/>
            </a:srgbClr>
          </a:solidFill>
          <a:ln xmlns:a="http://schemas.openxmlformats.org/drawingml/2006/main" w="0">
            <a:noFill/>
          </a:ln>
        </p:spPr>
      </p:sp>
      <p:sp>
        <p:nvSpPr>
          <p:cNvPr id="33" name="capability_v1_s30_o31">
            <a:extLst xmlns:a="http://schemas.openxmlformats.org/drawingml/2006/main">
              <a:ext uri="{FF2B5EF4-FFF2-40B4-BE49-F238E27FC236}">
                <a16:creationId xmlns:a16="http://schemas.microsoft.com/office/drawing/2014/main" id="{674334D2-52BF-4EB3-8061-68A3D34C7102}"/>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98AF2"/>
          </a:solidFill>
          <a:ln xmlns:a="http://schemas.openxmlformats.org/drawingml/2006/main" w="12700">
            <a:solidFill>
              <a:srgbClr val="06111F"/>
            </a:solidFill>
          </a:ln>
        </p:spPr>
      </p:sp>
      <p:sp>
        <p:nvSpPr>
          <p:cNvPr id="34" name="capability_v1_s30_o32">
            <a:extLst xmlns:a="http://schemas.openxmlformats.org/drawingml/2006/main">
              <a:ext uri="{FF2B5EF4-FFF2-40B4-BE49-F238E27FC236}">
                <a16:creationId xmlns:a16="http://schemas.microsoft.com/office/drawing/2014/main" id="{74267987-9378-4E82-AF4F-118042C5B140}"/>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1_s30_o33">
            <a:extLst xmlns:a="http://schemas.openxmlformats.org/drawingml/2006/main">
              <a:ext uri="{FF2B5EF4-FFF2-40B4-BE49-F238E27FC236}">
                <a16:creationId xmlns:a16="http://schemas.microsoft.com/office/drawing/2014/main" id="{A4E5CC47-5562-4466-932B-DE5783A21E08}"/>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98AF2"/>
            </a:solidFill>
          </a:ln>
        </p:spPr>
      </p:sp>
      <p:sp>
        <p:nvSpPr>
          <p:cNvPr id="36" name="capability_v1_s30_o34">
            <a:extLst xmlns:a="http://schemas.openxmlformats.org/drawingml/2006/main">
              <a:ext uri="{FF2B5EF4-FFF2-40B4-BE49-F238E27FC236}">
                <a16:creationId xmlns:a16="http://schemas.microsoft.com/office/drawing/2014/main" id="{C1ECE8F1-795C-4A74-A24D-E8CB14FDF22C}"/>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A98AF2">
              <a:alpha val="50000"/>
            </a:srgbClr>
          </a:solidFill>
          <a:ln xmlns:a="http://schemas.openxmlformats.org/drawingml/2006/main" w="0">
            <a:noFill/>
          </a:ln>
        </p:spPr>
      </p:sp>
      <p:sp>
        <p:nvSpPr>
          <p:cNvPr id="37" name="capability_v1_s30_o35">
            <a:extLst xmlns:a="http://schemas.openxmlformats.org/drawingml/2006/main">
              <a:ext uri="{FF2B5EF4-FFF2-40B4-BE49-F238E27FC236}">
                <a16:creationId xmlns:a16="http://schemas.microsoft.com/office/drawing/2014/main" id="{F0E491B2-775F-4F17-B6A1-8E3B9F418CA8}"/>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8" name="capability_v1_s30_o36">
            <a:extLst xmlns:a="http://schemas.openxmlformats.org/drawingml/2006/main">
              <a:ext uri="{FF2B5EF4-FFF2-40B4-BE49-F238E27FC236}">
                <a16:creationId xmlns:a16="http://schemas.microsoft.com/office/drawing/2014/main" id="{2C8285DE-9AD5-474E-AE05-296BDCC90CB5}"/>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98AF2"/>
            </a:solidFill>
            <a:prstDash val="solid"/>
          </a:ln>
        </p:spPr>
      </p:sp>
      <p:sp>
        <p:nvSpPr>
          <p:cNvPr id="39" name="capability_v1_s30_o37">
            <a:extLst xmlns:a="http://schemas.openxmlformats.org/drawingml/2006/main">
              <a:ext uri="{FF2B5EF4-FFF2-40B4-BE49-F238E27FC236}">
                <a16:creationId xmlns:a16="http://schemas.microsoft.com/office/drawing/2014/main" id="{BF0850CD-2DBC-452D-BDBA-91BFA9EF7754}"/>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object payload</a:t>
            </a:r>
          </a:p>
        </p:txBody>
      </p:sp>
      <p:sp>
        <p:nvSpPr>
          <p:cNvPr id="40" name="capability_v1_s30_o38">
            <a:extLst xmlns:a="http://schemas.openxmlformats.org/drawingml/2006/main">
              <a:ext uri="{FF2B5EF4-FFF2-40B4-BE49-F238E27FC236}">
                <a16:creationId xmlns:a16="http://schemas.microsoft.com/office/drawing/2014/main" id="{DDD5C8F0-7EBC-4B64-BEFE-244E05FF7BF4}"/>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retained expression; no binding from invoked ports</a:t>
            </a:r>
          </a:p>
        </p:txBody>
      </p:sp>
      <p:sp>
        <p:nvSpPr>
          <p:cNvPr id="41" name="capability_v1_s30_o39">
            <a:extLst xmlns:a="http://schemas.openxmlformats.org/drawingml/2006/main">
              <a:ext uri="{FF2B5EF4-FFF2-40B4-BE49-F238E27FC236}">
                <a16:creationId xmlns:a16="http://schemas.microsoft.com/office/drawing/2014/main" id="{9623005A-73A6-438F-9816-854C01659352}"/>
              </a:ext>
            </a:extLst>
          </p:cNvPr>
          <p:cNvSpPr>
            <a:spLocks xmlns:a="http://schemas.openxmlformats.org/drawingml/2006/main" noGrp="1"/>
          </p:cNvSpPr>
          <p:nvPr/>
        </p:nvSpPr>
        <p:spPr>
          <a:xfrm xmlns:a="http://schemas.openxmlformats.org/drawingml/2006/main">
            <a:off x="635000" y="5562600"/>
            <a:ext cx="1079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procedural-dungeon-governed-execution-transform.v1</a:t>
            </a:r>
          </a:p>
        </p:txBody>
      </p:sp>
      <p:sp>
        <p:nvSpPr>
          <p:cNvPr id="42" name="capability_v1_s30_o40">
            <a:extLst xmlns:a="http://schemas.openxmlformats.org/drawingml/2006/main">
              <a:ext uri="{FF2B5EF4-FFF2-40B4-BE49-F238E27FC236}">
                <a16:creationId xmlns:a16="http://schemas.microsoft.com/office/drawing/2014/main" id="{0A4B9412-8BB9-48FB-9CD3-432FB0F47A94}"/>
              </a:ext>
            </a:extLst>
          </p:cNvPr>
          <p:cNvSpPr>
            <a:spLocks xmlns:a="http://schemas.openxmlformats.org/drawingml/2006/main" noGrp="1"/>
          </p:cNvSpPr>
          <p:nvPr/>
        </p:nvSpPr>
        <p:spPr>
          <a:xfrm xmlns:a="http://schemas.openxmlformats.org/drawingml/2006/main">
            <a:off x="863600" y="4559300"/>
            <a:ext cx="3619500" cy="74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A8B8CA"/>
                </a:solidFill>
                <a:latin typeface="Arial"/>
                <a:ea typeface="Arial"/>
                <a:cs typeface="Arial"/>
              </a:defRPr>
            </a:defPPr>
          </a:lstStyle>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Input paths:</a:t>
            </a:r>
          </a:p>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payload.name</a:t>
            </a:r>
          </a:p>
        </p:txBody>
      </p:sp>
      <p:sp>
        <p:nvSpPr>
          <p:cNvPr id="43" name="capability_v1_s30_o41">
            <a:extLst xmlns:a="http://schemas.openxmlformats.org/drawingml/2006/main">
              <a:ext uri="{FF2B5EF4-FFF2-40B4-BE49-F238E27FC236}">
                <a16:creationId xmlns:a16="http://schemas.microsoft.com/office/drawing/2014/main" id="{37F0F0E0-3B22-48F5-89C0-C0654D57F7C8}"/>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315278594"/>
      </p:ext>
    </p:extLst>
  </p:cSld>
</p:sld>
</file>

<file path=ppt/slides/slide3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8" name="capability_v1_s31_o1">
            <a:extLst xmlns:a="http://schemas.openxmlformats.org/drawingml/2006/main">
              <a:ext uri="{FF2B5EF4-FFF2-40B4-BE49-F238E27FC236}">
                <a16:creationId xmlns:a16="http://schemas.microsoft.com/office/drawing/2014/main" id="{C763ADBF-871F-42E1-BF5D-5DE38447C874}"/>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07 · Execution authorities and ports</a:t>
            </a:r>
          </a:p>
        </p:txBody>
      </p:sp>
      <p:sp>
        <p:nvSpPr>
          <p:cNvPr id="2" name="capability_v1_s31_o2">
            <a:extLst xmlns:a="http://schemas.openxmlformats.org/drawingml/2006/main">
              <a:ext uri="{FF2B5EF4-FFF2-40B4-BE49-F238E27FC236}">
                <a16:creationId xmlns:a16="http://schemas.microsoft.com/office/drawing/2014/main" id="{D0D03A78-ACC0-4C60-9A3D-43FB2F905901}"/>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Which operations and calls form the circuit?</a:t>
            </a:r>
          </a:p>
        </p:txBody>
      </p:sp>
      <p:sp>
        <p:nvSpPr>
          <p:cNvPr id="3" name="capability_v1_s31_o3">
            <a:extLst xmlns:a="http://schemas.openxmlformats.org/drawingml/2006/main">
              <a:ext uri="{FF2B5EF4-FFF2-40B4-BE49-F238E27FC236}">
                <a16:creationId xmlns:a16="http://schemas.microsoft.com/office/drawing/2014/main" id="{21DF9046-3435-4EBC-A1FB-66090D9F96C8}"/>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31</a:t>
            </a:r>
          </a:p>
        </p:txBody>
      </p:sp>
      <p:sp>
        <p:nvSpPr>
          <p:cNvPr id="4" name="capability_v1_s31_o4">
            <a:extLst xmlns:a="http://schemas.openxmlformats.org/drawingml/2006/main">
              <a:ext uri="{FF2B5EF4-FFF2-40B4-BE49-F238E27FC236}">
                <a16:creationId xmlns:a16="http://schemas.microsoft.com/office/drawing/2014/main" id="{ACAD1D7D-1531-40AC-8427-0DD50573CE9D}"/>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1_s31_o5">
            <a:extLst xmlns:a="http://schemas.openxmlformats.org/drawingml/2006/main">
              <a:ext uri="{FF2B5EF4-FFF2-40B4-BE49-F238E27FC236}">
                <a16:creationId xmlns:a16="http://schemas.microsoft.com/office/drawing/2014/main" id="{B6A8294C-8C14-406A-9C6E-72B8A378AFF6}"/>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1_s31_o6">
            <a:extLst xmlns:a="http://schemas.openxmlformats.org/drawingml/2006/main">
              <a:ext uri="{FF2B5EF4-FFF2-40B4-BE49-F238E27FC236}">
                <a16:creationId xmlns:a16="http://schemas.microsoft.com/office/drawing/2014/main" id="{2A3FE5A2-F3F7-4F86-909B-33961F22B11F}"/>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1_s31_o7">
            <a:extLst xmlns:a="http://schemas.openxmlformats.org/drawingml/2006/main">
              <a:ext uri="{FF2B5EF4-FFF2-40B4-BE49-F238E27FC236}">
                <a16:creationId xmlns:a16="http://schemas.microsoft.com/office/drawing/2014/main" id="{0D3A0788-B9AC-41D7-9C96-DFA5BE9EB154}"/>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1_s31_o8">
            <a:extLst xmlns:a="http://schemas.openxmlformats.org/drawingml/2006/main">
              <a:ext uri="{FF2B5EF4-FFF2-40B4-BE49-F238E27FC236}">
                <a16:creationId xmlns:a16="http://schemas.microsoft.com/office/drawing/2014/main" id="{0D7CB4E0-FB6B-4D1A-9CD3-4FA43B1EFB5F}"/>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1_s31_o9">
            <a:extLst xmlns:a="http://schemas.openxmlformats.org/drawingml/2006/main">
              <a:ext uri="{FF2B5EF4-FFF2-40B4-BE49-F238E27FC236}">
                <a16:creationId xmlns:a16="http://schemas.microsoft.com/office/drawing/2014/main" id="{E66A7AFD-EC75-4538-B74E-DCACC0FA2823}"/>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procedural dungeon</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governed execution</a:t>
            </a:r>
          </a:p>
        </p:txBody>
      </p:sp>
      <p:sp>
        <p:nvSpPr>
          <p:cNvPr id="10" name="capability_v1_s31_o10">
            <a:extLst xmlns:a="http://schemas.openxmlformats.org/drawingml/2006/main">
              <a:ext uri="{FF2B5EF4-FFF2-40B4-BE49-F238E27FC236}">
                <a16:creationId xmlns:a16="http://schemas.microsoft.com/office/drawing/2014/main" id="{2FFD025C-FE7E-45E7-A05A-4A6C341196A0}"/>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1" name="capability_v1_s31_o11">
            <a:extLst xmlns:a="http://schemas.openxmlformats.org/drawingml/2006/main">
              <a:ext uri="{FF2B5EF4-FFF2-40B4-BE49-F238E27FC236}">
                <a16:creationId xmlns:a16="http://schemas.microsoft.com/office/drawing/2014/main" id="{B32EB040-1DA1-40A4-B9F5-CCEB97979BBC}"/>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F6B94D">
                <a:alpha val="7000"/>
              </a:srgbClr>
            </a:solidFill>
            <a:prstDash val="solid"/>
          </a:ln>
        </p:spPr>
      </p:sp>
      <p:sp>
        <p:nvSpPr>
          <p:cNvPr id="12" name="capability_v1_s31_o12">
            <a:extLst xmlns:a="http://schemas.openxmlformats.org/drawingml/2006/main">
              <a:ext uri="{FF2B5EF4-FFF2-40B4-BE49-F238E27FC236}">
                <a16:creationId xmlns:a16="http://schemas.microsoft.com/office/drawing/2014/main" id="{1F4AD3FE-F2BD-4DF6-BA51-FB0901780D03}"/>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3" name="capability_v1_s31_o13">
            <a:extLst xmlns:a="http://schemas.openxmlformats.org/drawingml/2006/main">
              <a:ext uri="{FF2B5EF4-FFF2-40B4-BE49-F238E27FC236}">
                <a16:creationId xmlns:a16="http://schemas.microsoft.com/office/drawing/2014/main" id="{86878022-EE07-4D5B-A7A6-03F9E92E2FDA}"/>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F6B94D"/>
            </a:solidFill>
            <a:prstDash val="solid"/>
          </a:ln>
        </p:spPr>
      </p:sp>
      <p:sp>
        <p:nvSpPr>
          <p:cNvPr id="14" name="capability_v1_s31_o14">
            <a:extLst xmlns:a="http://schemas.openxmlformats.org/drawingml/2006/main">
              <a:ext uri="{FF2B5EF4-FFF2-40B4-BE49-F238E27FC236}">
                <a16:creationId xmlns:a16="http://schemas.microsoft.com/office/drawing/2014/main" id="{E0380014-1371-4362-A9E0-1D7C6EBF324D}"/>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F6B94D"/>
            </a:solidFill>
            <a:prstDash val="solid"/>
          </a:ln>
        </p:spPr>
      </p:sp>
      <p:sp>
        <p:nvSpPr>
          <p:cNvPr id="15" name="capability_v1_s31_o15">
            <a:extLst xmlns:a="http://schemas.openxmlformats.org/drawingml/2006/main">
              <a:ext uri="{FF2B5EF4-FFF2-40B4-BE49-F238E27FC236}">
                <a16:creationId xmlns:a16="http://schemas.microsoft.com/office/drawing/2014/main" id="{5AA95F9F-62A1-48EF-AE46-6AE91F45EB80}"/>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F6B94D"/>
            </a:solidFill>
            <a:prstDash val="solid"/>
          </a:ln>
        </p:spPr>
      </p:sp>
      <p:sp>
        <p:nvSpPr>
          <p:cNvPr id="16" name="capability_v1_s31_o15_arrow">
            <a:extLst xmlns:a="http://schemas.openxmlformats.org/drawingml/2006/main">
              <a:ext uri="{FF2B5EF4-FFF2-40B4-BE49-F238E27FC236}">
                <a16:creationId xmlns:a16="http://schemas.microsoft.com/office/drawing/2014/main" id="{DA509330-423B-4388-AC0D-6D0B5F534526}"/>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7" name="capability_v1_s31_o16">
            <a:extLst xmlns:a="http://schemas.openxmlformats.org/drawingml/2006/main">
              <a:ext uri="{FF2B5EF4-FFF2-40B4-BE49-F238E27FC236}">
                <a16:creationId xmlns:a16="http://schemas.microsoft.com/office/drawing/2014/main" id="{303E123E-7604-41A9-A15A-7B9C17113AF1}"/>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F6B94D">
              <a:alpha val="10000"/>
            </a:srgbClr>
          </a:solidFill>
          <a:ln xmlns:a="http://schemas.openxmlformats.org/drawingml/2006/main" w="0">
            <a:noFill/>
          </a:ln>
        </p:spPr>
      </p:sp>
      <p:sp>
        <p:nvSpPr>
          <p:cNvPr id="18" name="capability_v1_s31_o17">
            <a:extLst xmlns:a="http://schemas.openxmlformats.org/drawingml/2006/main">
              <a:ext uri="{FF2B5EF4-FFF2-40B4-BE49-F238E27FC236}">
                <a16:creationId xmlns:a16="http://schemas.microsoft.com/office/drawing/2014/main" id="{07C7481A-99B8-4363-AE39-72493796E56D}"/>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F6B94D"/>
          </a:solidFill>
          <a:ln xmlns:a="http://schemas.openxmlformats.org/drawingml/2006/main" w="12700">
            <a:solidFill>
              <a:srgbClr val="06111F"/>
            </a:solidFill>
          </a:ln>
        </p:spPr>
      </p:sp>
      <p:sp>
        <p:nvSpPr>
          <p:cNvPr id="19" name="capability_v1_s31_o18">
            <a:extLst xmlns:a="http://schemas.openxmlformats.org/drawingml/2006/main">
              <a:ext uri="{FF2B5EF4-FFF2-40B4-BE49-F238E27FC236}">
                <a16:creationId xmlns:a16="http://schemas.microsoft.com/office/drawing/2014/main" id="{8853C477-CF25-492D-96AD-3FD718D4FC78}"/>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1_s31_o19">
            <a:extLst xmlns:a="http://schemas.openxmlformats.org/drawingml/2006/main">
              <a:ext uri="{FF2B5EF4-FFF2-40B4-BE49-F238E27FC236}">
                <a16:creationId xmlns:a16="http://schemas.microsoft.com/office/drawing/2014/main" id="{F787D1FB-BD6D-4679-B46B-10DB8673915B}"/>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F6B94D"/>
            </a:solidFill>
          </a:ln>
        </p:spPr>
      </p:sp>
      <p:sp>
        <p:nvSpPr>
          <p:cNvPr id="21" name="capability_v1_s31_o20">
            <a:extLst xmlns:a="http://schemas.openxmlformats.org/drawingml/2006/main">
              <a:ext uri="{FF2B5EF4-FFF2-40B4-BE49-F238E27FC236}">
                <a16:creationId xmlns:a16="http://schemas.microsoft.com/office/drawing/2014/main" id="{EC0CA9D4-5548-48B4-B8D7-4AAFF886852F}"/>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22" name="capability_v1_s31_o21">
            <a:extLst xmlns:a="http://schemas.openxmlformats.org/drawingml/2006/main">
              <a:ext uri="{FF2B5EF4-FFF2-40B4-BE49-F238E27FC236}">
                <a16:creationId xmlns:a16="http://schemas.microsoft.com/office/drawing/2014/main" id="{B362549F-F33F-4E6E-8945-5906564851BA}"/>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3" name="capability_v1_s31_o22">
            <a:extLst xmlns:a="http://schemas.openxmlformats.org/drawingml/2006/main">
              <a:ext uri="{FF2B5EF4-FFF2-40B4-BE49-F238E27FC236}">
                <a16:creationId xmlns:a16="http://schemas.microsoft.com/office/drawing/2014/main" id="{615F6885-F629-4476-B79F-6D4C19A95561}"/>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4" name="capability_v1_s31_o23">
            <a:extLst xmlns:a="http://schemas.openxmlformats.org/drawingml/2006/main">
              <a:ext uri="{FF2B5EF4-FFF2-40B4-BE49-F238E27FC236}">
                <a16:creationId xmlns:a16="http://schemas.microsoft.com/office/drawing/2014/main" id="{3A63F6B6-D62D-42BB-8B4C-F75CDDD0EAB4}"/>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1 topology and rasterize transform</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port</a:t>
            </a:r>
          </a:p>
        </p:txBody>
      </p:sp>
      <p:sp>
        <p:nvSpPr>
          <p:cNvPr id="25" name="capability_v1_s31_o24">
            <a:extLst xmlns:a="http://schemas.openxmlformats.org/drawingml/2006/main">
              <a:ext uri="{FF2B5EF4-FFF2-40B4-BE49-F238E27FC236}">
                <a16:creationId xmlns:a16="http://schemas.microsoft.com/office/drawing/2014/main" id="{EC3E77F4-0A2F-4EEA-AADD-69FC9B75919B}"/>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authority membership; declared ordinal retained</a:t>
            </a:r>
          </a:p>
        </p:txBody>
      </p:sp>
      <p:sp>
        <p:nvSpPr>
          <p:cNvPr id="26" name="capability_v1_s31_o25">
            <a:extLst xmlns:a="http://schemas.openxmlformats.org/drawingml/2006/main">
              <a:ext uri="{FF2B5EF4-FFF2-40B4-BE49-F238E27FC236}">
                <a16:creationId xmlns:a16="http://schemas.microsoft.com/office/drawing/2014/main" id="{FDCBE040-BEE4-4E79-AA00-3482AC7EA6B9}"/>
              </a:ext>
            </a:extLst>
          </p:cNvPr>
          <p:cNvSpPr>
            <a:spLocks xmlns:a="http://schemas.openxmlformats.org/drawingml/2006/main" noGrp="1"/>
          </p:cNvSpPr>
          <p:nvPr/>
        </p:nvSpPr>
        <p:spPr>
          <a:xfrm xmlns:a="http://schemas.openxmlformats.org/drawingml/2006/main">
            <a:off x="863600" y="4572000"/>
            <a:ext cx="6350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Operation: invoke-port</a:t>
            </a:r>
          </a:p>
        </p:txBody>
      </p:sp>
      <p:sp>
        <p:nvSpPr>
          <p:cNvPr id="27" name="capability_v1_s31_o26">
            <a:extLst xmlns:a="http://schemas.openxmlformats.org/drawingml/2006/main">
              <a:ext uri="{FF2B5EF4-FFF2-40B4-BE49-F238E27FC236}">
                <a16:creationId xmlns:a16="http://schemas.microsoft.com/office/drawing/2014/main" id="{83BE440D-DDBC-4C97-BACB-7A1874161DB1}"/>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414696565"/>
      </p:ext>
    </p:extLst>
  </p:cSld>
</p:sld>
</file>

<file path=ppt/slides/slide3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31" name="capability_v1_s32_o1">
            <a:extLst xmlns:a="http://schemas.openxmlformats.org/drawingml/2006/main">
              <a:ext uri="{FF2B5EF4-FFF2-40B4-BE49-F238E27FC236}">
                <a16:creationId xmlns:a16="http://schemas.microsoft.com/office/drawing/2014/main" id="{5B917119-1A06-4606-8201-A595EF4EE7A5}"/>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08 · Providers, bindings, overlays</a:t>
            </a:r>
          </a:p>
        </p:txBody>
      </p:sp>
      <p:sp>
        <p:nvSpPr>
          <p:cNvPr id="2" name="capability_v1_s32_o2">
            <a:extLst xmlns:a="http://schemas.openxmlformats.org/drawingml/2006/main">
              <a:ext uri="{FF2B5EF4-FFF2-40B4-BE49-F238E27FC236}">
                <a16:creationId xmlns:a16="http://schemas.microsoft.com/office/drawing/2014/main" id="{4F739D23-D45D-4B3E-B62C-22A6E9DD1D5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Which provider or platform realizes each port?</a:t>
            </a:r>
          </a:p>
        </p:txBody>
      </p:sp>
      <p:sp>
        <p:nvSpPr>
          <p:cNvPr id="3" name="capability_v1_s32_o3">
            <a:extLst xmlns:a="http://schemas.openxmlformats.org/drawingml/2006/main">
              <a:ext uri="{FF2B5EF4-FFF2-40B4-BE49-F238E27FC236}">
                <a16:creationId xmlns:a16="http://schemas.microsoft.com/office/drawing/2014/main" id="{4C519D82-5488-4F1C-A4C6-DEDE9083C3FB}"/>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32</a:t>
            </a:r>
          </a:p>
        </p:txBody>
      </p:sp>
      <p:sp>
        <p:nvSpPr>
          <p:cNvPr id="4" name="capability_v1_s32_o4">
            <a:extLst xmlns:a="http://schemas.openxmlformats.org/drawingml/2006/main">
              <a:ext uri="{FF2B5EF4-FFF2-40B4-BE49-F238E27FC236}">
                <a16:creationId xmlns:a16="http://schemas.microsoft.com/office/drawing/2014/main" id="{A2D2B0F3-588B-4345-84A2-70716CF77221}"/>
              </a:ext>
            </a:extLst>
          </p:cNvPr>
          <p:cNvSpPr>
            <a:spLocks xmlns:a="http://schemas.openxmlformats.org/drawingml/2006/main" noGrp="1"/>
          </p:cNvSpPr>
          <p:nvPr/>
        </p:nvSpPr>
        <p:spPr>
          <a:xfrm xmlns:a="http://schemas.openxmlformats.org/drawingml/2006/main">
            <a:off x="838200" y="3098800"/>
            <a:ext cx="3365500" cy="1143000"/>
          </a:xfrm>
          <a:prstGeom xmlns:a="http://schemas.openxmlformats.org/drawingml/2006/main" prst="roundRect">
            <a:avLst>
              <a:gd name="adj" fmla="val 8889"/>
            </a:avLst>
          </a:prstGeom>
          <a:solidFill xmlns:a="http://schemas.openxmlformats.org/drawingml/2006/main">
            <a:srgbClr val="020A14"/>
          </a:solidFill>
          <a:ln xmlns:a="http://schemas.openxmlformats.org/drawingml/2006/main" w="0">
            <a:noFill/>
          </a:ln>
        </p:spPr>
      </p:sp>
      <p:sp>
        <p:nvSpPr>
          <p:cNvPr id="5" name="capability_v1_s32_o5">
            <a:extLst xmlns:a="http://schemas.openxmlformats.org/drawingml/2006/main">
              <a:ext uri="{FF2B5EF4-FFF2-40B4-BE49-F238E27FC236}">
                <a16:creationId xmlns:a16="http://schemas.microsoft.com/office/drawing/2014/main" id="{6F688B1B-FFC1-43A5-BCDC-BC5CECA300B3}"/>
              </a:ext>
            </a:extLst>
          </p:cNvPr>
          <p:cNvSpPr>
            <a:spLocks xmlns:a="http://schemas.openxmlformats.org/drawingml/2006/main" noGrp="1"/>
          </p:cNvSpPr>
          <p:nvPr/>
        </p:nvSpPr>
        <p:spPr>
          <a:xfrm xmlns:a="http://schemas.openxmlformats.org/drawingml/2006/main">
            <a:off x="787400" y="3035300"/>
            <a:ext cx="3365500" cy="1143000"/>
          </a:xfrm>
          <a:prstGeom xmlns:a="http://schemas.openxmlformats.org/drawingml/2006/main" prst="roundRect">
            <a:avLst>
              <a:gd name="adj" fmla="val 8889"/>
            </a:avLst>
          </a:prstGeom>
          <a:solidFill xmlns:a="http://schemas.openxmlformats.org/drawingml/2006/main">
            <a:srgbClr val="102238"/>
          </a:solidFill>
          <a:ln xmlns:a="http://schemas.openxmlformats.org/drawingml/2006/main" w="17780">
            <a:solidFill>
              <a:srgbClr val="F6B94D"/>
            </a:solidFill>
          </a:ln>
        </p:spPr>
      </p:sp>
      <p:sp>
        <p:nvSpPr>
          <p:cNvPr id="6" name="capability_v1_s32_o6">
            <a:extLst xmlns:a="http://schemas.openxmlformats.org/drawingml/2006/main">
              <a:ext uri="{FF2B5EF4-FFF2-40B4-BE49-F238E27FC236}">
                <a16:creationId xmlns:a16="http://schemas.microsoft.com/office/drawing/2014/main" id="{192743BD-84F7-4DD3-84A0-2F054FBD9964}"/>
              </a:ext>
            </a:extLst>
          </p:cNvPr>
          <p:cNvSpPr>
            <a:spLocks xmlns:a="http://schemas.openxmlformats.org/drawingml/2006/main" noGrp="1"/>
          </p:cNvSpPr>
          <p:nvPr/>
        </p:nvSpPr>
        <p:spPr>
          <a:xfrm xmlns:a="http://schemas.openxmlformats.org/drawingml/2006/main">
            <a:off x="850900" y="3098800"/>
            <a:ext cx="32385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7" name="capability_v1_s32_o7">
            <a:extLst xmlns:a="http://schemas.openxmlformats.org/drawingml/2006/main">
              <a:ext uri="{FF2B5EF4-FFF2-40B4-BE49-F238E27FC236}">
                <a16:creationId xmlns:a16="http://schemas.microsoft.com/office/drawing/2014/main" id="{EE837FEF-4720-4203-BC1B-E807348042D2}"/>
              </a:ext>
            </a:extLst>
          </p:cNvPr>
          <p:cNvSpPr>
            <a:spLocks xmlns:a="http://schemas.openxmlformats.org/drawingml/2006/main" noGrp="1"/>
          </p:cNvSpPr>
          <p:nvPr/>
        </p:nvSpPr>
        <p:spPr>
          <a:xfrm xmlns:a="http://schemas.openxmlformats.org/drawingml/2006/main">
            <a:off x="698500" y="36068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8" name="capability_v1_s32_o8">
            <a:extLst xmlns:a="http://schemas.openxmlformats.org/drawingml/2006/main">
              <a:ext uri="{FF2B5EF4-FFF2-40B4-BE49-F238E27FC236}">
                <a16:creationId xmlns:a16="http://schemas.microsoft.com/office/drawing/2014/main" id="{4CAC5D71-5CF7-4B65-BA6B-37C1CA381DEC}"/>
              </a:ext>
            </a:extLst>
          </p:cNvPr>
          <p:cNvSpPr>
            <a:spLocks xmlns:a="http://schemas.openxmlformats.org/drawingml/2006/main" noGrp="1"/>
          </p:cNvSpPr>
          <p:nvPr/>
        </p:nvSpPr>
        <p:spPr>
          <a:xfrm xmlns:a="http://schemas.openxmlformats.org/drawingml/2006/main">
            <a:off x="4152900" y="36068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9" name="capability_v1_s32_o9">
            <a:extLst xmlns:a="http://schemas.openxmlformats.org/drawingml/2006/main">
              <a:ext uri="{FF2B5EF4-FFF2-40B4-BE49-F238E27FC236}">
                <a16:creationId xmlns:a16="http://schemas.microsoft.com/office/drawing/2014/main" id="{F1B7F27B-A55E-497F-8ACD-D2B8D0DBEC06}"/>
              </a:ext>
            </a:extLst>
          </p:cNvPr>
          <p:cNvSpPr>
            <a:spLocks xmlns:a="http://schemas.openxmlformats.org/drawingml/2006/main" noGrp="1"/>
          </p:cNvSpPr>
          <p:nvPr/>
        </p:nvSpPr>
        <p:spPr>
          <a:xfrm xmlns:a="http://schemas.openxmlformats.org/drawingml/2006/main">
            <a:off x="850900" y="3187700"/>
            <a:ext cx="32385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topology and rasterize</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transform port</a:t>
            </a:r>
          </a:p>
        </p:txBody>
      </p:sp>
      <p:sp>
        <p:nvSpPr>
          <p:cNvPr id="10" name="capability_v1_s32_o10">
            <a:extLst xmlns:a="http://schemas.openxmlformats.org/drawingml/2006/main">
              <a:ext uri="{FF2B5EF4-FFF2-40B4-BE49-F238E27FC236}">
                <a16:creationId xmlns:a16="http://schemas.microsoft.com/office/drawing/2014/main" id="{311F66D7-9708-40F7-895E-35B16CC7DF52}"/>
              </a:ext>
            </a:extLst>
          </p:cNvPr>
          <p:cNvSpPr>
            <a:spLocks xmlns:a="http://schemas.openxmlformats.org/drawingml/2006/main" noGrp="1"/>
          </p:cNvSpPr>
          <p:nvPr/>
        </p:nvSpPr>
        <p:spPr>
          <a:xfrm xmlns:a="http://schemas.openxmlformats.org/drawingml/2006/main">
            <a:off x="5588000" y="3149600"/>
            <a:ext cx="228600" cy="914400"/>
          </a:xfrm>
          <a:prstGeom xmlns:a="http://schemas.openxmlformats.org/drawingml/2006/main" prst="rect">
            <a:avLst/>
          </a:prstGeom>
          <a:solidFill xmlns:a="http://schemas.openxmlformats.org/drawingml/2006/main">
            <a:srgbClr val="142A43"/>
          </a:solidFill>
          <a:ln xmlns:a="http://schemas.openxmlformats.org/drawingml/2006/main" w="12700">
            <a:solidFill>
              <a:srgbClr val="A98AF2"/>
            </a:solidFill>
          </a:ln>
        </p:spPr>
      </p:sp>
      <p:sp>
        <p:nvSpPr>
          <p:cNvPr id="11" name="capability_v1_s32_o11">
            <a:extLst xmlns:a="http://schemas.openxmlformats.org/drawingml/2006/main">
              <a:ext uri="{FF2B5EF4-FFF2-40B4-BE49-F238E27FC236}">
                <a16:creationId xmlns:a16="http://schemas.microsoft.com/office/drawing/2014/main" id="{F40290CB-ED57-469F-82E7-C1D699B2FDDA}"/>
              </a:ext>
            </a:extLst>
          </p:cNvPr>
          <p:cNvSpPr>
            <a:spLocks xmlns:a="http://schemas.openxmlformats.org/drawingml/2006/main" noGrp="1"/>
          </p:cNvSpPr>
          <p:nvPr/>
        </p:nvSpPr>
        <p:spPr>
          <a:xfrm xmlns:a="http://schemas.openxmlformats.org/drawingml/2006/main">
            <a:off x="5499100" y="3479800"/>
            <a:ext cx="406400" cy="95"/>
          </a:xfrm>
          <a:custGeom xmlns:a="http://schemas.openxmlformats.org/drawingml/2006/main">
            <a:pathLst>
              <a:path w="406400" h="95">
                <a:moveTo>
                  <a:pt x="0" y="0"/>
                </a:moveTo>
                <a:lnTo>
                  <a:pt x="406400" y="0"/>
                </a:lnTo>
              </a:path>
            </a:pathLst>
          </a:custGeom>
          <a:noFill xmlns:a="http://schemas.openxmlformats.org/drawingml/2006/main"/>
          <a:ln xmlns:a="http://schemas.openxmlformats.org/drawingml/2006/main" w="25400">
            <a:solidFill>
              <a:srgbClr val="A98AF2"/>
            </a:solidFill>
            <a:prstDash val="solid"/>
          </a:ln>
        </p:spPr>
      </p:sp>
      <p:sp>
        <p:nvSpPr>
          <p:cNvPr id="12" name="capability_v1_s32_o12">
            <a:extLst xmlns:a="http://schemas.openxmlformats.org/drawingml/2006/main">
              <a:ext uri="{FF2B5EF4-FFF2-40B4-BE49-F238E27FC236}">
                <a16:creationId xmlns:a16="http://schemas.microsoft.com/office/drawing/2014/main" id="{86D5602E-67B0-465B-804B-1450D224BD27}"/>
              </a:ext>
            </a:extLst>
          </p:cNvPr>
          <p:cNvSpPr>
            <a:spLocks xmlns:a="http://schemas.openxmlformats.org/drawingml/2006/main" noGrp="1"/>
          </p:cNvSpPr>
          <p:nvPr/>
        </p:nvSpPr>
        <p:spPr>
          <a:xfrm xmlns:a="http://schemas.openxmlformats.org/drawingml/2006/main">
            <a:off x="5499100" y="3606800"/>
            <a:ext cx="406400" cy="95"/>
          </a:xfrm>
          <a:custGeom xmlns:a="http://schemas.openxmlformats.org/drawingml/2006/main">
            <a:pathLst>
              <a:path w="406400" h="95">
                <a:moveTo>
                  <a:pt x="0" y="0"/>
                </a:moveTo>
                <a:lnTo>
                  <a:pt x="406400" y="0"/>
                </a:lnTo>
              </a:path>
            </a:pathLst>
          </a:custGeom>
          <a:noFill xmlns:a="http://schemas.openxmlformats.org/drawingml/2006/main"/>
          <a:ln xmlns:a="http://schemas.openxmlformats.org/drawingml/2006/main" w="25400">
            <a:solidFill>
              <a:srgbClr val="A98AF2"/>
            </a:solidFill>
            <a:prstDash val="solid"/>
          </a:ln>
        </p:spPr>
      </p:sp>
      <p:sp>
        <p:nvSpPr>
          <p:cNvPr id="13" name="capability_v1_s32_o13">
            <a:extLst xmlns:a="http://schemas.openxmlformats.org/drawingml/2006/main">
              <a:ext uri="{FF2B5EF4-FFF2-40B4-BE49-F238E27FC236}">
                <a16:creationId xmlns:a16="http://schemas.microsoft.com/office/drawing/2014/main" id="{BC6D96CB-7970-4B2D-96D2-3A11D2C7C2BD}"/>
              </a:ext>
            </a:extLst>
          </p:cNvPr>
          <p:cNvSpPr>
            <a:spLocks xmlns:a="http://schemas.openxmlformats.org/drawingml/2006/main" noGrp="1"/>
          </p:cNvSpPr>
          <p:nvPr/>
        </p:nvSpPr>
        <p:spPr>
          <a:xfrm xmlns:a="http://schemas.openxmlformats.org/drawingml/2006/main">
            <a:off x="5499100" y="3733800"/>
            <a:ext cx="406400" cy="95"/>
          </a:xfrm>
          <a:custGeom xmlns:a="http://schemas.openxmlformats.org/drawingml/2006/main">
            <a:pathLst>
              <a:path w="406400" h="95">
                <a:moveTo>
                  <a:pt x="0" y="0"/>
                </a:moveTo>
                <a:lnTo>
                  <a:pt x="406400" y="0"/>
                </a:lnTo>
              </a:path>
            </a:pathLst>
          </a:custGeom>
          <a:noFill xmlns:a="http://schemas.openxmlformats.org/drawingml/2006/main"/>
          <a:ln xmlns:a="http://schemas.openxmlformats.org/drawingml/2006/main" w="25400">
            <a:solidFill>
              <a:srgbClr val="A98AF2"/>
            </a:solidFill>
            <a:prstDash val="solid"/>
          </a:ln>
        </p:spPr>
      </p:sp>
      <p:sp>
        <p:nvSpPr>
          <p:cNvPr id="14" name="capability_v1_s32_o14">
            <a:extLst xmlns:a="http://schemas.openxmlformats.org/drawingml/2006/main">
              <a:ext uri="{FF2B5EF4-FFF2-40B4-BE49-F238E27FC236}">
                <a16:creationId xmlns:a16="http://schemas.microsoft.com/office/drawing/2014/main" id="{B41F51D5-D154-4304-A71A-8A6BDBFD3D80}"/>
              </a:ext>
            </a:extLst>
          </p:cNvPr>
          <p:cNvSpPr>
            <a:spLocks xmlns:a="http://schemas.openxmlformats.org/drawingml/2006/main" noGrp="1"/>
          </p:cNvSpPr>
          <p:nvPr/>
        </p:nvSpPr>
        <p:spPr>
          <a:xfrm xmlns:a="http://schemas.openxmlformats.org/drawingml/2006/main">
            <a:off x="5664200" y="3568700"/>
            <a:ext cx="76200" cy="76200"/>
          </a:xfrm>
          <a:prstGeom xmlns:a="http://schemas.openxmlformats.org/drawingml/2006/main" prst="ellipse">
            <a:avLst/>
          </a:prstGeom>
          <a:solidFill xmlns:a="http://schemas.openxmlformats.org/drawingml/2006/main">
            <a:srgbClr val="06111F"/>
          </a:solidFill>
          <a:ln xmlns:a="http://schemas.openxmlformats.org/drawingml/2006/main" w="19050">
            <a:solidFill>
              <a:srgbClr val="A98AF2"/>
            </a:solidFill>
          </a:ln>
        </p:spPr>
      </p:sp>
      <p:sp>
        <p:nvSpPr>
          <p:cNvPr id="15" name="capability_v1_s32_o15">
            <a:extLst xmlns:a="http://schemas.openxmlformats.org/drawingml/2006/main">
              <a:ext uri="{FF2B5EF4-FFF2-40B4-BE49-F238E27FC236}">
                <a16:creationId xmlns:a16="http://schemas.microsoft.com/office/drawing/2014/main" id="{A219B3EB-BE61-47DA-95E9-519AFEBE3388}"/>
              </a:ext>
            </a:extLst>
          </p:cNvPr>
          <p:cNvSpPr>
            <a:spLocks xmlns:a="http://schemas.openxmlformats.org/drawingml/2006/main" noGrp="1"/>
          </p:cNvSpPr>
          <p:nvPr/>
        </p:nvSpPr>
        <p:spPr>
          <a:xfrm xmlns:a="http://schemas.openxmlformats.org/drawingml/2006/main">
            <a:off x="4241800" y="3606800"/>
            <a:ext cx="1244600" cy="95"/>
          </a:xfrm>
          <a:custGeom xmlns:a="http://schemas.openxmlformats.org/drawingml/2006/main">
            <a:pathLst>
              <a:path w="1244600" h="95">
                <a:moveTo>
                  <a:pt x="0" y="0"/>
                </a:moveTo>
                <a:lnTo>
                  <a:pt x="12446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6" name="capability_v1_s32_o16">
            <a:extLst xmlns:a="http://schemas.openxmlformats.org/drawingml/2006/main">
              <a:ext uri="{FF2B5EF4-FFF2-40B4-BE49-F238E27FC236}">
                <a16:creationId xmlns:a16="http://schemas.microsoft.com/office/drawing/2014/main" id="{DD7446C3-5755-4D19-896B-EFC8E6C80E8F}"/>
              </a:ext>
            </a:extLst>
          </p:cNvPr>
          <p:cNvSpPr>
            <a:spLocks xmlns:a="http://schemas.openxmlformats.org/drawingml/2006/main" noGrp="1"/>
          </p:cNvSpPr>
          <p:nvPr/>
        </p:nvSpPr>
        <p:spPr>
          <a:xfrm xmlns:a="http://schemas.openxmlformats.org/drawingml/2006/main">
            <a:off x="4241800" y="3606800"/>
            <a:ext cx="1244600" cy="95"/>
          </a:xfrm>
          <a:custGeom xmlns:a="http://schemas.openxmlformats.org/drawingml/2006/main">
            <a:pathLst>
              <a:path w="1244600" h="95">
                <a:moveTo>
                  <a:pt x="0" y="0"/>
                </a:moveTo>
                <a:lnTo>
                  <a:pt x="1244600" y="0"/>
                </a:lnTo>
              </a:path>
            </a:pathLst>
          </a:custGeom>
          <a:noFill xmlns:a="http://schemas.openxmlformats.org/drawingml/2006/main"/>
          <a:ln xmlns:a="http://schemas.openxmlformats.org/drawingml/2006/main" w="31750">
            <a:solidFill>
              <a:srgbClr val="F6B94D"/>
            </a:solidFill>
            <a:prstDash val="solid"/>
          </a:ln>
        </p:spPr>
      </p:sp>
      <p:sp>
        <p:nvSpPr>
          <p:cNvPr id="17" name="capability_v1_s32_o16_arrow">
            <a:extLst xmlns:a="http://schemas.openxmlformats.org/drawingml/2006/main">
              <a:ext uri="{FF2B5EF4-FFF2-40B4-BE49-F238E27FC236}">
                <a16:creationId xmlns:a16="http://schemas.microsoft.com/office/drawing/2014/main" id="{73A41D88-F4FF-4F5E-8E0C-41B8F1C286E2}"/>
              </a:ext>
            </a:extLst>
          </p:cNvPr>
          <p:cNvSpPr>
            <a:spLocks xmlns:a="http://schemas.openxmlformats.org/drawingml/2006/main" noGrp="1"/>
          </p:cNvSpPr>
          <p:nvPr/>
        </p:nvSpPr>
        <p:spPr>
          <a:xfrm xmlns:a="http://schemas.openxmlformats.org/drawingml/2006/main">
            <a:off x="5410200" y="35674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8" name="capability_v1_s32_o17">
            <a:extLst xmlns:a="http://schemas.openxmlformats.org/drawingml/2006/main">
              <a:ext uri="{FF2B5EF4-FFF2-40B4-BE49-F238E27FC236}">
                <a16:creationId xmlns:a16="http://schemas.microsoft.com/office/drawing/2014/main" id="{AA9C96F4-54DF-487D-B950-AAD1ACDAFB57}"/>
              </a:ext>
            </a:extLst>
          </p:cNvPr>
          <p:cNvSpPr>
            <a:spLocks xmlns:a="http://schemas.openxmlformats.org/drawingml/2006/main" noGrp="1"/>
          </p:cNvSpPr>
          <p:nvPr/>
        </p:nvSpPr>
        <p:spPr>
          <a:xfrm xmlns:a="http://schemas.openxmlformats.org/drawingml/2006/main">
            <a:off x="5918200" y="3606800"/>
            <a:ext cx="1574800" cy="95"/>
          </a:xfrm>
          <a:custGeom xmlns:a="http://schemas.openxmlformats.org/drawingml/2006/main">
            <a:pathLst>
              <a:path w="1574800" h="95">
                <a:moveTo>
                  <a:pt x="0" y="0"/>
                </a:moveTo>
                <a:lnTo>
                  <a:pt x="15748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9" name="capability_v1_s32_o18">
            <a:extLst xmlns:a="http://schemas.openxmlformats.org/drawingml/2006/main">
              <a:ext uri="{FF2B5EF4-FFF2-40B4-BE49-F238E27FC236}">
                <a16:creationId xmlns:a16="http://schemas.microsoft.com/office/drawing/2014/main" id="{383B78DA-1088-46BD-9C5D-E4AEF86F9FE1}"/>
              </a:ext>
            </a:extLst>
          </p:cNvPr>
          <p:cNvSpPr>
            <a:spLocks xmlns:a="http://schemas.openxmlformats.org/drawingml/2006/main" noGrp="1"/>
          </p:cNvSpPr>
          <p:nvPr/>
        </p:nvSpPr>
        <p:spPr>
          <a:xfrm xmlns:a="http://schemas.openxmlformats.org/drawingml/2006/main">
            <a:off x="5918200" y="3606800"/>
            <a:ext cx="1574800" cy="95"/>
          </a:xfrm>
          <a:custGeom xmlns:a="http://schemas.openxmlformats.org/drawingml/2006/main">
            <a:pathLst>
              <a:path w="1574800" h="95">
                <a:moveTo>
                  <a:pt x="0" y="0"/>
                </a:moveTo>
                <a:lnTo>
                  <a:pt x="1574800" y="0"/>
                </a:lnTo>
              </a:path>
            </a:pathLst>
          </a:custGeom>
          <a:noFill xmlns:a="http://schemas.openxmlformats.org/drawingml/2006/main"/>
          <a:ln xmlns:a="http://schemas.openxmlformats.org/drawingml/2006/main" w="31750">
            <a:solidFill>
              <a:srgbClr val="4DE0B0"/>
            </a:solidFill>
            <a:prstDash val="solid"/>
          </a:ln>
        </p:spPr>
      </p:sp>
      <p:sp>
        <p:nvSpPr>
          <p:cNvPr id="20" name="capability_v1_s32_o18_arrow">
            <a:extLst xmlns:a="http://schemas.openxmlformats.org/drawingml/2006/main">
              <a:ext uri="{FF2B5EF4-FFF2-40B4-BE49-F238E27FC236}">
                <a16:creationId xmlns:a16="http://schemas.microsoft.com/office/drawing/2014/main" id="{F94F6470-2B4C-469B-B634-DA00E21D9832}"/>
              </a:ext>
            </a:extLst>
          </p:cNvPr>
          <p:cNvSpPr>
            <a:spLocks xmlns:a="http://schemas.openxmlformats.org/drawingml/2006/main" noGrp="1"/>
          </p:cNvSpPr>
          <p:nvPr/>
        </p:nvSpPr>
        <p:spPr>
          <a:xfrm xmlns:a="http://schemas.openxmlformats.org/drawingml/2006/main">
            <a:off x="7416800" y="35674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21" name="capability_v1_s32_o19">
            <a:extLst xmlns:a="http://schemas.openxmlformats.org/drawingml/2006/main">
              <a:ext uri="{FF2B5EF4-FFF2-40B4-BE49-F238E27FC236}">
                <a16:creationId xmlns:a16="http://schemas.microsoft.com/office/drawing/2014/main" id="{5FBA6A13-1A77-45B2-99F8-FA1AA108D333}"/>
              </a:ext>
            </a:extLst>
          </p:cNvPr>
          <p:cNvSpPr>
            <a:spLocks xmlns:a="http://schemas.openxmlformats.org/drawingml/2006/main" noGrp="1"/>
          </p:cNvSpPr>
          <p:nvPr/>
        </p:nvSpPr>
        <p:spPr>
          <a:xfrm xmlns:a="http://schemas.openxmlformats.org/drawingml/2006/main">
            <a:off x="7645400" y="3098800"/>
            <a:ext cx="3873500" cy="1143000"/>
          </a:xfrm>
          <a:prstGeom xmlns:a="http://schemas.openxmlformats.org/drawingml/2006/main" prst="roundRect">
            <a:avLst>
              <a:gd name="adj" fmla="val 8889"/>
            </a:avLst>
          </a:prstGeom>
          <a:solidFill xmlns:a="http://schemas.openxmlformats.org/drawingml/2006/main">
            <a:srgbClr val="020A14"/>
          </a:solidFill>
          <a:ln xmlns:a="http://schemas.openxmlformats.org/drawingml/2006/main" w="0">
            <a:noFill/>
          </a:ln>
        </p:spPr>
      </p:sp>
      <p:sp>
        <p:nvSpPr>
          <p:cNvPr id="22" name="capability_v1_s32_o20">
            <a:extLst xmlns:a="http://schemas.openxmlformats.org/drawingml/2006/main">
              <a:ext uri="{FF2B5EF4-FFF2-40B4-BE49-F238E27FC236}">
                <a16:creationId xmlns:a16="http://schemas.microsoft.com/office/drawing/2014/main" id="{5572B297-357A-4D7C-BE20-5DF81D3CA87D}"/>
              </a:ext>
            </a:extLst>
          </p:cNvPr>
          <p:cNvSpPr>
            <a:spLocks xmlns:a="http://schemas.openxmlformats.org/drawingml/2006/main" noGrp="1"/>
          </p:cNvSpPr>
          <p:nvPr/>
        </p:nvSpPr>
        <p:spPr>
          <a:xfrm xmlns:a="http://schemas.openxmlformats.org/drawingml/2006/main">
            <a:off x="7594600" y="3035300"/>
            <a:ext cx="3873500" cy="1143000"/>
          </a:xfrm>
          <a:prstGeom xmlns:a="http://schemas.openxmlformats.org/drawingml/2006/main" prst="roundRect">
            <a:avLst>
              <a:gd name="adj" fmla="val 8889"/>
            </a:avLst>
          </a:prstGeom>
          <a:solidFill xmlns:a="http://schemas.openxmlformats.org/drawingml/2006/main">
            <a:srgbClr val="102238"/>
          </a:solidFill>
          <a:ln xmlns:a="http://schemas.openxmlformats.org/drawingml/2006/main" w="17780">
            <a:solidFill>
              <a:srgbClr val="4DE0B0"/>
            </a:solidFill>
          </a:ln>
        </p:spPr>
      </p:sp>
      <p:sp>
        <p:nvSpPr>
          <p:cNvPr id="23" name="capability_v1_s32_o21">
            <a:extLst xmlns:a="http://schemas.openxmlformats.org/drawingml/2006/main">
              <a:ext uri="{FF2B5EF4-FFF2-40B4-BE49-F238E27FC236}">
                <a16:creationId xmlns:a16="http://schemas.microsoft.com/office/drawing/2014/main" id="{59B45DBD-9E4D-429F-9CA1-2E4EDB4DF254}"/>
              </a:ext>
            </a:extLst>
          </p:cNvPr>
          <p:cNvSpPr>
            <a:spLocks xmlns:a="http://schemas.openxmlformats.org/drawingml/2006/main" noGrp="1"/>
          </p:cNvSpPr>
          <p:nvPr/>
        </p:nvSpPr>
        <p:spPr>
          <a:xfrm xmlns:a="http://schemas.openxmlformats.org/drawingml/2006/main">
            <a:off x="7658100" y="3098800"/>
            <a:ext cx="37465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24" name="capability_v1_s32_o22">
            <a:extLst xmlns:a="http://schemas.openxmlformats.org/drawingml/2006/main">
              <a:ext uri="{FF2B5EF4-FFF2-40B4-BE49-F238E27FC236}">
                <a16:creationId xmlns:a16="http://schemas.microsoft.com/office/drawing/2014/main" id="{458F9E29-EB1B-4568-ABAC-AB4A18BBE103}"/>
              </a:ext>
            </a:extLst>
          </p:cNvPr>
          <p:cNvSpPr>
            <a:spLocks xmlns:a="http://schemas.openxmlformats.org/drawingml/2006/main" noGrp="1"/>
          </p:cNvSpPr>
          <p:nvPr/>
        </p:nvSpPr>
        <p:spPr>
          <a:xfrm xmlns:a="http://schemas.openxmlformats.org/drawingml/2006/main">
            <a:off x="7505700" y="36068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5" name="capability_v1_s32_o23">
            <a:extLst xmlns:a="http://schemas.openxmlformats.org/drawingml/2006/main">
              <a:ext uri="{FF2B5EF4-FFF2-40B4-BE49-F238E27FC236}">
                <a16:creationId xmlns:a16="http://schemas.microsoft.com/office/drawing/2014/main" id="{1E188505-CD3A-4CFD-BC37-B92A9A652171}"/>
              </a:ext>
            </a:extLst>
          </p:cNvPr>
          <p:cNvSpPr>
            <a:spLocks xmlns:a="http://schemas.openxmlformats.org/drawingml/2006/main" noGrp="1"/>
          </p:cNvSpPr>
          <p:nvPr/>
        </p:nvSpPr>
        <p:spPr>
          <a:xfrm xmlns:a="http://schemas.openxmlformats.org/drawingml/2006/main">
            <a:off x="11468100" y="360680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6" name="capability_v1_s32_o24">
            <a:extLst xmlns:a="http://schemas.openxmlformats.org/drawingml/2006/main">
              <a:ext uri="{FF2B5EF4-FFF2-40B4-BE49-F238E27FC236}">
                <a16:creationId xmlns:a16="http://schemas.microsoft.com/office/drawing/2014/main" id="{726DA241-85FA-49F6-92A6-E1B078BBE70D}"/>
              </a:ext>
            </a:extLst>
          </p:cNvPr>
          <p:cNvSpPr>
            <a:spLocks xmlns:a="http://schemas.openxmlformats.org/drawingml/2006/main" noGrp="1"/>
          </p:cNvSpPr>
          <p:nvPr/>
        </p:nvSpPr>
        <p:spPr>
          <a:xfrm xmlns:a="http://schemas.openxmlformats.org/drawingml/2006/main">
            <a:off x="7658100" y="3187700"/>
            <a:ext cx="37465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sda embodiment plan port</a:t>
            </a:r>
          </a:p>
        </p:txBody>
      </p:sp>
      <p:sp>
        <p:nvSpPr>
          <p:cNvPr id="27" name="capability_v1_s32_o25">
            <a:extLst xmlns:a="http://schemas.openxmlformats.org/drawingml/2006/main">
              <a:ext uri="{FF2B5EF4-FFF2-40B4-BE49-F238E27FC236}">
                <a16:creationId xmlns:a16="http://schemas.microsoft.com/office/drawing/2014/main" id="{148E93E1-DC96-4A13-B4AD-780CC2DEF45B}"/>
              </a:ext>
            </a:extLst>
          </p:cNvPr>
          <p:cNvSpPr>
            <a:spLocks xmlns:a="http://schemas.openxmlformats.org/drawingml/2006/main" noGrp="1"/>
          </p:cNvSpPr>
          <p:nvPr/>
        </p:nvSpPr>
        <p:spPr>
          <a:xfrm xmlns:a="http://schemas.openxmlformats.org/drawingml/2006/main">
            <a:off x="838200" y="24130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6B94D"/>
                </a:solidFill>
                <a:latin typeface="Arial"/>
                <a:ea typeface="Arial"/>
                <a:cs typeface="Arial"/>
              </a:defRPr>
            </a:defPPr>
          </a:lstStyle>
          <a:p xmlns:a="http://schemas.openxmlformats.org/drawingml/2006/main">
            <a:pPr algn="l">
              <a:lnSpc>
                <a:spcPct val="108000"/>
              </a:lnSpc>
              <a:buNone/>
              <a:defRPr sz="1300" b="0">
                <a:solidFill>
                  <a:srgbClr val="F6B94D"/>
                </a:solidFill>
                <a:latin typeface="Arial"/>
                <a:ea typeface="Arial"/>
                <a:cs typeface="Arial"/>
              </a:defRPr>
            </a:pPr>
            <a:r>
              <a:rPr sz="1300" b="0">
                <a:solidFill>
                  <a:srgbClr val="F6B94D"/>
                </a:solidFill>
                <a:latin typeface="Arial"/>
                <a:ea typeface="Arial"/>
                <a:cs typeface="Arial"/>
              </a:rPr>
              <a:t>DECLARED PORT</a:t>
            </a:r>
          </a:p>
        </p:txBody>
      </p:sp>
      <p:sp>
        <p:nvSpPr>
          <p:cNvPr id="28" name="capability_v1_s32_o26">
            <a:extLst xmlns:a="http://schemas.openxmlformats.org/drawingml/2006/main">
              <a:ext uri="{FF2B5EF4-FFF2-40B4-BE49-F238E27FC236}">
                <a16:creationId xmlns:a16="http://schemas.microsoft.com/office/drawing/2014/main" id="{687881FC-2591-494E-BCC3-4B10058DE4B1}"/>
              </a:ext>
            </a:extLst>
          </p:cNvPr>
          <p:cNvSpPr>
            <a:spLocks xmlns:a="http://schemas.openxmlformats.org/drawingml/2006/main" noGrp="1"/>
          </p:cNvSpPr>
          <p:nvPr/>
        </p:nvSpPr>
        <p:spPr>
          <a:xfrm xmlns:a="http://schemas.openxmlformats.org/drawingml/2006/main">
            <a:off x="5067300" y="4381500"/>
            <a:ext cx="158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0">
                <a:solidFill>
                  <a:srgbClr val="A98AF2"/>
                </a:solidFill>
                <a:latin typeface="Arial"/>
                <a:ea typeface="Arial"/>
                <a:cs typeface="Arial"/>
              </a:defRPr>
            </a:defPPr>
          </a:lstStyle>
          <a:p xmlns:a="http://schemas.openxmlformats.org/drawingml/2006/main">
            <a:pPr algn="ctr">
              <a:lnSpc>
                <a:spcPct val="108000"/>
              </a:lnSpc>
              <a:buNone/>
              <a:defRPr sz="1300" b="0">
                <a:solidFill>
                  <a:srgbClr val="A98AF2"/>
                </a:solidFill>
                <a:latin typeface="Arial"/>
                <a:ea typeface="Arial"/>
                <a:cs typeface="Arial"/>
              </a:defRPr>
            </a:pPr>
            <a:r>
              <a:rPr sz="1300" b="0">
                <a:solidFill>
                  <a:srgbClr val="A98AF2"/>
                </a:solidFill>
                <a:latin typeface="Arial"/>
                <a:ea typeface="Arial"/>
                <a:cs typeface="Arial"/>
              </a:rPr>
              <a:t>BINDING</a:t>
            </a:r>
          </a:p>
        </p:txBody>
      </p:sp>
      <p:sp>
        <p:nvSpPr>
          <p:cNvPr id="29" name="capability_v1_s32_o27">
            <a:extLst xmlns:a="http://schemas.openxmlformats.org/drawingml/2006/main">
              <a:ext uri="{FF2B5EF4-FFF2-40B4-BE49-F238E27FC236}">
                <a16:creationId xmlns:a16="http://schemas.microsoft.com/office/drawing/2014/main" id="{F5E2EA72-0C6E-4C91-9CCC-5B1FCFA27362}"/>
              </a:ext>
            </a:extLst>
          </p:cNvPr>
          <p:cNvSpPr>
            <a:spLocks xmlns:a="http://schemas.openxmlformats.org/drawingml/2006/main" noGrp="1"/>
          </p:cNvSpPr>
          <p:nvPr/>
        </p:nvSpPr>
        <p:spPr>
          <a:xfrm xmlns:a="http://schemas.openxmlformats.org/drawingml/2006/main">
            <a:off x="7620000" y="2413000"/>
            <a:ext cx="374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4DE0B0"/>
                </a:solidFill>
                <a:latin typeface="Arial"/>
                <a:ea typeface="Arial"/>
                <a:cs typeface="Arial"/>
              </a:defRPr>
            </a:defPPr>
          </a:lstStyle>
          <a:p xmlns:a="http://schemas.openxmlformats.org/drawingml/2006/main">
            <a:pPr algn="l">
              <a:lnSpc>
                <a:spcPct val="108000"/>
              </a:lnSpc>
              <a:buNone/>
              <a:defRPr sz="1300" b="0">
                <a:solidFill>
                  <a:srgbClr val="4DE0B0"/>
                </a:solidFill>
                <a:latin typeface="Arial"/>
                <a:ea typeface="Arial"/>
                <a:cs typeface="Arial"/>
              </a:defRPr>
            </a:pPr>
            <a:r>
              <a:rPr sz="1300" b="0">
                <a:solidFill>
                  <a:srgbClr val="4DE0B0"/>
                </a:solidFill>
                <a:latin typeface="Arial"/>
                <a:ea typeface="Arial"/>
                <a:cs typeface="Arial"/>
              </a:rPr>
              <a:t>PLATFORM / PROVIDER</a:t>
            </a:r>
          </a:p>
        </p:txBody>
      </p:sp>
      <p:sp>
        <p:nvSpPr>
          <p:cNvPr id="30" name="capability_v1_s32_o28">
            <a:extLst xmlns:a="http://schemas.openxmlformats.org/drawingml/2006/main">
              <a:ext uri="{FF2B5EF4-FFF2-40B4-BE49-F238E27FC236}">
                <a16:creationId xmlns:a16="http://schemas.microsoft.com/office/drawing/2014/main" id="{243F1B04-17CB-4D9A-A870-5AAEF9B2BAA0}"/>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632251487"/>
      </p:ext>
    </p:extLst>
  </p:cSld>
</p:sld>
</file>

<file path=ppt/slides/slide3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8" name="capability_v2_s1_o1">
            <a:extLst xmlns:a="http://schemas.openxmlformats.org/drawingml/2006/main">
              <a:ext uri="{FF2B5EF4-FFF2-40B4-BE49-F238E27FC236}">
                <a16:creationId xmlns:a16="http://schemas.microsoft.com/office/drawing/2014/main" id="{E57F6A07-54B9-40BA-A652-6EA3DC081A9E}"/>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Provider authority and lineage</a:t>
            </a:r>
          </a:p>
        </p:txBody>
      </p:sp>
      <p:sp>
        <p:nvSpPr>
          <p:cNvPr id="2" name="capability_v2_s1_o2">
            <a:extLst xmlns:a="http://schemas.openxmlformats.org/drawingml/2006/main">
              <a:ext uri="{FF2B5EF4-FFF2-40B4-BE49-F238E27FC236}">
                <a16:creationId xmlns:a16="http://schemas.microsoft.com/office/drawing/2014/main" id="{CE26B836-3DEF-4D56-B78B-148261D3CF24}"/>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sda-authority-transformation-port.v1</a:t>
            </a:r>
          </a:p>
        </p:txBody>
      </p:sp>
      <p:sp>
        <p:nvSpPr>
          <p:cNvPr id="3" name="capability_v2_s1_o3">
            <a:extLst xmlns:a="http://schemas.openxmlformats.org/drawingml/2006/main">
              <a:ext uri="{FF2B5EF4-FFF2-40B4-BE49-F238E27FC236}">
                <a16:creationId xmlns:a16="http://schemas.microsoft.com/office/drawing/2014/main" id="{A6398DBB-FC70-44E3-9D13-ACF797CE8914}"/>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33</a:t>
            </a:r>
          </a:p>
        </p:txBody>
      </p:sp>
      <p:sp>
        <p:nvSpPr>
          <p:cNvPr id="4" name="capability_v2_s1_o4">
            <a:extLst xmlns:a="http://schemas.openxmlformats.org/drawingml/2006/main">
              <a:ext uri="{FF2B5EF4-FFF2-40B4-BE49-F238E27FC236}">
                <a16:creationId xmlns:a16="http://schemas.microsoft.com/office/drawing/2014/main" id="{72DC3EA6-71B6-413D-A22F-620971FE1B81}"/>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transformationId</a:t>
            </a:r>
          </a:p>
        </p:txBody>
      </p:sp>
      <p:sp>
        <p:nvSpPr>
          <p:cNvPr id="5" name="capability_v2_s1_o5">
            <a:extLst xmlns:a="http://schemas.openxmlformats.org/drawingml/2006/main">
              <a:ext uri="{FF2B5EF4-FFF2-40B4-BE49-F238E27FC236}">
                <a16:creationId xmlns:a16="http://schemas.microsoft.com/office/drawing/2014/main" id="{3CF73C37-5063-4F3F-9128-095F98F4DB54}"/>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2_s1_o6">
            <a:extLst xmlns:a="http://schemas.openxmlformats.org/drawingml/2006/main">
              <a:ext uri="{FF2B5EF4-FFF2-40B4-BE49-F238E27FC236}">
                <a16:creationId xmlns:a16="http://schemas.microsoft.com/office/drawing/2014/main" id="{324CF54A-E3BF-4883-9651-3984821DE5AB}"/>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procedural-dungeon-governed-execution-transform.v1</a:t>
            </a:r>
          </a:p>
        </p:txBody>
      </p:sp>
      <p:sp>
        <p:nvSpPr>
          <p:cNvPr id="7" name="capability_v2_s1_o7">
            <a:extLst xmlns:a="http://schemas.openxmlformats.org/drawingml/2006/main">
              <a:ext uri="{FF2B5EF4-FFF2-40B4-BE49-F238E27FC236}">
                <a16:creationId xmlns:a16="http://schemas.microsoft.com/office/drawing/2014/main" id="{F591C330-798D-4E4D-8E2C-17FD1EAAC6BB}"/>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244739175"/>
      </p:ext>
    </p:extLst>
  </p:cSld>
</p:sld>
</file>

<file path=ppt/slides/slide3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27" name="capability_v2_s2_o1">
            <a:extLst xmlns:a="http://schemas.openxmlformats.org/drawingml/2006/main">
              <a:ext uri="{FF2B5EF4-FFF2-40B4-BE49-F238E27FC236}">
                <a16:creationId xmlns:a16="http://schemas.microsoft.com/office/drawing/2014/main" id="{7DC1E9EC-438B-4C9E-B90A-F3753DA60CCC}"/>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09 · Interface and CLI display</a:t>
            </a:r>
          </a:p>
        </p:txBody>
      </p:sp>
      <p:sp>
        <p:nvSpPr>
          <p:cNvPr id="2" name="capability_v2_s2_o2">
            <a:extLst xmlns:a="http://schemas.openxmlformats.org/drawingml/2006/main">
              <a:ext uri="{FF2B5EF4-FFF2-40B4-BE49-F238E27FC236}">
                <a16:creationId xmlns:a16="http://schemas.microsoft.com/office/drawing/2014/main" id="{A23AC813-298A-4895-A5AB-222BAE500E78}"/>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How is the capability exposed to a person or caller?</a:t>
            </a:r>
          </a:p>
        </p:txBody>
      </p:sp>
      <p:sp>
        <p:nvSpPr>
          <p:cNvPr id="3" name="capability_v2_s2_o3">
            <a:extLst xmlns:a="http://schemas.openxmlformats.org/drawingml/2006/main">
              <a:ext uri="{FF2B5EF4-FFF2-40B4-BE49-F238E27FC236}">
                <a16:creationId xmlns:a16="http://schemas.microsoft.com/office/drawing/2014/main" id="{1C5FD40E-0EA4-4ACB-BE0C-C8DD3E2F091F}"/>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34</a:t>
            </a:r>
          </a:p>
        </p:txBody>
      </p:sp>
      <p:sp>
        <p:nvSpPr>
          <p:cNvPr id="4" name="capability_v2_s2_o4">
            <a:extLst xmlns:a="http://schemas.openxmlformats.org/drawingml/2006/main">
              <a:ext uri="{FF2B5EF4-FFF2-40B4-BE49-F238E27FC236}">
                <a16:creationId xmlns:a16="http://schemas.microsoft.com/office/drawing/2014/main" id="{6A2F192E-E4D9-45B0-9697-3084973AAE57}"/>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2_s2_o5">
            <a:extLst xmlns:a="http://schemas.openxmlformats.org/drawingml/2006/main">
              <a:ext uri="{FF2B5EF4-FFF2-40B4-BE49-F238E27FC236}">
                <a16:creationId xmlns:a16="http://schemas.microsoft.com/office/drawing/2014/main" id="{E837DE54-4165-4504-8803-5ECAE7FB1084}"/>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2_s2_o6">
            <a:extLst xmlns:a="http://schemas.openxmlformats.org/drawingml/2006/main">
              <a:ext uri="{FF2B5EF4-FFF2-40B4-BE49-F238E27FC236}">
                <a16:creationId xmlns:a16="http://schemas.microsoft.com/office/drawing/2014/main" id="{5CF8338F-A5F2-4A06-92B7-2029090C7467}"/>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2_s2_o7">
            <a:extLst xmlns:a="http://schemas.openxmlformats.org/drawingml/2006/main">
              <a:ext uri="{FF2B5EF4-FFF2-40B4-BE49-F238E27FC236}">
                <a16:creationId xmlns:a16="http://schemas.microsoft.com/office/drawing/2014/main" id="{357821FA-3FA7-44C9-92F5-79C89E53ED67}"/>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2_s2_o8">
            <a:extLst xmlns:a="http://schemas.openxmlformats.org/drawingml/2006/main">
              <a:ext uri="{FF2B5EF4-FFF2-40B4-BE49-F238E27FC236}">
                <a16:creationId xmlns:a16="http://schemas.microsoft.com/office/drawing/2014/main" id="{9BB43962-36F8-44D5-9B84-B436E64BA842}"/>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2_s2_o9">
            <a:extLst xmlns:a="http://schemas.openxmlformats.org/drawingml/2006/main">
              <a:ext uri="{FF2B5EF4-FFF2-40B4-BE49-F238E27FC236}">
                <a16:creationId xmlns:a16="http://schemas.microsoft.com/office/drawing/2014/main" id="{44BB464C-DC63-4279-95E0-A4FE36F95A0B}"/>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Caller interface</a:t>
            </a:r>
          </a:p>
        </p:txBody>
      </p:sp>
      <p:sp>
        <p:nvSpPr>
          <p:cNvPr id="10" name="capability_v2_s2_o10">
            <a:extLst xmlns:a="http://schemas.openxmlformats.org/drawingml/2006/main">
              <a:ext uri="{FF2B5EF4-FFF2-40B4-BE49-F238E27FC236}">
                <a16:creationId xmlns:a16="http://schemas.microsoft.com/office/drawing/2014/main" id="{5A2D3FAE-25C5-40CB-B2B8-B91197C49E80}"/>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5A7FF">
                <a:alpha val="7000"/>
              </a:srgbClr>
            </a:solidFill>
            <a:prstDash val="solid"/>
          </a:ln>
        </p:spPr>
      </p:sp>
      <p:sp>
        <p:nvSpPr>
          <p:cNvPr id="11" name="capability_v2_s2_o11">
            <a:extLst xmlns:a="http://schemas.openxmlformats.org/drawingml/2006/main">
              <a:ext uri="{FF2B5EF4-FFF2-40B4-BE49-F238E27FC236}">
                <a16:creationId xmlns:a16="http://schemas.microsoft.com/office/drawing/2014/main" id="{9DA16C8F-6A49-4FAA-882B-4424BABB5E89}"/>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45A7FF">
                <a:alpha val="7000"/>
              </a:srgbClr>
            </a:solidFill>
            <a:prstDash val="solid"/>
          </a:ln>
        </p:spPr>
      </p:sp>
      <p:sp>
        <p:nvSpPr>
          <p:cNvPr id="12" name="capability_v2_s2_o12">
            <a:extLst xmlns:a="http://schemas.openxmlformats.org/drawingml/2006/main">
              <a:ext uri="{FF2B5EF4-FFF2-40B4-BE49-F238E27FC236}">
                <a16:creationId xmlns:a16="http://schemas.microsoft.com/office/drawing/2014/main" id="{97594C61-C8BD-43C7-A666-E0F27C090BF0}"/>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5A7FF">
                <a:alpha val="7000"/>
              </a:srgbClr>
            </a:solidFill>
            <a:prstDash val="solid"/>
          </a:ln>
        </p:spPr>
      </p:sp>
      <p:sp>
        <p:nvSpPr>
          <p:cNvPr id="13" name="capability_v2_s2_o13">
            <a:extLst xmlns:a="http://schemas.openxmlformats.org/drawingml/2006/main">
              <a:ext uri="{FF2B5EF4-FFF2-40B4-BE49-F238E27FC236}">
                <a16:creationId xmlns:a16="http://schemas.microsoft.com/office/drawing/2014/main" id="{DEDA794F-5D67-485D-8610-D86174007E07}"/>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5A7FF"/>
            </a:solidFill>
            <a:prstDash val="solid"/>
          </a:ln>
        </p:spPr>
      </p:sp>
      <p:sp>
        <p:nvSpPr>
          <p:cNvPr id="14" name="capability_v2_s2_o14">
            <a:extLst xmlns:a="http://schemas.openxmlformats.org/drawingml/2006/main">
              <a:ext uri="{FF2B5EF4-FFF2-40B4-BE49-F238E27FC236}">
                <a16:creationId xmlns:a16="http://schemas.microsoft.com/office/drawing/2014/main" id="{CE7D7D63-958C-4604-8352-9FC81E6502C4}"/>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45A7FF"/>
            </a:solidFill>
            <a:prstDash val="solid"/>
          </a:ln>
        </p:spPr>
      </p:sp>
      <p:sp>
        <p:nvSpPr>
          <p:cNvPr id="15" name="capability_v2_s2_o15">
            <a:extLst xmlns:a="http://schemas.openxmlformats.org/drawingml/2006/main">
              <a:ext uri="{FF2B5EF4-FFF2-40B4-BE49-F238E27FC236}">
                <a16:creationId xmlns:a16="http://schemas.microsoft.com/office/drawing/2014/main" id="{C3080AB4-95AC-4523-9621-E86759DBC947}"/>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5A7FF"/>
            </a:solidFill>
            <a:prstDash val="solid"/>
          </a:ln>
        </p:spPr>
      </p:sp>
      <p:sp>
        <p:nvSpPr>
          <p:cNvPr id="16" name="capability_v2_s2_o15_arrow">
            <a:extLst xmlns:a="http://schemas.openxmlformats.org/drawingml/2006/main">
              <a:ext uri="{FF2B5EF4-FFF2-40B4-BE49-F238E27FC236}">
                <a16:creationId xmlns:a16="http://schemas.microsoft.com/office/drawing/2014/main" id="{98293113-221B-4475-A03B-D9AB257E53A4}"/>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5A7FF"/>
          </a:solidFill>
          <a:ln xmlns:a="http://schemas.openxmlformats.org/drawingml/2006/main" w="0">
            <a:noFill/>
          </a:ln>
        </p:spPr>
      </p:sp>
      <p:sp>
        <p:nvSpPr>
          <p:cNvPr id="17" name="capability_v2_s2_o16">
            <a:extLst xmlns:a="http://schemas.openxmlformats.org/drawingml/2006/main">
              <a:ext uri="{FF2B5EF4-FFF2-40B4-BE49-F238E27FC236}">
                <a16:creationId xmlns:a16="http://schemas.microsoft.com/office/drawing/2014/main" id="{EF50DABE-E653-4AEB-B331-0AE955025CB6}"/>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5A7FF">
              <a:alpha val="10000"/>
            </a:srgbClr>
          </a:solidFill>
          <a:ln xmlns:a="http://schemas.openxmlformats.org/drawingml/2006/main" w="0">
            <a:noFill/>
          </a:ln>
        </p:spPr>
      </p:sp>
      <p:sp>
        <p:nvSpPr>
          <p:cNvPr id="18" name="capability_v2_s2_o17">
            <a:extLst xmlns:a="http://schemas.openxmlformats.org/drawingml/2006/main">
              <a:ext uri="{FF2B5EF4-FFF2-40B4-BE49-F238E27FC236}">
                <a16:creationId xmlns:a16="http://schemas.microsoft.com/office/drawing/2014/main" id="{64E25D1B-B6F6-41A9-84B1-5AF6CCD59B7E}"/>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5A7FF"/>
          </a:solidFill>
          <a:ln xmlns:a="http://schemas.openxmlformats.org/drawingml/2006/main" w="12700">
            <a:solidFill>
              <a:srgbClr val="06111F"/>
            </a:solidFill>
          </a:ln>
        </p:spPr>
      </p:sp>
      <p:sp>
        <p:nvSpPr>
          <p:cNvPr id="19" name="capability_v2_s2_o18">
            <a:extLst xmlns:a="http://schemas.openxmlformats.org/drawingml/2006/main">
              <a:ext uri="{FF2B5EF4-FFF2-40B4-BE49-F238E27FC236}">
                <a16:creationId xmlns:a16="http://schemas.microsoft.com/office/drawing/2014/main" id="{65AD0113-9357-40B9-8812-3A13546C4DBC}"/>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2_s2_o19">
            <a:extLst xmlns:a="http://schemas.openxmlformats.org/drawingml/2006/main">
              <a:ext uri="{FF2B5EF4-FFF2-40B4-BE49-F238E27FC236}">
                <a16:creationId xmlns:a16="http://schemas.microsoft.com/office/drawing/2014/main" id="{EE304AF0-E505-4107-97B7-CD24724BC502}"/>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5A7FF"/>
            </a:solidFill>
          </a:ln>
        </p:spPr>
      </p:sp>
      <p:sp>
        <p:nvSpPr>
          <p:cNvPr id="21" name="capability_v2_s2_o20">
            <a:extLst xmlns:a="http://schemas.openxmlformats.org/drawingml/2006/main">
              <a:ext uri="{FF2B5EF4-FFF2-40B4-BE49-F238E27FC236}">
                <a16:creationId xmlns:a16="http://schemas.microsoft.com/office/drawing/2014/main" id="{B7749C27-49D1-4581-8F18-0390AC3874A6}"/>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22" name="capability_v2_s2_o21">
            <a:extLst xmlns:a="http://schemas.openxmlformats.org/drawingml/2006/main">
              <a:ext uri="{FF2B5EF4-FFF2-40B4-BE49-F238E27FC236}">
                <a16:creationId xmlns:a16="http://schemas.microsoft.com/office/drawing/2014/main" id="{7DD7CD09-6B61-4071-9FC8-2FF18AF9C532}"/>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23" name="capability_v2_s2_o22">
            <a:extLst xmlns:a="http://schemas.openxmlformats.org/drawingml/2006/main">
              <a:ext uri="{FF2B5EF4-FFF2-40B4-BE49-F238E27FC236}">
                <a16:creationId xmlns:a16="http://schemas.microsoft.com/office/drawing/2014/main" id="{4444630A-86C4-4B42-B29D-6C579A32ADE4}"/>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24" name="capability_v2_s2_o23">
            <a:extLst xmlns:a="http://schemas.openxmlformats.org/drawingml/2006/main">
              <a:ext uri="{FF2B5EF4-FFF2-40B4-BE49-F238E27FC236}">
                <a16:creationId xmlns:a16="http://schemas.microsoft.com/office/drawing/2014/main" id="{87820546-7006-496C-BCEF-93EECF597894}"/>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procedural dungeon governed</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execution cli</a:t>
            </a:r>
          </a:p>
        </p:txBody>
      </p:sp>
      <p:sp>
        <p:nvSpPr>
          <p:cNvPr id="25" name="capability_v2_s2_o24">
            <a:extLst xmlns:a="http://schemas.openxmlformats.org/drawingml/2006/main">
              <a:ext uri="{FF2B5EF4-FFF2-40B4-BE49-F238E27FC236}">
                <a16:creationId xmlns:a16="http://schemas.microsoft.com/office/drawing/2014/main" id="{9C30DF0B-4495-4273-88CD-7666E9B36695}"/>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declared interface configuration, identified by digest</a:t>
            </a:r>
          </a:p>
        </p:txBody>
      </p:sp>
      <p:sp>
        <p:nvSpPr>
          <p:cNvPr id="26" name="capability_v2_s2_o25">
            <a:extLst xmlns:a="http://schemas.openxmlformats.org/drawingml/2006/main">
              <a:ext uri="{FF2B5EF4-FFF2-40B4-BE49-F238E27FC236}">
                <a16:creationId xmlns:a16="http://schemas.microsoft.com/office/drawing/2014/main" id="{D5E498E5-D288-4ED7-9CDA-97976028074A}"/>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550742807"/>
      </p:ext>
    </p:extLst>
  </p:cSld>
</p:sld>
</file>

<file path=ppt/slides/slide3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2_s3_o1">
            <a:extLst xmlns:a="http://schemas.openxmlformats.org/drawingml/2006/main">
              <a:ext uri="{FF2B5EF4-FFF2-40B4-BE49-F238E27FC236}">
                <a16:creationId xmlns:a16="http://schemas.microsoft.com/office/drawing/2014/main" id="{77FB3371-E955-4358-A758-247A455FB4D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CLI input and display contract</a:t>
            </a:r>
          </a:p>
        </p:txBody>
      </p:sp>
      <p:sp>
        <p:nvSpPr>
          <p:cNvPr id="2" name="capability_v2_s3_o2">
            <a:extLst xmlns:a="http://schemas.openxmlformats.org/drawingml/2006/main">
              <a:ext uri="{FF2B5EF4-FFF2-40B4-BE49-F238E27FC236}">
                <a16:creationId xmlns:a16="http://schemas.microsoft.com/office/drawing/2014/main" id="{5A26858F-9E3F-4695-B502-9526D29D3C8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procedural-dungeon-governed-execution-cli</a:t>
            </a:r>
          </a:p>
        </p:txBody>
      </p:sp>
      <p:sp>
        <p:nvSpPr>
          <p:cNvPr id="3" name="capability_v2_s3_o3">
            <a:extLst xmlns:a="http://schemas.openxmlformats.org/drawingml/2006/main">
              <a:ext uri="{FF2B5EF4-FFF2-40B4-BE49-F238E27FC236}">
                <a16:creationId xmlns:a16="http://schemas.microsoft.com/office/drawing/2014/main" id="{5F9B8F78-10A7-4758-8173-18F2D6CEFE13}"/>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35</a:t>
            </a:r>
          </a:p>
        </p:txBody>
      </p:sp>
      <p:sp>
        <p:nvSpPr>
          <p:cNvPr id="4" name="capability_v2_s3_o4">
            <a:extLst xmlns:a="http://schemas.openxmlformats.org/drawingml/2006/main">
              <a:ext uri="{FF2B5EF4-FFF2-40B4-BE49-F238E27FC236}">
                <a16:creationId xmlns:a16="http://schemas.microsoft.com/office/drawing/2014/main" id="{3D2AA7CE-5459-4100-9977-54F441D6F3D6}"/>
              </a:ext>
            </a:extLst>
          </p:cNvPr>
          <p:cNvSpPr>
            <a:spLocks xmlns:a="http://schemas.openxmlformats.org/drawingml/2006/main" noGrp="1"/>
          </p:cNvSpPr>
          <p:nvPr/>
        </p:nvSpPr>
        <p:spPr>
          <a:xfrm xmlns:a="http://schemas.openxmlformats.org/drawingml/2006/main">
            <a:off x="685800" y="18796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F6B94D"/>
                </a:solidFill>
                <a:latin typeface="Arial"/>
                <a:ea typeface="Arial"/>
                <a:cs typeface="Arial"/>
              </a:defRPr>
            </a:defPPr>
          </a:lstStyle>
          <a:p xmlns:a="http://schemas.openxmlformats.org/drawingml/2006/main">
            <a:pPr algn="l">
              <a:lnSpc>
                <a:spcPct val="108000"/>
              </a:lnSpc>
              <a:buNone/>
              <a:defRPr sz="1400" b="1">
                <a:solidFill>
                  <a:srgbClr val="F6B94D"/>
                </a:solidFill>
                <a:latin typeface="Arial"/>
                <a:ea typeface="Arial"/>
                <a:cs typeface="Arial"/>
              </a:defRPr>
            </a:pPr>
            <a:r>
              <a:rPr sz="1400" b="1">
                <a:solidFill>
                  <a:srgbClr val="F6B94D"/>
                </a:solidFill>
                <a:latin typeface="Arial"/>
                <a:ea typeface="Arial"/>
                <a:cs typeface="Arial"/>
              </a:rPr>
              <a:t>Input</a:t>
            </a:r>
          </a:p>
        </p:txBody>
      </p:sp>
      <p:sp>
        <p:nvSpPr>
          <p:cNvPr id="5" name="capability_v2_s3_o5">
            <a:extLst xmlns:a="http://schemas.openxmlformats.org/drawingml/2006/main">
              <a:ext uri="{FF2B5EF4-FFF2-40B4-BE49-F238E27FC236}">
                <a16:creationId xmlns:a16="http://schemas.microsoft.com/office/drawing/2014/main" id="{DBC1A7B7-1855-411A-A0BA-6FB68E0126A8}"/>
              </a:ext>
            </a:extLst>
          </p:cNvPr>
          <p:cNvSpPr>
            <a:spLocks xmlns:a="http://schemas.openxmlformats.org/drawingml/2006/main" noGrp="1"/>
          </p:cNvSpPr>
          <p:nvPr/>
        </p:nvSpPr>
        <p:spPr>
          <a:xfrm xmlns:a="http://schemas.openxmlformats.org/drawingml/2006/main">
            <a:off x="2794000" y="19304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F6B94D"/>
            </a:solidFill>
            <a:prstDash val="solid"/>
          </a:ln>
        </p:spPr>
      </p:sp>
      <p:sp>
        <p:nvSpPr>
          <p:cNvPr id="6" name="capability_v2_s3_o6">
            <a:extLst xmlns:a="http://schemas.openxmlformats.org/drawingml/2006/main">
              <a:ext uri="{FF2B5EF4-FFF2-40B4-BE49-F238E27FC236}">
                <a16:creationId xmlns:a16="http://schemas.microsoft.com/office/drawing/2014/main" id="{9F5E4CD2-2199-49A3-B415-EDE05C6D54AA}"/>
              </a:ext>
            </a:extLst>
          </p:cNvPr>
          <p:cNvSpPr>
            <a:spLocks xmlns:a="http://schemas.openxmlformats.org/drawingml/2006/main" noGrp="1"/>
          </p:cNvSpPr>
          <p:nvPr/>
        </p:nvSpPr>
        <p:spPr>
          <a:xfrm xmlns:a="http://schemas.openxmlformats.org/drawingml/2006/main">
            <a:off x="3111500" y="18542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json through sda-json-cli.v1</a:t>
            </a:r>
          </a:p>
        </p:txBody>
      </p:sp>
      <p:sp>
        <p:nvSpPr>
          <p:cNvPr id="7" name="capability_v2_s3_o7">
            <a:extLst xmlns:a="http://schemas.openxmlformats.org/drawingml/2006/main">
              <a:ext uri="{FF2B5EF4-FFF2-40B4-BE49-F238E27FC236}">
                <a16:creationId xmlns:a16="http://schemas.microsoft.com/office/drawing/2014/main" id="{B4B1AEB6-65B7-48DC-ADB9-1A61257A22A9}"/>
              </a:ext>
            </a:extLst>
          </p:cNvPr>
          <p:cNvSpPr>
            <a:spLocks xmlns:a="http://schemas.openxmlformats.org/drawingml/2006/main" noGrp="1"/>
          </p:cNvSpPr>
          <p:nvPr/>
        </p:nvSpPr>
        <p:spPr>
          <a:xfrm xmlns:a="http://schemas.openxmlformats.org/drawingml/2006/main">
            <a:off x="685800" y="32258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5A7FF"/>
                </a:solidFill>
                <a:latin typeface="Arial"/>
                <a:ea typeface="Arial"/>
                <a:cs typeface="Arial"/>
              </a:defRPr>
            </a:defPPr>
          </a:lstStyle>
          <a:p xmlns:a="http://schemas.openxmlformats.org/drawingml/2006/main">
            <a:pPr algn="l">
              <a:lnSpc>
                <a:spcPct val="108000"/>
              </a:lnSpc>
              <a:buNone/>
              <a:defRPr sz="1400" b="1">
                <a:solidFill>
                  <a:srgbClr val="45A7FF"/>
                </a:solidFill>
                <a:latin typeface="Arial"/>
                <a:ea typeface="Arial"/>
                <a:cs typeface="Arial"/>
              </a:defRPr>
            </a:pPr>
            <a:r>
              <a:rPr sz="1400" b="1">
                <a:solidFill>
                  <a:srgbClr val="45A7FF"/>
                </a:solidFill>
                <a:latin typeface="Arial"/>
                <a:ea typeface="Arial"/>
                <a:cs typeface="Arial"/>
              </a:rPr>
              <a:t>Root scenario</a:t>
            </a:r>
          </a:p>
        </p:txBody>
      </p:sp>
      <p:sp>
        <p:nvSpPr>
          <p:cNvPr id="8" name="capability_v2_s3_o8">
            <a:extLst xmlns:a="http://schemas.openxmlformats.org/drawingml/2006/main">
              <a:ext uri="{FF2B5EF4-FFF2-40B4-BE49-F238E27FC236}">
                <a16:creationId xmlns:a16="http://schemas.microsoft.com/office/drawing/2014/main" id="{0CB2975F-A061-4A9E-A0FE-E30F605C6B44}"/>
              </a:ext>
            </a:extLst>
          </p:cNvPr>
          <p:cNvSpPr>
            <a:spLocks xmlns:a="http://schemas.openxmlformats.org/drawingml/2006/main" noGrp="1"/>
          </p:cNvSpPr>
          <p:nvPr/>
        </p:nvSpPr>
        <p:spPr>
          <a:xfrm xmlns:a="http://schemas.openxmlformats.org/drawingml/2006/main">
            <a:off x="2794000" y="32766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5A7FF"/>
            </a:solidFill>
            <a:prstDash val="solid"/>
          </a:ln>
        </p:spPr>
      </p:sp>
      <p:sp>
        <p:nvSpPr>
          <p:cNvPr id="9" name="capability_v2_s3_o9">
            <a:extLst xmlns:a="http://schemas.openxmlformats.org/drawingml/2006/main">
              <a:ext uri="{FF2B5EF4-FFF2-40B4-BE49-F238E27FC236}">
                <a16:creationId xmlns:a16="http://schemas.microsoft.com/office/drawing/2014/main" id="{B9628DA7-4AB1-42C7-B335-F65BE7B66993}"/>
              </a:ext>
            </a:extLst>
          </p:cNvPr>
          <p:cNvSpPr>
            <a:spLocks xmlns:a="http://schemas.openxmlformats.org/drawingml/2006/main" noGrp="1"/>
          </p:cNvSpPr>
          <p:nvPr/>
        </p:nvSpPr>
        <p:spPr>
          <a:xfrm xmlns:a="http://schemas.openxmlformats.org/drawingml/2006/main">
            <a:off x="3111500" y="32004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procedural-dungeon-governed-execution</a:t>
            </a:r>
          </a:p>
        </p:txBody>
      </p:sp>
      <p:sp>
        <p:nvSpPr>
          <p:cNvPr id="10" name="capability_v2_s3_o10">
            <a:extLst xmlns:a="http://schemas.openxmlformats.org/drawingml/2006/main">
              <a:ext uri="{FF2B5EF4-FFF2-40B4-BE49-F238E27FC236}">
                <a16:creationId xmlns:a16="http://schemas.microsoft.com/office/drawing/2014/main" id="{88F10824-1FD3-44AF-B084-C7F8F432BC69}"/>
              </a:ext>
            </a:extLst>
          </p:cNvPr>
          <p:cNvSpPr>
            <a:spLocks xmlns:a="http://schemas.openxmlformats.org/drawingml/2006/main" noGrp="1"/>
          </p:cNvSpPr>
          <p:nvPr/>
        </p:nvSpPr>
        <p:spPr>
          <a:xfrm xmlns:a="http://schemas.openxmlformats.org/drawingml/2006/main">
            <a:off x="685800" y="4572000"/>
            <a:ext cx="20701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1">
                <a:solidFill>
                  <a:srgbClr val="4DE0B0"/>
                </a:solidFill>
                <a:latin typeface="Arial"/>
                <a:ea typeface="Arial"/>
                <a:cs typeface="Arial"/>
              </a:defRPr>
            </a:defPPr>
          </a:lstStyle>
          <a:p xmlns:a="http://schemas.openxmlformats.org/drawingml/2006/main">
            <a:pPr algn="l">
              <a:lnSpc>
                <a:spcPct val="108000"/>
              </a:lnSpc>
              <a:buNone/>
              <a:defRPr sz="1400" b="1">
                <a:solidFill>
                  <a:srgbClr val="4DE0B0"/>
                </a:solidFill>
                <a:latin typeface="Arial"/>
                <a:ea typeface="Arial"/>
                <a:cs typeface="Arial"/>
              </a:defRPr>
            </a:pPr>
            <a:r>
              <a:rPr sz="1400" b="1">
                <a:solidFill>
                  <a:srgbClr val="4DE0B0"/>
                </a:solidFill>
                <a:latin typeface="Arial"/>
                <a:ea typeface="Arial"/>
                <a:cs typeface="Arial"/>
              </a:rPr>
              <a:t>Output</a:t>
            </a:r>
          </a:p>
        </p:txBody>
      </p:sp>
      <p:sp>
        <p:nvSpPr>
          <p:cNvPr id="11" name="capability_v2_s3_o11">
            <a:extLst xmlns:a="http://schemas.openxmlformats.org/drawingml/2006/main">
              <a:ext uri="{FF2B5EF4-FFF2-40B4-BE49-F238E27FC236}">
                <a16:creationId xmlns:a16="http://schemas.microsoft.com/office/drawing/2014/main" id="{25997246-435C-4712-B95D-77827A29F2CF}"/>
              </a:ext>
            </a:extLst>
          </p:cNvPr>
          <p:cNvSpPr>
            <a:spLocks xmlns:a="http://schemas.openxmlformats.org/drawingml/2006/main" noGrp="1"/>
          </p:cNvSpPr>
          <p:nvPr/>
        </p:nvSpPr>
        <p:spPr>
          <a:xfrm xmlns:a="http://schemas.openxmlformats.org/drawingml/2006/main">
            <a:off x="2794000" y="4622800"/>
            <a:ext cx="95" cy="863600"/>
          </a:xfrm>
          <a:custGeom xmlns:a="http://schemas.openxmlformats.org/drawingml/2006/main">
            <a:pathLst>
              <a:path w="95" h="863600">
                <a:moveTo>
                  <a:pt x="0" y="0"/>
                </a:moveTo>
                <a:lnTo>
                  <a:pt x="0" y="863600"/>
                </a:lnTo>
              </a:path>
            </a:pathLst>
          </a:custGeom>
          <a:noFill xmlns:a="http://schemas.openxmlformats.org/drawingml/2006/main"/>
          <a:ln xmlns:a="http://schemas.openxmlformats.org/drawingml/2006/main" w="25400">
            <a:solidFill>
              <a:srgbClr val="4DE0B0"/>
            </a:solidFill>
            <a:prstDash val="solid"/>
          </a:ln>
        </p:spPr>
      </p:sp>
      <p:sp>
        <p:nvSpPr>
          <p:cNvPr id="12" name="capability_v2_s3_o12">
            <a:extLst xmlns:a="http://schemas.openxmlformats.org/drawingml/2006/main">
              <a:ext uri="{FF2B5EF4-FFF2-40B4-BE49-F238E27FC236}">
                <a16:creationId xmlns:a16="http://schemas.microsoft.com/office/drawing/2014/main" id="{45A1D488-4D88-471B-BF48-F0B3B1C06CD8}"/>
              </a:ext>
            </a:extLst>
          </p:cNvPr>
          <p:cNvSpPr>
            <a:spLocks xmlns:a="http://schemas.openxmlformats.org/drawingml/2006/main" noGrp="1"/>
          </p:cNvSpPr>
          <p:nvPr/>
        </p:nvSpPr>
        <p:spPr>
          <a:xfrm xmlns:a="http://schemas.openxmlformats.org/drawingml/2006/main">
            <a:off x="3111500" y="4546600"/>
            <a:ext cx="83693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700" b="0">
                <a:solidFill>
                  <a:srgbClr val="F4F7FB"/>
                </a:solidFill>
                <a:latin typeface="Arial"/>
                <a:ea typeface="Arial"/>
                <a:cs typeface="Arial"/>
              </a:defRPr>
            </a:defPPr>
          </a:lstStyle>
          <a:p xmlns:a="http://schemas.openxmlformats.org/drawingml/2006/main">
            <a:pPr algn="l">
              <a:lnSpc>
                <a:spcPct val="108000"/>
              </a:lnSpc>
              <a:buNone/>
              <a:defRPr sz="1700" b="0">
                <a:solidFill>
                  <a:srgbClr val="F4F7FB"/>
                </a:solidFill>
                <a:latin typeface="Arial"/>
                <a:ea typeface="Arial"/>
                <a:cs typeface="Arial"/>
              </a:defRPr>
            </a:pPr>
            <a:r>
              <a:rPr sz="1700" b="0">
                <a:solidFill>
                  <a:srgbClr val="F4F7FB"/>
                </a:solidFill>
                <a:latin typeface="Arial"/>
                <a:ea typeface="Arial"/>
                <a:cs typeface="Arial"/>
              </a:rPr>
              <a:t>select outcome; render json</a:t>
            </a:r>
          </a:p>
        </p:txBody>
      </p:sp>
      <p:sp>
        <p:nvSpPr>
          <p:cNvPr id="13" name="capability_v2_s3_o13">
            <a:extLst xmlns:a="http://schemas.openxmlformats.org/drawingml/2006/main">
              <a:ext uri="{FF2B5EF4-FFF2-40B4-BE49-F238E27FC236}">
                <a16:creationId xmlns:a16="http://schemas.microsoft.com/office/drawing/2014/main" id="{76B6CC4A-3BC0-4E9B-AB7A-76AF338975E9}"/>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286207429"/>
      </p:ext>
    </p:extLst>
  </p:cSld>
</p:sld>
</file>

<file path=ppt/slides/slide3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8" name="capability_v2_s4_o1">
            <a:extLst xmlns:a="http://schemas.openxmlformats.org/drawingml/2006/main">
              <a:ext uri="{FF2B5EF4-FFF2-40B4-BE49-F238E27FC236}">
                <a16:creationId xmlns:a16="http://schemas.microsoft.com/office/drawing/2014/main" id="{2C043B40-2D51-448E-BA65-3EF2DF735B42}"/>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10 · Fixtures and proof</a:t>
            </a:r>
          </a:p>
        </p:txBody>
      </p:sp>
      <p:sp>
        <p:nvSpPr>
          <p:cNvPr id="2" name="capability_v2_s4_o2">
            <a:extLst xmlns:a="http://schemas.openxmlformats.org/drawingml/2006/main">
              <a:ext uri="{FF2B5EF4-FFF2-40B4-BE49-F238E27FC236}">
                <a16:creationId xmlns:a16="http://schemas.microsoft.com/office/drawing/2014/main" id="{7D718CAD-0164-4859-91D9-F61CC6D8C63F}"/>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What expectations and proof obligations are declared?</a:t>
            </a:r>
          </a:p>
        </p:txBody>
      </p:sp>
      <p:sp>
        <p:nvSpPr>
          <p:cNvPr id="3" name="capability_v2_s4_o3">
            <a:extLst xmlns:a="http://schemas.openxmlformats.org/drawingml/2006/main">
              <a:ext uri="{FF2B5EF4-FFF2-40B4-BE49-F238E27FC236}">
                <a16:creationId xmlns:a16="http://schemas.microsoft.com/office/drawing/2014/main" id="{AA09C625-38B8-4BE2-B149-89B0F11360EB}"/>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36</a:t>
            </a:r>
          </a:p>
        </p:txBody>
      </p:sp>
      <p:sp>
        <p:nvSpPr>
          <p:cNvPr id="4" name="capability_v2_s4_o4">
            <a:extLst xmlns:a="http://schemas.openxmlformats.org/drawingml/2006/main">
              <a:ext uri="{FF2B5EF4-FFF2-40B4-BE49-F238E27FC236}">
                <a16:creationId xmlns:a16="http://schemas.microsoft.com/office/drawing/2014/main" id="{152B692A-51C3-4DEC-9FB6-1C3E1B264623}"/>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2_s4_o5">
            <a:extLst xmlns:a="http://schemas.openxmlformats.org/drawingml/2006/main">
              <a:ext uri="{FF2B5EF4-FFF2-40B4-BE49-F238E27FC236}">
                <a16:creationId xmlns:a16="http://schemas.microsoft.com/office/drawing/2014/main" id="{A02430AB-51D4-4E0A-8656-7266E9CFB2A0}"/>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2_s4_o6">
            <a:extLst xmlns:a="http://schemas.openxmlformats.org/drawingml/2006/main">
              <a:ext uri="{FF2B5EF4-FFF2-40B4-BE49-F238E27FC236}">
                <a16:creationId xmlns:a16="http://schemas.microsoft.com/office/drawing/2014/main" id="{5C3D64EA-DD5C-46C7-A148-CC5C6E627A36}"/>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2_s4_o7">
            <a:extLst xmlns:a="http://schemas.openxmlformats.org/drawingml/2006/main">
              <a:ext uri="{FF2B5EF4-FFF2-40B4-BE49-F238E27FC236}">
                <a16:creationId xmlns:a16="http://schemas.microsoft.com/office/drawing/2014/main" id="{7B389DE8-E3B6-4602-815D-66393A7746CD}"/>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2_s4_o8">
            <a:extLst xmlns:a="http://schemas.openxmlformats.org/drawingml/2006/main">
              <a:ext uri="{FF2B5EF4-FFF2-40B4-BE49-F238E27FC236}">
                <a16:creationId xmlns:a16="http://schemas.microsoft.com/office/drawing/2014/main" id="{F1FCE53F-5F8E-4BB3-AF47-DE393708E793}"/>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2_s4_o9">
            <a:extLst xmlns:a="http://schemas.openxmlformats.org/drawingml/2006/main">
              <a:ext uri="{FF2B5EF4-FFF2-40B4-BE49-F238E27FC236}">
                <a16:creationId xmlns:a16="http://schemas.microsoft.com/office/drawing/2014/main" id="{96CC1890-EF4C-4F6C-9086-8172E2B5AE23}"/>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Declared</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expectations</a:t>
            </a:r>
          </a:p>
        </p:txBody>
      </p:sp>
      <p:sp>
        <p:nvSpPr>
          <p:cNvPr id="10" name="capability_v2_s4_o10">
            <a:extLst xmlns:a="http://schemas.openxmlformats.org/drawingml/2006/main">
              <a:ext uri="{FF2B5EF4-FFF2-40B4-BE49-F238E27FC236}">
                <a16:creationId xmlns:a16="http://schemas.microsoft.com/office/drawing/2014/main" id="{E3291407-A6DA-4B73-8428-1C30A49CAC5E}"/>
              </a:ext>
            </a:extLst>
          </p:cNvPr>
          <p:cNvSpPr>
            <a:spLocks xmlns:a="http://schemas.openxmlformats.org/drawingml/2006/main" noGrp="1"/>
          </p:cNvSpPr>
          <p:nvPr/>
        </p:nvSpPr>
        <p:spPr>
          <a:xfrm xmlns:a="http://schemas.openxmlformats.org/drawingml/2006/main">
            <a:off x="6134100" y="3530600"/>
            <a:ext cx="177800" cy="228600"/>
          </a:xfrm>
          <a:custGeom xmlns:a="http://schemas.openxmlformats.org/drawingml/2006/main">
            <a:pathLst>
              <a:path w="177800" h="228600">
                <a:moveTo>
                  <a:pt x="0" y="0"/>
                </a:moveTo>
                <a:lnTo>
                  <a:pt x="177800" y="228600"/>
                </a:lnTo>
              </a:path>
            </a:pathLst>
          </a:custGeom>
          <a:noFill xmlns:a="http://schemas.openxmlformats.org/drawingml/2006/main"/>
          <a:ln xmlns:a="http://schemas.openxmlformats.org/drawingml/2006/main" w="38100">
            <a:solidFill>
              <a:srgbClr val="FF5F70"/>
            </a:solidFill>
            <a:prstDash val="solid"/>
          </a:ln>
        </p:spPr>
      </p:sp>
      <p:sp>
        <p:nvSpPr>
          <p:cNvPr id="11" name="capability_v2_s4_o11">
            <a:extLst xmlns:a="http://schemas.openxmlformats.org/drawingml/2006/main">
              <a:ext uri="{FF2B5EF4-FFF2-40B4-BE49-F238E27FC236}">
                <a16:creationId xmlns:a16="http://schemas.microsoft.com/office/drawing/2014/main" id="{7380F88F-8CE9-46D6-9138-9D67F0C82AC7}"/>
              </a:ext>
            </a:extLst>
          </p:cNvPr>
          <p:cNvSpPr>
            <a:spLocks xmlns:a="http://schemas.openxmlformats.org/drawingml/2006/main" noGrp="1"/>
          </p:cNvSpPr>
          <p:nvPr/>
        </p:nvSpPr>
        <p:spPr>
          <a:xfrm xmlns:a="http://schemas.openxmlformats.org/drawingml/2006/main">
            <a:off x="6134100" y="3530600"/>
            <a:ext cx="177800" cy="228600"/>
          </a:xfrm>
          <a:custGeom xmlns:a="http://schemas.openxmlformats.org/drawingml/2006/main">
            <a:pathLst>
              <a:path w="177800" h="228600">
                <a:moveTo>
                  <a:pt x="0" y="228600"/>
                </a:moveTo>
                <a:lnTo>
                  <a:pt x="177800" y="0"/>
                </a:lnTo>
              </a:path>
            </a:pathLst>
          </a:custGeom>
          <a:noFill xmlns:a="http://schemas.openxmlformats.org/drawingml/2006/main"/>
          <a:ln xmlns:a="http://schemas.openxmlformats.org/drawingml/2006/main" w="38100">
            <a:solidFill>
              <a:srgbClr val="FF5F70"/>
            </a:solidFill>
            <a:prstDash val="solid"/>
          </a:ln>
        </p:spPr>
      </p:sp>
      <p:sp>
        <p:nvSpPr>
          <p:cNvPr id="12" name="capability_v2_s4_o12">
            <a:extLst xmlns:a="http://schemas.openxmlformats.org/drawingml/2006/main">
              <a:ext uri="{FF2B5EF4-FFF2-40B4-BE49-F238E27FC236}">
                <a16:creationId xmlns:a16="http://schemas.microsoft.com/office/drawing/2014/main" id="{B85BBB05-0F62-4E49-ACAF-68A697E78689}"/>
              </a:ext>
            </a:extLst>
          </p:cNvPr>
          <p:cNvSpPr>
            <a:spLocks xmlns:a="http://schemas.openxmlformats.org/drawingml/2006/main" noGrp="1"/>
          </p:cNvSpPr>
          <p:nvPr/>
        </p:nvSpPr>
        <p:spPr>
          <a:xfrm xmlns:a="http://schemas.openxmlformats.org/drawingml/2006/main">
            <a:off x="3746500" y="3644900"/>
            <a:ext cx="2222500" cy="95"/>
          </a:xfrm>
          <a:custGeom xmlns:a="http://schemas.openxmlformats.org/drawingml/2006/main">
            <a:pathLst>
              <a:path w="2222500" h="95">
                <a:moveTo>
                  <a:pt x="0" y="0"/>
                </a:moveTo>
                <a:lnTo>
                  <a:pt x="2222500" y="0"/>
                </a:lnTo>
              </a:path>
            </a:pathLst>
          </a:custGeom>
          <a:noFill xmlns:a="http://schemas.openxmlformats.org/drawingml/2006/main"/>
          <a:ln xmlns:a="http://schemas.openxmlformats.org/drawingml/2006/main" w="95250">
            <a:solidFill>
              <a:srgbClr val="FF5F70">
                <a:alpha val="7000"/>
              </a:srgbClr>
            </a:solidFill>
            <a:prstDash val="solid"/>
          </a:ln>
        </p:spPr>
      </p:sp>
      <p:sp>
        <p:nvSpPr>
          <p:cNvPr id="13" name="capability_v2_s4_o13">
            <a:extLst xmlns:a="http://schemas.openxmlformats.org/drawingml/2006/main">
              <a:ext uri="{FF2B5EF4-FFF2-40B4-BE49-F238E27FC236}">
                <a16:creationId xmlns:a16="http://schemas.microsoft.com/office/drawing/2014/main" id="{78364A17-BDBC-4E49-938B-4F8C76BC41D8}"/>
              </a:ext>
            </a:extLst>
          </p:cNvPr>
          <p:cNvSpPr>
            <a:spLocks xmlns:a="http://schemas.openxmlformats.org/drawingml/2006/main" noGrp="1"/>
          </p:cNvSpPr>
          <p:nvPr/>
        </p:nvSpPr>
        <p:spPr>
          <a:xfrm xmlns:a="http://schemas.openxmlformats.org/drawingml/2006/main">
            <a:off x="3746500" y="3644900"/>
            <a:ext cx="2222500" cy="95"/>
          </a:xfrm>
          <a:custGeom xmlns:a="http://schemas.openxmlformats.org/drawingml/2006/main">
            <a:pathLst>
              <a:path w="2222500" h="95">
                <a:moveTo>
                  <a:pt x="0" y="0"/>
                </a:moveTo>
                <a:lnTo>
                  <a:pt x="2222500" y="0"/>
                </a:lnTo>
              </a:path>
            </a:pathLst>
          </a:custGeom>
          <a:noFill xmlns:a="http://schemas.openxmlformats.org/drawingml/2006/main"/>
          <a:ln xmlns:a="http://schemas.openxmlformats.org/drawingml/2006/main" w="31750">
            <a:solidFill>
              <a:srgbClr val="FF5F70"/>
            </a:solidFill>
            <a:prstDash val="solid"/>
          </a:ln>
        </p:spPr>
      </p:sp>
      <p:sp>
        <p:nvSpPr>
          <p:cNvPr id="14" name="capability_v2_s4_o13_arrow">
            <a:extLst xmlns:a="http://schemas.openxmlformats.org/drawingml/2006/main">
              <a:ext uri="{FF2B5EF4-FFF2-40B4-BE49-F238E27FC236}">
                <a16:creationId xmlns:a16="http://schemas.microsoft.com/office/drawing/2014/main" id="{9B46CF31-9F36-4204-8879-609741EE9695}"/>
              </a:ext>
            </a:extLst>
          </p:cNvPr>
          <p:cNvSpPr>
            <a:spLocks xmlns:a="http://schemas.openxmlformats.org/drawingml/2006/main" noGrp="1"/>
          </p:cNvSpPr>
          <p:nvPr/>
        </p:nvSpPr>
        <p:spPr>
          <a:xfrm xmlns:a="http://schemas.openxmlformats.org/drawingml/2006/main">
            <a:off x="5892800" y="36055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F5F70"/>
          </a:solidFill>
          <a:ln xmlns:a="http://schemas.openxmlformats.org/drawingml/2006/main" w="0">
            <a:noFill/>
          </a:ln>
        </p:spPr>
      </p:sp>
      <p:sp>
        <p:nvSpPr>
          <p:cNvPr id="15" name="capability_v2_s4_o14">
            <a:extLst xmlns:a="http://schemas.openxmlformats.org/drawingml/2006/main">
              <a:ext uri="{FF2B5EF4-FFF2-40B4-BE49-F238E27FC236}">
                <a16:creationId xmlns:a16="http://schemas.microsoft.com/office/drawing/2014/main" id="{48A68F44-A8B1-4818-8A86-1F3F83719164}"/>
              </a:ext>
            </a:extLst>
          </p:cNvPr>
          <p:cNvSpPr>
            <a:spLocks xmlns:a="http://schemas.openxmlformats.org/drawingml/2006/main" noGrp="1"/>
          </p:cNvSpPr>
          <p:nvPr/>
        </p:nvSpPr>
        <p:spPr>
          <a:xfrm xmlns:a="http://schemas.openxmlformats.org/drawingml/2006/main">
            <a:off x="6794500" y="3302000"/>
            <a:ext cx="4254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2000" b="0">
                <a:solidFill>
                  <a:srgbClr val="A8B8CA"/>
                </a:solidFill>
                <a:latin typeface="Arial"/>
                <a:ea typeface="Arial"/>
                <a:cs typeface="Arial"/>
              </a:defRPr>
            </a:defPPr>
          </a:lstStyle>
          <a:p xmlns:a="http://schemas.openxmlformats.org/drawingml/2006/main">
            <a:pPr algn="l">
              <a:lnSpc>
                <a:spcPct val="108000"/>
              </a:lnSpc>
              <a:buNone/>
              <a:defRPr sz="2000" b="0">
                <a:solidFill>
                  <a:srgbClr val="A8B8CA"/>
                </a:solidFill>
                <a:latin typeface="Arial"/>
                <a:ea typeface="Arial"/>
                <a:cs typeface="Arial"/>
              </a:defRPr>
            </a:pPr>
            <a:r>
              <a:rPr sz="2000" b="0">
                <a:solidFill>
                  <a:srgbClr val="A8B8CA"/>
                </a:solidFill>
                <a:latin typeface="Arial"/>
                <a:ea typeface="Arial"/>
                <a:cs typeface="Arial"/>
              </a:rPr>
              <a:t>No linked evidence returned</a:t>
            </a:r>
          </a:p>
        </p:txBody>
      </p:sp>
      <p:sp>
        <p:nvSpPr>
          <p:cNvPr id="16" name="capability_v2_s4_o15">
            <a:extLst xmlns:a="http://schemas.openxmlformats.org/drawingml/2006/main">
              <a:ext uri="{FF2B5EF4-FFF2-40B4-BE49-F238E27FC236}">
                <a16:creationId xmlns:a16="http://schemas.microsoft.com/office/drawing/2014/main" id="{EEDDE848-6F5C-4D6C-A383-4E4BC3A5A87C}"/>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fixture and proof declarations; execution results are not queried</a:t>
            </a:r>
          </a:p>
        </p:txBody>
      </p:sp>
      <p:sp>
        <p:nvSpPr>
          <p:cNvPr id="17" name="capability_v2_s4_o16">
            <a:extLst xmlns:a="http://schemas.openxmlformats.org/drawingml/2006/main">
              <a:ext uri="{FF2B5EF4-FFF2-40B4-BE49-F238E27FC236}">
                <a16:creationId xmlns:a16="http://schemas.microsoft.com/office/drawing/2014/main" id="{2997FB88-C661-4628-988E-CCEEA6C2DC77}"/>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2075089454"/>
      </p:ext>
    </p:extLst>
  </p:cSld>
</p:sld>
</file>

<file path=ppt/slides/slide3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72" name="capability_v2_s5_o1">
            <a:extLst xmlns:a="http://schemas.openxmlformats.org/drawingml/2006/main">
              <a:ext uri="{FF2B5EF4-FFF2-40B4-BE49-F238E27FC236}">
                <a16:creationId xmlns:a16="http://schemas.microsoft.com/office/drawing/2014/main" id="{192A1B86-D09D-4A6D-B7A7-079EEC5603CA}"/>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11 · Alignment evaluation</a:t>
            </a:r>
          </a:p>
        </p:txBody>
      </p:sp>
      <p:sp>
        <p:nvSpPr>
          <p:cNvPr id="2" name="capability_v2_s5_o2">
            <a:extLst xmlns:a="http://schemas.openxmlformats.org/drawingml/2006/main">
              <a:ext uri="{FF2B5EF4-FFF2-40B4-BE49-F238E27FC236}">
                <a16:creationId xmlns:a16="http://schemas.microsoft.com/office/drawing/2014/main" id="{445EC5BE-685C-4B17-94E7-340F97CB628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What evidence supports consistency across the layers?</a:t>
            </a:r>
          </a:p>
        </p:txBody>
      </p:sp>
      <p:sp>
        <p:nvSpPr>
          <p:cNvPr id="3" name="capability_v2_s5_o3">
            <a:extLst xmlns:a="http://schemas.openxmlformats.org/drawingml/2006/main">
              <a:ext uri="{FF2B5EF4-FFF2-40B4-BE49-F238E27FC236}">
                <a16:creationId xmlns:a16="http://schemas.microsoft.com/office/drawing/2014/main" id="{FA9EFADA-8E4B-48B2-81C6-088F9871D5C7}"/>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37</a:t>
            </a:r>
          </a:p>
        </p:txBody>
      </p:sp>
      <p:sp>
        <p:nvSpPr>
          <p:cNvPr id="4" name="capability_v2_s5_o4">
            <a:extLst xmlns:a="http://schemas.openxmlformats.org/drawingml/2006/main">
              <a:ext uri="{FF2B5EF4-FFF2-40B4-BE49-F238E27FC236}">
                <a16:creationId xmlns:a16="http://schemas.microsoft.com/office/drawing/2014/main" id="{81142FEF-5A80-45EA-9658-A823F051D788}"/>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2_s5_o5">
            <a:extLst xmlns:a="http://schemas.openxmlformats.org/drawingml/2006/main">
              <a:ext uri="{FF2B5EF4-FFF2-40B4-BE49-F238E27FC236}">
                <a16:creationId xmlns:a16="http://schemas.microsoft.com/office/drawing/2014/main" id="{F6D56F5C-445B-458B-8D19-9688848E6DE5}"/>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2_s5_o6">
            <a:extLst xmlns:a="http://schemas.openxmlformats.org/drawingml/2006/main">
              <a:ext uri="{FF2B5EF4-FFF2-40B4-BE49-F238E27FC236}">
                <a16:creationId xmlns:a16="http://schemas.microsoft.com/office/drawing/2014/main" id="{508D96D5-FC28-45C8-A0C6-1C6C9828FEAA}"/>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2_s5_o7">
            <a:extLst xmlns:a="http://schemas.openxmlformats.org/drawingml/2006/main">
              <a:ext uri="{FF2B5EF4-FFF2-40B4-BE49-F238E27FC236}">
                <a16:creationId xmlns:a16="http://schemas.microsoft.com/office/drawing/2014/main" id="{D36F9A0A-3A2D-4C6A-8E0E-E682B8B47F83}"/>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2_s5_o8">
            <a:extLst xmlns:a="http://schemas.openxmlformats.org/drawingml/2006/main">
              <a:ext uri="{FF2B5EF4-FFF2-40B4-BE49-F238E27FC236}">
                <a16:creationId xmlns:a16="http://schemas.microsoft.com/office/drawing/2014/main" id="{E2B820C1-4AC2-4216-881A-42407D1530A6}"/>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2_s5_o9">
            <a:extLst xmlns:a="http://schemas.openxmlformats.org/drawingml/2006/main">
              <a:ext uri="{FF2B5EF4-FFF2-40B4-BE49-F238E27FC236}">
                <a16:creationId xmlns:a16="http://schemas.microsoft.com/office/drawing/2014/main" id="{5A44444A-1137-4D1C-BCDC-A7526FE2EA12}"/>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Cross layer</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consistency</a:t>
            </a:r>
          </a:p>
        </p:txBody>
      </p:sp>
      <p:sp>
        <p:nvSpPr>
          <p:cNvPr id="10" name="capability_v2_s5_o10">
            <a:extLst xmlns:a="http://schemas.openxmlformats.org/drawingml/2006/main">
              <a:ext uri="{FF2B5EF4-FFF2-40B4-BE49-F238E27FC236}">
                <a16:creationId xmlns:a16="http://schemas.microsoft.com/office/drawing/2014/main" id="{CFC44CB6-DE69-4F30-A084-FA63CC7B40FD}"/>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FF5F70">
                <a:alpha val="7000"/>
              </a:srgbClr>
            </a:solidFill>
            <a:prstDash val="solid"/>
          </a:ln>
        </p:spPr>
      </p:sp>
      <p:sp>
        <p:nvSpPr>
          <p:cNvPr id="11" name="capability_v2_s5_o11">
            <a:extLst xmlns:a="http://schemas.openxmlformats.org/drawingml/2006/main">
              <a:ext uri="{FF2B5EF4-FFF2-40B4-BE49-F238E27FC236}">
                <a16:creationId xmlns:a16="http://schemas.microsoft.com/office/drawing/2014/main" id="{8885E517-18DB-474D-A5D4-7453C75BC9FF}"/>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FF5F70">
                <a:alpha val="7000"/>
              </a:srgbClr>
            </a:solidFill>
            <a:prstDash val="solid"/>
          </a:ln>
        </p:spPr>
      </p:sp>
      <p:sp>
        <p:nvSpPr>
          <p:cNvPr id="12" name="capability_v2_s5_o12">
            <a:extLst xmlns:a="http://schemas.openxmlformats.org/drawingml/2006/main">
              <a:ext uri="{FF2B5EF4-FFF2-40B4-BE49-F238E27FC236}">
                <a16:creationId xmlns:a16="http://schemas.microsoft.com/office/drawing/2014/main" id="{68568462-2F5B-48D3-94F3-657F365B71AF}"/>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FF5F70">
                <a:alpha val="7000"/>
              </a:srgbClr>
            </a:solidFill>
            <a:prstDash val="solid"/>
          </a:ln>
        </p:spPr>
      </p:sp>
      <p:sp>
        <p:nvSpPr>
          <p:cNvPr id="13" name="capability_v2_s5_o13">
            <a:extLst xmlns:a="http://schemas.openxmlformats.org/drawingml/2006/main">
              <a:ext uri="{FF2B5EF4-FFF2-40B4-BE49-F238E27FC236}">
                <a16:creationId xmlns:a16="http://schemas.microsoft.com/office/drawing/2014/main" id="{E39894C8-D602-46EE-9A5D-90D4E131A89D}"/>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FF5F70"/>
            </a:solidFill>
            <a:prstDash val="solid"/>
          </a:ln>
        </p:spPr>
      </p:sp>
      <p:sp>
        <p:nvSpPr>
          <p:cNvPr id="14" name="capability_v2_s5_o14">
            <a:extLst xmlns:a="http://schemas.openxmlformats.org/drawingml/2006/main">
              <a:ext uri="{FF2B5EF4-FFF2-40B4-BE49-F238E27FC236}">
                <a16:creationId xmlns:a16="http://schemas.microsoft.com/office/drawing/2014/main" id="{A742F7AD-B746-4EAB-8235-2AD7B227C12B}"/>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FF5F70"/>
            </a:solidFill>
            <a:prstDash val="solid"/>
          </a:ln>
        </p:spPr>
      </p:sp>
      <p:sp>
        <p:nvSpPr>
          <p:cNvPr id="15" name="capability_v2_s5_o15">
            <a:extLst xmlns:a="http://schemas.openxmlformats.org/drawingml/2006/main">
              <a:ext uri="{FF2B5EF4-FFF2-40B4-BE49-F238E27FC236}">
                <a16:creationId xmlns:a16="http://schemas.microsoft.com/office/drawing/2014/main" id="{606BCD8B-D92C-40EF-BCBB-D18161FBB7ED}"/>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FF5F70"/>
            </a:solidFill>
            <a:prstDash val="solid"/>
          </a:ln>
        </p:spPr>
      </p:sp>
      <p:sp>
        <p:nvSpPr>
          <p:cNvPr id="16" name="capability_v2_s5_o15_arrow">
            <a:extLst xmlns:a="http://schemas.openxmlformats.org/drawingml/2006/main">
              <a:ext uri="{FF2B5EF4-FFF2-40B4-BE49-F238E27FC236}">
                <a16:creationId xmlns:a16="http://schemas.microsoft.com/office/drawing/2014/main" id="{3704BFBE-13D3-43E9-993E-0EF2E2AFD34B}"/>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F5F70"/>
          </a:solidFill>
          <a:ln xmlns:a="http://schemas.openxmlformats.org/drawingml/2006/main" w="0">
            <a:noFill/>
          </a:ln>
        </p:spPr>
      </p:sp>
      <p:sp>
        <p:nvSpPr>
          <p:cNvPr id="17" name="capability_v2_s5_o16">
            <a:extLst xmlns:a="http://schemas.openxmlformats.org/drawingml/2006/main">
              <a:ext uri="{FF2B5EF4-FFF2-40B4-BE49-F238E27FC236}">
                <a16:creationId xmlns:a16="http://schemas.microsoft.com/office/drawing/2014/main" id="{77FD0E47-622F-4558-89D5-79A6B9689BA2}"/>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FF5F70">
              <a:alpha val="10000"/>
            </a:srgbClr>
          </a:solidFill>
          <a:ln xmlns:a="http://schemas.openxmlformats.org/drawingml/2006/main" w="0">
            <a:noFill/>
          </a:ln>
        </p:spPr>
      </p:sp>
      <p:sp>
        <p:nvSpPr>
          <p:cNvPr id="18" name="capability_v2_s5_o17">
            <a:extLst xmlns:a="http://schemas.openxmlformats.org/drawingml/2006/main">
              <a:ext uri="{FF2B5EF4-FFF2-40B4-BE49-F238E27FC236}">
                <a16:creationId xmlns:a16="http://schemas.microsoft.com/office/drawing/2014/main" id="{29857AD6-902A-452A-948B-4D7D06BEEE78}"/>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FF5F70"/>
          </a:solidFill>
          <a:ln xmlns:a="http://schemas.openxmlformats.org/drawingml/2006/main" w="12700">
            <a:solidFill>
              <a:srgbClr val="06111F"/>
            </a:solidFill>
          </a:ln>
        </p:spPr>
      </p:sp>
      <p:sp>
        <p:nvSpPr>
          <p:cNvPr id="19" name="capability_v2_s5_o18">
            <a:extLst xmlns:a="http://schemas.openxmlformats.org/drawingml/2006/main">
              <a:ext uri="{FF2B5EF4-FFF2-40B4-BE49-F238E27FC236}">
                <a16:creationId xmlns:a16="http://schemas.microsoft.com/office/drawing/2014/main" id="{A8FED4CF-DE45-4208-BFFE-9AB63E30B211}"/>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2_s5_o19">
            <a:extLst xmlns:a="http://schemas.openxmlformats.org/drawingml/2006/main">
              <a:ext uri="{FF2B5EF4-FFF2-40B4-BE49-F238E27FC236}">
                <a16:creationId xmlns:a16="http://schemas.microsoft.com/office/drawing/2014/main" id="{9C9A5194-6105-4786-98B1-E8A8727F0E5A}"/>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FF5F70"/>
            </a:solidFill>
          </a:ln>
        </p:spPr>
      </p:sp>
      <p:sp>
        <p:nvSpPr>
          <p:cNvPr id="21" name="capability_v2_s5_o20">
            <a:extLst xmlns:a="http://schemas.openxmlformats.org/drawingml/2006/main">
              <a:ext uri="{FF2B5EF4-FFF2-40B4-BE49-F238E27FC236}">
                <a16:creationId xmlns:a16="http://schemas.microsoft.com/office/drawing/2014/main" id="{091DFA0C-471E-42ED-A978-10AE283007AA}"/>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FF5F70">
              <a:alpha val="50000"/>
            </a:srgbClr>
          </a:solidFill>
          <a:ln xmlns:a="http://schemas.openxmlformats.org/drawingml/2006/main" w="0">
            <a:noFill/>
          </a:ln>
        </p:spPr>
      </p:sp>
      <p:sp>
        <p:nvSpPr>
          <p:cNvPr id="22" name="capability_v2_s5_o21">
            <a:extLst xmlns:a="http://schemas.openxmlformats.org/drawingml/2006/main">
              <a:ext uri="{FF2B5EF4-FFF2-40B4-BE49-F238E27FC236}">
                <a16:creationId xmlns:a16="http://schemas.microsoft.com/office/drawing/2014/main" id="{E276F4BB-FF81-493E-A771-C62A21AFA701}"/>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F5F70"/>
            </a:solidFill>
            <a:prstDash val="solid"/>
          </a:ln>
        </p:spPr>
      </p:sp>
      <p:sp>
        <p:nvSpPr>
          <p:cNvPr id="23" name="capability_v2_s5_o22">
            <a:extLst xmlns:a="http://schemas.openxmlformats.org/drawingml/2006/main">
              <a:ext uri="{FF2B5EF4-FFF2-40B4-BE49-F238E27FC236}">
                <a16:creationId xmlns:a16="http://schemas.microsoft.com/office/drawing/2014/main" id="{58F14D5A-8F49-49A4-B51E-123002F413BE}"/>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F5F70"/>
            </a:solidFill>
            <a:prstDash val="solid"/>
          </a:ln>
        </p:spPr>
      </p:sp>
      <p:sp>
        <p:nvSpPr>
          <p:cNvPr id="24" name="capability_v2_s5_o23">
            <a:extLst xmlns:a="http://schemas.openxmlformats.org/drawingml/2006/main">
              <a:ext uri="{FF2B5EF4-FFF2-40B4-BE49-F238E27FC236}">
                <a16:creationId xmlns:a16="http://schemas.microsoft.com/office/drawing/2014/main" id="{C61EFB31-A8BE-4C7B-9D85-44D132A49292}"/>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Parsed and retained Gherkin gap</a:t>
            </a:r>
          </a:p>
        </p:txBody>
      </p:sp>
      <p:sp>
        <p:nvSpPr>
          <p:cNvPr id="25" name="capability_v2_s5_o24">
            <a:extLst xmlns:a="http://schemas.openxmlformats.org/drawingml/2006/main">
              <a:ext uri="{FF2B5EF4-FFF2-40B4-BE49-F238E27FC236}">
                <a16:creationId xmlns:a16="http://schemas.microsoft.com/office/drawing/2014/main" id="{3BFD6004-AE6B-40D3-BACD-7F0B5AD43E41}"/>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26" name="capability_v2_s5_o25">
            <a:extLst xmlns:a="http://schemas.openxmlformats.org/drawingml/2006/main">
              <a:ext uri="{FF2B5EF4-FFF2-40B4-BE49-F238E27FC236}">
                <a16:creationId xmlns:a16="http://schemas.microsoft.com/office/drawing/2014/main" id="{4252EB37-E67F-4ED8-9D49-9613E3343157}"/>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4DE0B0">
                <a:alpha val="7000"/>
              </a:srgbClr>
            </a:solidFill>
            <a:prstDash val="solid"/>
          </a:ln>
        </p:spPr>
      </p:sp>
      <p:sp>
        <p:nvSpPr>
          <p:cNvPr id="27" name="capability_v2_s5_o26">
            <a:extLst xmlns:a="http://schemas.openxmlformats.org/drawingml/2006/main">
              <a:ext uri="{FF2B5EF4-FFF2-40B4-BE49-F238E27FC236}">
                <a16:creationId xmlns:a16="http://schemas.microsoft.com/office/drawing/2014/main" id="{EF344EDB-F0F5-4006-A506-C4B0FB639214}"/>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28" name="capability_v2_s5_o27">
            <a:extLst xmlns:a="http://schemas.openxmlformats.org/drawingml/2006/main">
              <a:ext uri="{FF2B5EF4-FFF2-40B4-BE49-F238E27FC236}">
                <a16:creationId xmlns:a16="http://schemas.microsoft.com/office/drawing/2014/main" id="{30C29682-DBC0-48BB-AD73-E5646E06916B}"/>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29" name="capability_v2_s5_o28">
            <a:extLst xmlns:a="http://schemas.openxmlformats.org/drawingml/2006/main">
              <a:ext uri="{FF2B5EF4-FFF2-40B4-BE49-F238E27FC236}">
                <a16:creationId xmlns:a16="http://schemas.microsoft.com/office/drawing/2014/main" id="{0005739D-016A-4043-B7EE-FEF5E9ABEDE3}"/>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4DE0B0"/>
            </a:solidFill>
            <a:prstDash val="solid"/>
          </a:ln>
        </p:spPr>
      </p:sp>
      <p:sp>
        <p:nvSpPr>
          <p:cNvPr id="30" name="capability_v2_s5_o29">
            <a:extLst xmlns:a="http://schemas.openxmlformats.org/drawingml/2006/main">
              <a:ext uri="{FF2B5EF4-FFF2-40B4-BE49-F238E27FC236}">
                <a16:creationId xmlns:a16="http://schemas.microsoft.com/office/drawing/2014/main" id="{A62B5296-8F66-4725-9676-7BE8D0FDA5B0}"/>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31" name="capability_v2_s5_o29_arrow">
            <a:extLst xmlns:a="http://schemas.openxmlformats.org/drawingml/2006/main">
              <a:ext uri="{FF2B5EF4-FFF2-40B4-BE49-F238E27FC236}">
                <a16:creationId xmlns:a16="http://schemas.microsoft.com/office/drawing/2014/main" id="{B46671AA-9C10-4753-8BC1-618B37B9E24C}"/>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32" name="capability_v2_s5_o30">
            <a:extLst xmlns:a="http://schemas.openxmlformats.org/drawingml/2006/main">
              <a:ext uri="{FF2B5EF4-FFF2-40B4-BE49-F238E27FC236}">
                <a16:creationId xmlns:a16="http://schemas.microsoft.com/office/drawing/2014/main" id="{D89AE682-39AE-48A5-B523-23894EAF7D25}"/>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33" name="capability_v2_s5_o31">
            <a:extLst xmlns:a="http://schemas.openxmlformats.org/drawingml/2006/main">
              <a:ext uri="{FF2B5EF4-FFF2-40B4-BE49-F238E27FC236}">
                <a16:creationId xmlns:a16="http://schemas.microsoft.com/office/drawing/2014/main" id="{EC6B08E2-1B0C-4A70-B247-A3DF59EB6F01}"/>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34" name="capability_v2_s5_o32">
            <a:extLst xmlns:a="http://schemas.openxmlformats.org/drawingml/2006/main">
              <a:ext uri="{FF2B5EF4-FFF2-40B4-BE49-F238E27FC236}">
                <a16:creationId xmlns:a16="http://schemas.microsoft.com/office/drawing/2014/main" id="{639D3F33-22C0-47C6-A407-B568CC741C75}"/>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2_s5_o33">
            <a:extLst xmlns:a="http://schemas.openxmlformats.org/drawingml/2006/main">
              <a:ext uri="{FF2B5EF4-FFF2-40B4-BE49-F238E27FC236}">
                <a16:creationId xmlns:a16="http://schemas.microsoft.com/office/drawing/2014/main" id="{4FA9F590-451F-44B1-ADA1-3E640146D9C5}"/>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36" name="capability_v2_s5_o34">
            <a:extLst xmlns:a="http://schemas.openxmlformats.org/drawingml/2006/main">
              <a:ext uri="{FF2B5EF4-FFF2-40B4-BE49-F238E27FC236}">
                <a16:creationId xmlns:a16="http://schemas.microsoft.com/office/drawing/2014/main" id="{807A7DC4-AEF9-4DCC-9BD2-290DE8895E12}"/>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37" name="capability_v2_s5_o35">
            <a:extLst xmlns:a="http://schemas.openxmlformats.org/drawingml/2006/main">
              <a:ext uri="{FF2B5EF4-FFF2-40B4-BE49-F238E27FC236}">
                <a16:creationId xmlns:a16="http://schemas.microsoft.com/office/drawing/2014/main" id="{36DCE6F1-C635-4BFB-9F48-82CA200205C0}"/>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38" name="capability_v2_s5_o36">
            <a:extLst xmlns:a="http://schemas.openxmlformats.org/drawingml/2006/main">
              <a:ext uri="{FF2B5EF4-FFF2-40B4-BE49-F238E27FC236}">
                <a16:creationId xmlns:a16="http://schemas.microsoft.com/office/drawing/2014/main" id="{5FC56A62-9E10-42BE-B450-B3D16231B855}"/>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39" name="capability_v2_s5_o37">
            <a:extLst xmlns:a="http://schemas.openxmlformats.org/drawingml/2006/main">
              <a:ext uri="{FF2B5EF4-FFF2-40B4-BE49-F238E27FC236}">
                <a16:creationId xmlns:a16="http://schemas.microsoft.com/office/drawing/2014/main" id="{3366F585-5BDF-4BC9-8A73-B808229C943D}"/>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Scenario authority references</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resolved</a:t>
            </a:r>
          </a:p>
        </p:txBody>
      </p:sp>
      <p:sp>
        <p:nvSpPr>
          <p:cNvPr id="40" name="capability_v2_s5_o38">
            <a:extLst xmlns:a="http://schemas.openxmlformats.org/drawingml/2006/main">
              <a:ext uri="{FF2B5EF4-FFF2-40B4-BE49-F238E27FC236}">
                <a16:creationId xmlns:a16="http://schemas.microsoft.com/office/drawing/2014/main" id="{BC7F9CEB-C298-4B13-AB6E-1442D7959590}"/>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1" name="capability_v2_s5_o39">
            <a:extLst xmlns:a="http://schemas.openxmlformats.org/drawingml/2006/main">
              <a:ext uri="{FF2B5EF4-FFF2-40B4-BE49-F238E27FC236}">
                <a16:creationId xmlns:a16="http://schemas.microsoft.com/office/drawing/2014/main" id="{2FC29295-7820-4FCD-8892-7F12B24A7CD8}"/>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95250">
            <a:solidFill>
              <a:srgbClr val="4DE0B0">
                <a:alpha val="7000"/>
              </a:srgbClr>
            </a:solidFill>
            <a:prstDash val="solid"/>
          </a:ln>
        </p:spPr>
      </p:sp>
      <p:sp>
        <p:nvSpPr>
          <p:cNvPr id="42" name="capability_v2_s5_o40">
            <a:extLst xmlns:a="http://schemas.openxmlformats.org/drawingml/2006/main">
              <a:ext uri="{FF2B5EF4-FFF2-40B4-BE49-F238E27FC236}">
                <a16:creationId xmlns:a16="http://schemas.microsoft.com/office/drawing/2014/main" id="{B62E5FF9-5C64-40FD-B7B0-06F9CF41EA79}"/>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3" name="capability_v2_s5_o41">
            <a:extLst xmlns:a="http://schemas.openxmlformats.org/drawingml/2006/main">
              <a:ext uri="{FF2B5EF4-FFF2-40B4-BE49-F238E27FC236}">
                <a16:creationId xmlns:a16="http://schemas.microsoft.com/office/drawing/2014/main" id="{F7F4E687-1EE2-404A-B3C3-F80745F3E185}"/>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44" name="capability_v2_s5_o42">
            <a:extLst xmlns:a="http://schemas.openxmlformats.org/drawingml/2006/main">
              <a:ext uri="{FF2B5EF4-FFF2-40B4-BE49-F238E27FC236}">
                <a16:creationId xmlns:a16="http://schemas.microsoft.com/office/drawing/2014/main" id="{AB57A51D-6B02-4BFF-9161-3676BF8D304F}"/>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31750">
            <a:solidFill>
              <a:srgbClr val="4DE0B0"/>
            </a:solidFill>
            <a:prstDash val="solid"/>
          </a:ln>
        </p:spPr>
      </p:sp>
      <p:sp>
        <p:nvSpPr>
          <p:cNvPr id="45" name="capability_v2_s5_o43">
            <a:extLst xmlns:a="http://schemas.openxmlformats.org/drawingml/2006/main">
              <a:ext uri="{FF2B5EF4-FFF2-40B4-BE49-F238E27FC236}">
                <a16:creationId xmlns:a16="http://schemas.microsoft.com/office/drawing/2014/main" id="{A7259072-0031-4A26-9622-EDA1BE71519B}"/>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46" name="capability_v2_s5_o43_arrow">
            <a:extLst xmlns:a="http://schemas.openxmlformats.org/drawingml/2006/main">
              <a:ext uri="{FF2B5EF4-FFF2-40B4-BE49-F238E27FC236}">
                <a16:creationId xmlns:a16="http://schemas.microsoft.com/office/drawing/2014/main" id="{BA25E6B3-223B-4D67-9289-0E9FB21D426B}"/>
              </a:ext>
            </a:extLst>
          </p:cNvPr>
          <p:cNvSpPr>
            <a:spLocks xmlns:a="http://schemas.openxmlformats.org/drawingml/2006/main" noGrp="1"/>
          </p:cNvSpPr>
          <p:nvPr/>
        </p:nvSpPr>
        <p:spPr>
          <a:xfrm xmlns:a="http://schemas.openxmlformats.org/drawingml/2006/main">
            <a:off x="7010400" y="41643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47" name="capability_v2_s5_o44">
            <a:extLst xmlns:a="http://schemas.openxmlformats.org/drawingml/2006/main">
              <a:ext uri="{FF2B5EF4-FFF2-40B4-BE49-F238E27FC236}">
                <a16:creationId xmlns:a16="http://schemas.microsoft.com/office/drawing/2014/main" id="{390E31F8-D649-4C6D-9BDB-E9F5705EB7F8}"/>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48" name="capability_v2_s5_o45">
            <a:extLst xmlns:a="http://schemas.openxmlformats.org/drawingml/2006/main">
              <a:ext uri="{FF2B5EF4-FFF2-40B4-BE49-F238E27FC236}">
                <a16:creationId xmlns:a16="http://schemas.microsoft.com/office/drawing/2014/main" id="{20162F03-ADE7-4B7F-8405-53943A220B96}"/>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49" name="capability_v2_s5_o46">
            <a:extLst xmlns:a="http://schemas.openxmlformats.org/drawingml/2006/main">
              <a:ext uri="{FF2B5EF4-FFF2-40B4-BE49-F238E27FC236}">
                <a16:creationId xmlns:a16="http://schemas.microsoft.com/office/drawing/2014/main" id="{BEFAFFF5-F91A-4E91-9517-A08D8806CF4A}"/>
              </a:ext>
            </a:extLst>
          </p:cNvPr>
          <p:cNvSpPr>
            <a:spLocks xmlns:a="http://schemas.openxmlformats.org/drawingml/2006/main" noGrp="1"/>
          </p:cNvSpPr>
          <p:nvPr/>
        </p:nvSpPr>
        <p:spPr>
          <a:xfrm xmlns:a="http://schemas.openxmlformats.org/drawingml/2006/main">
            <a:off x="7226300" y="39497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50" name="capability_v2_s5_o47">
            <a:extLst xmlns:a="http://schemas.openxmlformats.org/drawingml/2006/main">
              <a:ext uri="{FF2B5EF4-FFF2-40B4-BE49-F238E27FC236}">
                <a16:creationId xmlns:a16="http://schemas.microsoft.com/office/drawing/2014/main" id="{EBAAF5A3-7D54-479D-B231-1145E3D36160}"/>
              </a:ext>
            </a:extLst>
          </p:cNvPr>
          <p:cNvSpPr>
            <a:spLocks xmlns:a="http://schemas.openxmlformats.org/drawingml/2006/main" noGrp="1"/>
          </p:cNvSpPr>
          <p:nvPr/>
        </p:nvSpPr>
        <p:spPr>
          <a:xfrm xmlns:a="http://schemas.openxmlformats.org/drawingml/2006/main">
            <a:off x="7175500" y="38862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51" name="capability_v2_s5_o48">
            <a:extLst xmlns:a="http://schemas.openxmlformats.org/drawingml/2006/main">
              <a:ext uri="{FF2B5EF4-FFF2-40B4-BE49-F238E27FC236}">
                <a16:creationId xmlns:a16="http://schemas.microsoft.com/office/drawing/2014/main" id="{D83D01AE-0498-4BD3-8D28-5167F3DE3474}"/>
              </a:ext>
            </a:extLst>
          </p:cNvPr>
          <p:cNvSpPr>
            <a:spLocks xmlns:a="http://schemas.openxmlformats.org/drawingml/2006/main" noGrp="1"/>
          </p:cNvSpPr>
          <p:nvPr/>
        </p:nvSpPr>
        <p:spPr>
          <a:xfrm xmlns:a="http://schemas.openxmlformats.org/drawingml/2006/main">
            <a:off x="7239000" y="39497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52" name="capability_v2_s5_o49">
            <a:extLst xmlns:a="http://schemas.openxmlformats.org/drawingml/2006/main">
              <a:ext uri="{FF2B5EF4-FFF2-40B4-BE49-F238E27FC236}">
                <a16:creationId xmlns:a16="http://schemas.microsoft.com/office/drawing/2014/main" id="{3F75630C-2691-4266-A783-51347C362DA2}"/>
              </a:ext>
            </a:extLst>
          </p:cNvPr>
          <p:cNvSpPr>
            <a:spLocks xmlns:a="http://schemas.openxmlformats.org/drawingml/2006/main" noGrp="1"/>
          </p:cNvSpPr>
          <p:nvPr/>
        </p:nvSpPr>
        <p:spPr>
          <a:xfrm xmlns:a="http://schemas.openxmlformats.org/drawingml/2006/main">
            <a:off x="70866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3" name="capability_v2_s5_o50">
            <a:extLst xmlns:a="http://schemas.openxmlformats.org/drawingml/2006/main">
              <a:ext uri="{FF2B5EF4-FFF2-40B4-BE49-F238E27FC236}">
                <a16:creationId xmlns:a16="http://schemas.microsoft.com/office/drawing/2014/main" id="{6D71EB0F-0F5D-4F71-BC93-811E037D4455}"/>
              </a:ext>
            </a:extLst>
          </p:cNvPr>
          <p:cNvSpPr>
            <a:spLocks xmlns:a="http://schemas.openxmlformats.org/drawingml/2006/main" noGrp="1"/>
          </p:cNvSpPr>
          <p:nvPr/>
        </p:nvSpPr>
        <p:spPr>
          <a:xfrm xmlns:a="http://schemas.openxmlformats.org/drawingml/2006/main">
            <a:off x="109855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4" name="capability_v2_s5_o51">
            <a:extLst xmlns:a="http://schemas.openxmlformats.org/drawingml/2006/main">
              <a:ext uri="{FF2B5EF4-FFF2-40B4-BE49-F238E27FC236}">
                <a16:creationId xmlns:a16="http://schemas.microsoft.com/office/drawing/2014/main" id="{F2E94641-82F6-4DFF-9B1F-CBEDE2BD6E95}"/>
              </a:ext>
            </a:extLst>
          </p:cNvPr>
          <p:cNvSpPr>
            <a:spLocks xmlns:a="http://schemas.openxmlformats.org/drawingml/2006/main" noGrp="1"/>
          </p:cNvSpPr>
          <p:nvPr/>
        </p:nvSpPr>
        <p:spPr>
          <a:xfrm xmlns:a="http://schemas.openxmlformats.org/drawingml/2006/main">
            <a:off x="7239000" y="40386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Port binding references resolved</a:t>
            </a:r>
          </a:p>
        </p:txBody>
      </p:sp>
      <p:sp>
        <p:nvSpPr>
          <p:cNvPr id="55" name="capability_v2_s5_o52">
            <a:extLst xmlns:a="http://schemas.openxmlformats.org/drawingml/2006/main">
              <a:ext uri="{FF2B5EF4-FFF2-40B4-BE49-F238E27FC236}">
                <a16:creationId xmlns:a16="http://schemas.microsoft.com/office/drawing/2014/main" id="{F31BB595-323B-4B19-A99C-71AF0143D682}"/>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56" name="capability_v2_s5_o53">
            <a:extLst xmlns:a="http://schemas.openxmlformats.org/drawingml/2006/main">
              <a:ext uri="{FF2B5EF4-FFF2-40B4-BE49-F238E27FC236}">
                <a16:creationId xmlns:a16="http://schemas.microsoft.com/office/drawing/2014/main" id="{4F7564BC-8189-449E-BA69-3B67BCA40170}"/>
              </a:ext>
            </a:extLst>
          </p:cNvPr>
          <p:cNvSpPr>
            <a:spLocks xmlns:a="http://schemas.openxmlformats.org/drawingml/2006/main" noGrp="1"/>
          </p:cNvSpPr>
          <p:nvPr/>
        </p:nvSpPr>
        <p:spPr>
          <a:xfrm xmlns:a="http://schemas.openxmlformats.org/drawingml/2006/main">
            <a:off x="4699000" y="3644900"/>
            <a:ext cx="95" cy="1549400"/>
          </a:xfrm>
          <a:custGeom xmlns:a="http://schemas.openxmlformats.org/drawingml/2006/main">
            <a:pathLst>
              <a:path w="95" h="1549400">
                <a:moveTo>
                  <a:pt x="0" y="0"/>
                </a:moveTo>
                <a:lnTo>
                  <a:pt x="0" y="1549400"/>
                </a:lnTo>
              </a:path>
            </a:pathLst>
          </a:custGeom>
          <a:noFill xmlns:a="http://schemas.openxmlformats.org/drawingml/2006/main"/>
          <a:ln xmlns:a="http://schemas.openxmlformats.org/drawingml/2006/main" w="95250">
            <a:solidFill>
              <a:srgbClr val="4DE0B0">
                <a:alpha val="7000"/>
              </a:srgbClr>
            </a:solidFill>
            <a:prstDash val="solid"/>
          </a:ln>
        </p:spPr>
      </p:sp>
      <p:sp>
        <p:nvSpPr>
          <p:cNvPr id="57" name="capability_v2_s5_o54">
            <a:extLst xmlns:a="http://schemas.openxmlformats.org/drawingml/2006/main">
              <a:ext uri="{FF2B5EF4-FFF2-40B4-BE49-F238E27FC236}">
                <a16:creationId xmlns:a16="http://schemas.microsoft.com/office/drawing/2014/main" id="{E9B67E37-61FB-43D0-9439-A604785EF6FF}"/>
              </a:ext>
            </a:extLst>
          </p:cNvPr>
          <p:cNvSpPr>
            <a:spLocks xmlns:a="http://schemas.openxmlformats.org/drawingml/2006/main" noGrp="1"/>
          </p:cNvSpPr>
          <p:nvPr/>
        </p:nvSpPr>
        <p:spPr>
          <a:xfrm xmlns:a="http://schemas.openxmlformats.org/drawingml/2006/main">
            <a:off x="4699000" y="51943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58" name="capability_v2_s5_o55">
            <a:extLst xmlns:a="http://schemas.openxmlformats.org/drawingml/2006/main">
              <a:ext uri="{FF2B5EF4-FFF2-40B4-BE49-F238E27FC236}">
                <a16:creationId xmlns:a16="http://schemas.microsoft.com/office/drawing/2014/main" id="{E260B4A3-459B-40BB-B507-592DBAECCA32}"/>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59" name="capability_v2_s5_o56">
            <a:extLst xmlns:a="http://schemas.openxmlformats.org/drawingml/2006/main">
              <a:ext uri="{FF2B5EF4-FFF2-40B4-BE49-F238E27FC236}">
                <a16:creationId xmlns:a16="http://schemas.microsoft.com/office/drawing/2014/main" id="{68517D4E-C555-4CD9-878B-A26F35AA29B4}"/>
              </a:ext>
            </a:extLst>
          </p:cNvPr>
          <p:cNvSpPr>
            <a:spLocks xmlns:a="http://schemas.openxmlformats.org/drawingml/2006/main" noGrp="1"/>
          </p:cNvSpPr>
          <p:nvPr/>
        </p:nvSpPr>
        <p:spPr>
          <a:xfrm xmlns:a="http://schemas.openxmlformats.org/drawingml/2006/main">
            <a:off x="4699000" y="3644900"/>
            <a:ext cx="95" cy="1549400"/>
          </a:xfrm>
          <a:custGeom xmlns:a="http://schemas.openxmlformats.org/drawingml/2006/main">
            <a:pathLst>
              <a:path w="95" h="1549400">
                <a:moveTo>
                  <a:pt x="0" y="0"/>
                </a:moveTo>
                <a:lnTo>
                  <a:pt x="0" y="1549400"/>
                </a:lnTo>
              </a:path>
            </a:pathLst>
          </a:custGeom>
          <a:noFill xmlns:a="http://schemas.openxmlformats.org/drawingml/2006/main"/>
          <a:ln xmlns:a="http://schemas.openxmlformats.org/drawingml/2006/main" w="31750">
            <a:solidFill>
              <a:srgbClr val="4DE0B0"/>
            </a:solidFill>
            <a:prstDash val="solid"/>
          </a:ln>
        </p:spPr>
      </p:sp>
      <p:sp>
        <p:nvSpPr>
          <p:cNvPr id="60" name="capability_v2_s5_o57">
            <a:extLst xmlns:a="http://schemas.openxmlformats.org/drawingml/2006/main">
              <a:ext uri="{FF2B5EF4-FFF2-40B4-BE49-F238E27FC236}">
                <a16:creationId xmlns:a16="http://schemas.microsoft.com/office/drawing/2014/main" id="{D3DF30FD-AD4C-40A0-ABDB-DB2152BB648B}"/>
              </a:ext>
            </a:extLst>
          </p:cNvPr>
          <p:cNvSpPr>
            <a:spLocks xmlns:a="http://schemas.openxmlformats.org/drawingml/2006/main" noGrp="1"/>
          </p:cNvSpPr>
          <p:nvPr/>
        </p:nvSpPr>
        <p:spPr>
          <a:xfrm xmlns:a="http://schemas.openxmlformats.org/drawingml/2006/main">
            <a:off x="4699000" y="51943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61" name="capability_v2_s5_o57_arrow">
            <a:extLst xmlns:a="http://schemas.openxmlformats.org/drawingml/2006/main">
              <a:ext uri="{FF2B5EF4-FFF2-40B4-BE49-F238E27FC236}">
                <a16:creationId xmlns:a16="http://schemas.microsoft.com/office/drawing/2014/main" id="{80A1C408-4F1C-48D8-B5F7-1FAFFB135790}"/>
              </a:ext>
            </a:extLst>
          </p:cNvPr>
          <p:cNvSpPr>
            <a:spLocks xmlns:a="http://schemas.openxmlformats.org/drawingml/2006/main" noGrp="1"/>
          </p:cNvSpPr>
          <p:nvPr/>
        </p:nvSpPr>
        <p:spPr>
          <a:xfrm xmlns:a="http://schemas.openxmlformats.org/drawingml/2006/main">
            <a:off x="7010400" y="51549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62" name="capability_v2_s5_o58">
            <a:extLst xmlns:a="http://schemas.openxmlformats.org/drawingml/2006/main">
              <a:ext uri="{FF2B5EF4-FFF2-40B4-BE49-F238E27FC236}">
                <a16:creationId xmlns:a16="http://schemas.microsoft.com/office/drawing/2014/main" id="{D7C52A30-2211-477A-A999-CD992007ED72}"/>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63" name="capability_v2_s5_o59">
            <a:extLst xmlns:a="http://schemas.openxmlformats.org/drawingml/2006/main">
              <a:ext uri="{FF2B5EF4-FFF2-40B4-BE49-F238E27FC236}">
                <a16:creationId xmlns:a16="http://schemas.microsoft.com/office/drawing/2014/main" id="{A206F239-97C9-453A-9A79-BBA8EEC6A984}"/>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64" name="capability_v2_s5_o60">
            <a:extLst xmlns:a="http://schemas.openxmlformats.org/drawingml/2006/main">
              <a:ext uri="{FF2B5EF4-FFF2-40B4-BE49-F238E27FC236}">
                <a16:creationId xmlns:a16="http://schemas.microsoft.com/office/drawing/2014/main" id="{4EE97E1B-E043-4EE9-94C0-1499527A5D25}"/>
              </a:ext>
            </a:extLst>
          </p:cNvPr>
          <p:cNvSpPr>
            <a:spLocks xmlns:a="http://schemas.openxmlformats.org/drawingml/2006/main" noGrp="1"/>
          </p:cNvSpPr>
          <p:nvPr/>
        </p:nvSpPr>
        <p:spPr>
          <a:xfrm xmlns:a="http://schemas.openxmlformats.org/drawingml/2006/main">
            <a:off x="7226300" y="49403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65" name="capability_v2_s5_o61">
            <a:extLst xmlns:a="http://schemas.openxmlformats.org/drawingml/2006/main">
              <a:ext uri="{FF2B5EF4-FFF2-40B4-BE49-F238E27FC236}">
                <a16:creationId xmlns:a16="http://schemas.microsoft.com/office/drawing/2014/main" id="{5174CE22-F408-4D1A-AF74-7859E617ECB6}"/>
              </a:ext>
            </a:extLst>
          </p:cNvPr>
          <p:cNvSpPr>
            <a:spLocks xmlns:a="http://schemas.openxmlformats.org/drawingml/2006/main" noGrp="1"/>
          </p:cNvSpPr>
          <p:nvPr/>
        </p:nvSpPr>
        <p:spPr>
          <a:xfrm xmlns:a="http://schemas.openxmlformats.org/drawingml/2006/main">
            <a:off x="7175500" y="48768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66" name="capability_v2_s5_o62">
            <a:extLst xmlns:a="http://schemas.openxmlformats.org/drawingml/2006/main">
              <a:ext uri="{FF2B5EF4-FFF2-40B4-BE49-F238E27FC236}">
                <a16:creationId xmlns:a16="http://schemas.microsoft.com/office/drawing/2014/main" id="{5E9E68BE-0C9A-4439-9446-8EC842481DB5}"/>
              </a:ext>
            </a:extLst>
          </p:cNvPr>
          <p:cNvSpPr>
            <a:spLocks xmlns:a="http://schemas.openxmlformats.org/drawingml/2006/main" noGrp="1"/>
          </p:cNvSpPr>
          <p:nvPr/>
        </p:nvSpPr>
        <p:spPr>
          <a:xfrm xmlns:a="http://schemas.openxmlformats.org/drawingml/2006/main">
            <a:off x="7239000" y="49403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67" name="capability_v2_s5_o63">
            <a:extLst xmlns:a="http://schemas.openxmlformats.org/drawingml/2006/main">
              <a:ext uri="{FF2B5EF4-FFF2-40B4-BE49-F238E27FC236}">
                <a16:creationId xmlns:a16="http://schemas.microsoft.com/office/drawing/2014/main" id="{399D567F-56F5-4870-B729-99985B248F96}"/>
              </a:ext>
            </a:extLst>
          </p:cNvPr>
          <p:cNvSpPr>
            <a:spLocks xmlns:a="http://schemas.openxmlformats.org/drawingml/2006/main" noGrp="1"/>
          </p:cNvSpPr>
          <p:nvPr/>
        </p:nvSpPr>
        <p:spPr>
          <a:xfrm xmlns:a="http://schemas.openxmlformats.org/drawingml/2006/main">
            <a:off x="7086600" y="52133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68" name="capability_v2_s5_o64">
            <a:extLst xmlns:a="http://schemas.openxmlformats.org/drawingml/2006/main">
              <a:ext uri="{FF2B5EF4-FFF2-40B4-BE49-F238E27FC236}">
                <a16:creationId xmlns:a16="http://schemas.microsoft.com/office/drawing/2014/main" id="{9973F96B-8DA8-4DC7-9A1B-1E468862CFBF}"/>
              </a:ext>
            </a:extLst>
          </p:cNvPr>
          <p:cNvSpPr>
            <a:spLocks xmlns:a="http://schemas.openxmlformats.org/drawingml/2006/main" noGrp="1"/>
          </p:cNvSpPr>
          <p:nvPr/>
        </p:nvSpPr>
        <p:spPr>
          <a:xfrm xmlns:a="http://schemas.openxmlformats.org/drawingml/2006/main">
            <a:off x="10985500" y="52133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69" name="capability_v2_s5_o65">
            <a:extLst xmlns:a="http://schemas.openxmlformats.org/drawingml/2006/main">
              <a:ext uri="{FF2B5EF4-FFF2-40B4-BE49-F238E27FC236}">
                <a16:creationId xmlns:a16="http://schemas.microsoft.com/office/drawing/2014/main" id="{FCA4A1B2-54C7-4DAC-8017-35EC166ADE3E}"/>
              </a:ext>
            </a:extLst>
          </p:cNvPr>
          <p:cNvSpPr>
            <a:spLocks xmlns:a="http://schemas.openxmlformats.org/drawingml/2006/main" noGrp="1"/>
          </p:cNvSpPr>
          <p:nvPr/>
        </p:nvSpPr>
        <p:spPr>
          <a:xfrm xmlns:a="http://schemas.openxmlformats.org/drawingml/2006/main">
            <a:off x="7239000" y="50292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Scenario call references resolved</a:t>
            </a:r>
          </a:p>
        </p:txBody>
      </p:sp>
      <p:sp>
        <p:nvSpPr>
          <p:cNvPr id="70" name="capability_v2_s5_o66">
            <a:extLst xmlns:a="http://schemas.openxmlformats.org/drawingml/2006/main">
              <a:ext uri="{FF2B5EF4-FFF2-40B4-BE49-F238E27FC236}">
                <a16:creationId xmlns:a16="http://schemas.microsoft.com/office/drawing/2014/main" id="{62EAB921-87FB-4A6E-A7DC-711005142998}"/>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computed reference checks; not an estate admission decision</a:t>
            </a:r>
          </a:p>
        </p:txBody>
      </p:sp>
      <p:sp>
        <p:nvSpPr>
          <p:cNvPr id="71" name="capability_v2_s5_o67">
            <a:extLst xmlns:a="http://schemas.openxmlformats.org/drawingml/2006/main">
              <a:ext uri="{FF2B5EF4-FFF2-40B4-BE49-F238E27FC236}">
                <a16:creationId xmlns:a16="http://schemas.microsoft.com/office/drawing/2014/main" id="{B3E2284D-F342-4B58-A54B-02DA5F649BFA}"/>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887377294"/>
      </p:ext>
    </p:extLst>
  </p:cSld>
</p:sld>
</file>

<file path=ppt/slides/slide3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57" name="capability_v2_s6_o1">
            <a:extLst xmlns:a="http://schemas.openxmlformats.org/drawingml/2006/main">
              <a:ext uri="{FF2B5EF4-FFF2-40B4-BE49-F238E27FC236}">
                <a16:creationId xmlns:a16="http://schemas.microsoft.com/office/drawing/2014/main" id="{BDECC478-2023-4BC4-8F0F-0AA08A99AB67}"/>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11 · Alignment evaluation</a:t>
            </a:r>
          </a:p>
        </p:txBody>
      </p:sp>
      <p:sp>
        <p:nvSpPr>
          <p:cNvPr id="2" name="capability_v2_s6_o2">
            <a:extLst xmlns:a="http://schemas.openxmlformats.org/drawingml/2006/main">
              <a:ext uri="{FF2B5EF4-FFF2-40B4-BE49-F238E27FC236}">
                <a16:creationId xmlns:a16="http://schemas.microsoft.com/office/drawing/2014/main" id="{AE94ED3F-F41E-4BF5-937B-A9C68B250A97}"/>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REFERENCE CHECKS / 2</a:t>
            </a:r>
          </a:p>
        </p:txBody>
      </p:sp>
      <p:sp>
        <p:nvSpPr>
          <p:cNvPr id="3" name="capability_v2_s6_o3">
            <a:extLst xmlns:a="http://schemas.openxmlformats.org/drawingml/2006/main">
              <a:ext uri="{FF2B5EF4-FFF2-40B4-BE49-F238E27FC236}">
                <a16:creationId xmlns:a16="http://schemas.microsoft.com/office/drawing/2014/main" id="{CC904EAE-7D6D-4D2D-AA2D-4113840F2E9D}"/>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38</a:t>
            </a:r>
          </a:p>
        </p:txBody>
      </p:sp>
      <p:sp>
        <p:nvSpPr>
          <p:cNvPr id="4" name="capability_v2_s6_o4">
            <a:extLst xmlns:a="http://schemas.openxmlformats.org/drawingml/2006/main">
              <a:ext uri="{FF2B5EF4-FFF2-40B4-BE49-F238E27FC236}">
                <a16:creationId xmlns:a16="http://schemas.microsoft.com/office/drawing/2014/main" id="{E0BE50A9-F091-4DCE-B2BE-B6A0678DC23C}"/>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2_s6_o5">
            <a:extLst xmlns:a="http://schemas.openxmlformats.org/drawingml/2006/main">
              <a:ext uri="{FF2B5EF4-FFF2-40B4-BE49-F238E27FC236}">
                <a16:creationId xmlns:a16="http://schemas.microsoft.com/office/drawing/2014/main" id="{A71968D9-4AF1-4AE0-BB01-19823909FF65}"/>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2_s6_o6">
            <a:extLst xmlns:a="http://schemas.openxmlformats.org/drawingml/2006/main">
              <a:ext uri="{FF2B5EF4-FFF2-40B4-BE49-F238E27FC236}">
                <a16:creationId xmlns:a16="http://schemas.microsoft.com/office/drawing/2014/main" id="{9D7C7746-FFB1-46CD-B3E7-7D9B9259E19B}"/>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2_s6_o7">
            <a:extLst xmlns:a="http://schemas.openxmlformats.org/drawingml/2006/main">
              <a:ext uri="{FF2B5EF4-FFF2-40B4-BE49-F238E27FC236}">
                <a16:creationId xmlns:a16="http://schemas.microsoft.com/office/drawing/2014/main" id="{467AEC16-AE99-4093-AE81-5AF553B4EE1C}"/>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2_s6_o8">
            <a:extLst xmlns:a="http://schemas.openxmlformats.org/drawingml/2006/main">
              <a:ext uri="{FF2B5EF4-FFF2-40B4-BE49-F238E27FC236}">
                <a16:creationId xmlns:a16="http://schemas.microsoft.com/office/drawing/2014/main" id="{555321F1-0117-4114-ABC6-4AF6E35DD9A7}"/>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2_s6_o9">
            <a:extLst xmlns:a="http://schemas.openxmlformats.org/drawingml/2006/main">
              <a:ext uri="{FF2B5EF4-FFF2-40B4-BE49-F238E27FC236}">
                <a16:creationId xmlns:a16="http://schemas.microsoft.com/office/drawing/2014/main" id="{10BBF178-0EB5-4AC2-A695-B65BD685B9DE}"/>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Cross layer</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consistency</a:t>
            </a:r>
          </a:p>
        </p:txBody>
      </p:sp>
      <p:sp>
        <p:nvSpPr>
          <p:cNvPr id="10" name="capability_v2_s6_o10">
            <a:extLst xmlns:a="http://schemas.openxmlformats.org/drawingml/2006/main">
              <a:ext uri="{FF2B5EF4-FFF2-40B4-BE49-F238E27FC236}">
                <a16:creationId xmlns:a16="http://schemas.microsoft.com/office/drawing/2014/main" id="{B64F8163-30B7-4DFF-B61C-410CAAE68BE8}"/>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1" name="capability_v2_s6_o11">
            <a:extLst xmlns:a="http://schemas.openxmlformats.org/drawingml/2006/main">
              <a:ext uri="{FF2B5EF4-FFF2-40B4-BE49-F238E27FC236}">
                <a16:creationId xmlns:a16="http://schemas.microsoft.com/office/drawing/2014/main" id="{707AE0FA-09A8-4AA8-A90B-2D0E54B858DE}"/>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4DE0B0">
                <a:alpha val="7000"/>
              </a:srgbClr>
            </a:solidFill>
            <a:prstDash val="solid"/>
          </a:ln>
        </p:spPr>
      </p:sp>
      <p:sp>
        <p:nvSpPr>
          <p:cNvPr id="12" name="capability_v2_s6_o12">
            <a:extLst xmlns:a="http://schemas.openxmlformats.org/drawingml/2006/main">
              <a:ext uri="{FF2B5EF4-FFF2-40B4-BE49-F238E27FC236}">
                <a16:creationId xmlns:a16="http://schemas.microsoft.com/office/drawing/2014/main" id="{A409E1E4-97A7-45C8-8187-76D976BEC798}"/>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13" name="capability_v2_s6_o13">
            <a:extLst xmlns:a="http://schemas.openxmlformats.org/drawingml/2006/main">
              <a:ext uri="{FF2B5EF4-FFF2-40B4-BE49-F238E27FC236}">
                <a16:creationId xmlns:a16="http://schemas.microsoft.com/office/drawing/2014/main" id="{26BA7E11-D016-4F43-8EBE-E184166C531B}"/>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14" name="capability_v2_s6_o14">
            <a:extLst xmlns:a="http://schemas.openxmlformats.org/drawingml/2006/main">
              <a:ext uri="{FF2B5EF4-FFF2-40B4-BE49-F238E27FC236}">
                <a16:creationId xmlns:a16="http://schemas.microsoft.com/office/drawing/2014/main" id="{ECA67F43-CBDF-4D35-9F12-4AA23D72AF57}"/>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4DE0B0"/>
            </a:solidFill>
            <a:prstDash val="solid"/>
          </a:ln>
        </p:spPr>
      </p:sp>
      <p:sp>
        <p:nvSpPr>
          <p:cNvPr id="15" name="capability_v2_s6_o15">
            <a:extLst xmlns:a="http://schemas.openxmlformats.org/drawingml/2006/main">
              <a:ext uri="{FF2B5EF4-FFF2-40B4-BE49-F238E27FC236}">
                <a16:creationId xmlns:a16="http://schemas.microsoft.com/office/drawing/2014/main" id="{FE3E8449-7445-4443-AF01-0B7AABC61C3A}"/>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16" name="capability_v2_s6_o15_arrow">
            <a:extLst xmlns:a="http://schemas.openxmlformats.org/drawingml/2006/main">
              <a:ext uri="{FF2B5EF4-FFF2-40B4-BE49-F238E27FC236}">
                <a16:creationId xmlns:a16="http://schemas.microsoft.com/office/drawing/2014/main" id="{1685E3EB-3E05-4E02-BD1F-4E8CFE7F6699}"/>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17" name="capability_v2_s6_o16">
            <a:extLst xmlns:a="http://schemas.openxmlformats.org/drawingml/2006/main">
              <a:ext uri="{FF2B5EF4-FFF2-40B4-BE49-F238E27FC236}">
                <a16:creationId xmlns:a16="http://schemas.microsoft.com/office/drawing/2014/main" id="{C66E152E-2FA5-48F7-B623-40F769AB34F8}"/>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18" name="capability_v2_s6_o17">
            <a:extLst xmlns:a="http://schemas.openxmlformats.org/drawingml/2006/main">
              <a:ext uri="{FF2B5EF4-FFF2-40B4-BE49-F238E27FC236}">
                <a16:creationId xmlns:a16="http://schemas.microsoft.com/office/drawing/2014/main" id="{A611E27B-204B-42BD-821C-E1B2D7D30DAD}"/>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19" name="capability_v2_s6_o18">
            <a:extLst xmlns:a="http://schemas.openxmlformats.org/drawingml/2006/main">
              <a:ext uri="{FF2B5EF4-FFF2-40B4-BE49-F238E27FC236}">
                <a16:creationId xmlns:a16="http://schemas.microsoft.com/office/drawing/2014/main" id="{A5E7367C-A29F-47E0-A3BE-E7A6439AD84E}"/>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2_s6_o19">
            <a:extLst xmlns:a="http://schemas.openxmlformats.org/drawingml/2006/main">
              <a:ext uri="{FF2B5EF4-FFF2-40B4-BE49-F238E27FC236}">
                <a16:creationId xmlns:a16="http://schemas.microsoft.com/office/drawing/2014/main" id="{9E13B7E5-CF1A-4CAF-84E6-2713505313DF}"/>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21" name="capability_v2_s6_o20">
            <a:extLst xmlns:a="http://schemas.openxmlformats.org/drawingml/2006/main">
              <a:ext uri="{FF2B5EF4-FFF2-40B4-BE49-F238E27FC236}">
                <a16:creationId xmlns:a16="http://schemas.microsoft.com/office/drawing/2014/main" id="{03AC4A1A-88C0-460B-9F90-3E9AA379D72E}"/>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22" name="capability_v2_s6_o21">
            <a:extLst xmlns:a="http://schemas.openxmlformats.org/drawingml/2006/main">
              <a:ext uri="{FF2B5EF4-FFF2-40B4-BE49-F238E27FC236}">
                <a16:creationId xmlns:a16="http://schemas.microsoft.com/office/drawing/2014/main" id="{36747ABA-27C8-4A7B-B88E-822DF2C3F6D1}"/>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3" name="capability_v2_s6_o22">
            <a:extLst xmlns:a="http://schemas.openxmlformats.org/drawingml/2006/main">
              <a:ext uri="{FF2B5EF4-FFF2-40B4-BE49-F238E27FC236}">
                <a16:creationId xmlns:a16="http://schemas.microsoft.com/office/drawing/2014/main" id="{8053B554-B4A4-49DA-891E-E8630D1C6A35}"/>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24" name="capability_v2_s6_o23">
            <a:extLst xmlns:a="http://schemas.openxmlformats.org/drawingml/2006/main">
              <a:ext uri="{FF2B5EF4-FFF2-40B4-BE49-F238E27FC236}">
                <a16:creationId xmlns:a16="http://schemas.microsoft.com/office/drawing/2014/main" id="{5EB6A6E2-6B20-46E1-8E14-7EA76FDD0B6E}"/>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Scenario contract references</a:t>
            </a:r>
          </a:p>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resolved</a:t>
            </a:r>
          </a:p>
        </p:txBody>
      </p:sp>
      <p:sp>
        <p:nvSpPr>
          <p:cNvPr id="25" name="capability_v2_s6_o24">
            <a:extLst xmlns:a="http://schemas.openxmlformats.org/drawingml/2006/main">
              <a:ext uri="{FF2B5EF4-FFF2-40B4-BE49-F238E27FC236}">
                <a16:creationId xmlns:a16="http://schemas.microsoft.com/office/drawing/2014/main" id="{E1251825-472F-4C3B-A068-FADD4C774681}"/>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8B8CA">
                <a:alpha val="7000"/>
              </a:srgbClr>
            </a:solidFill>
            <a:prstDash val="solid"/>
          </a:ln>
        </p:spPr>
      </p:sp>
      <p:sp>
        <p:nvSpPr>
          <p:cNvPr id="26" name="capability_v2_s6_o25">
            <a:extLst xmlns:a="http://schemas.openxmlformats.org/drawingml/2006/main">
              <a:ext uri="{FF2B5EF4-FFF2-40B4-BE49-F238E27FC236}">
                <a16:creationId xmlns:a16="http://schemas.microsoft.com/office/drawing/2014/main" id="{31814888-10DA-4D4C-B2CC-FC4CAAD013B0}"/>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A8B8CA">
                <a:alpha val="7000"/>
              </a:srgbClr>
            </a:solidFill>
            <a:prstDash val="solid"/>
          </a:ln>
        </p:spPr>
      </p:sp>
      <p:sp>
        <p:nvSpPr>
          <p:cNvPr id="27" name="capability_v2_s6_o26">
            <a:extLst xmlns:a="http://schemas.openxmlformats.org/drawingml/2006/main">
              <a:ext uri="{FF2B5EF4-FFF2-40B4-BE49-F238E27FC236}">
                <a16:creationId xmlns:a16="http://schemas.microsoft.com/office/drawing/2014/main" id="{E5750E9A-97AE-43F8-9D90-033699CCFF40}"/>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8B8CA">
                <a:alpha val="7000"/>
              </a:srgbClr>
            </a:solidFill>
            <a:prstDash val="solid"/>
          </a:ln>
        </p:spPr>
      </p:sp>
      <p:sp>
        <p:nvSpPr>
          <p:cNvPr id="28" name="capability_v2_s6_o27">
            <a:extLst xmlns:a="http://schemas.openxmlformats.org/drawingml/2006/main">
              <a:ext uri="{FF2B5EF4-FFF2-40B4-BE49-F238E27FC236}">
                <a16:creationId xmlns:a16="http://schemas.microsoft.com/office/drawing/2014/main" id="{F6D9EC71-4BAB-43C9-8E59-A15E2DC55DFD}"/>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8B8CA"/>
            </a:solidFill>
            <a:prstDash val="solid"/>
          </a:ln>
        </p:spPr>
      </p:sp>
      <p:sp>
        <p:nvSpPr>
          <p:cNvPr id="29" name="capability_v2_s6_o28">
            <a:extLst xmlns:a="http://schemas.openxmlformats.org/drawingml/2006/main">
              <a:ext uri="{FF2B5EF4-FFF2-40B4-BE49-F238E27FC236}">
                <a16:creationId xmlns:a16="http://schemas.microsoft.com/office/drawing/2014/main" id="{097D3E35-296D-489F-88C1-C3A335F4C63D}"/>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A8B8CA"/>
            </a:solidFill>
            <a:prstDash val="solid"/>
          </a:ln>
        </p:spPr>
      </p:sp>
      <p:sp>
        <p:nvSpPr>
          <p:cNvPr id="30" name="capability_v2_s6_o29">
            <a:extLst xmlns:a="http://schemas.openxmlformats.org/drawingml/2006/main">
              <a:ext uri="{FF2B5EF4-FFF2-40B4-BE49-F238E27FC236}">
                <a16:creationId xmlns:a16="http://schemas.microsoft.com/office/drawing/2014/main" id="{4DE53375-F2F6-4C86-8E20-F0B0FE72B163}"/>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8B8CA"/>
            </a:solidFill>
            <a:prstDash val="solid"/>
          </a:ln>
        </p:spPr>
      </p:sp>
      <p:sp>
        <p:nvSpPr>
          <p:cNvPr id="31" name="capability_v2_s6_o29_arrow">
            <a:extLst xmlns:a="http://schemas.openxmlformats.org/drawingml/2006/main">
              <a:ext uri="{FF2B5EF4-FFF2-40B4-BE49-F238E27FC236}">
                <a16:creationId xmlns:a16="http://schemas.microsoft.com/office/drawing/2014/main" id="{287D2653-E2AC-4594-A9A6-24C62D5C1F4F}"/>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8B8CA"/>
          </a:solidFill>
          <a:ln xmlns:a="http://schemas.openxmlformats.org/drawingml/2006/main" w="0">
            <a:noFill/>
          </a:ln>
        </p:spPr>
      </p:sp>
      <p:sp>
        <p:nvSpPr>
          <p:cNvPr id="32" name="capability_v2_s6_o30">
            <a:extLst xmlns:a="http://schemas.openxmlformats.org/drawingml/2006/main">
              <a:ext uri="{FF2B5EF4-FFF2-40B4-BE49-F238E27FC236}">
                <a16:creationId xmlns:a16="http://schemas.microsoft.com/office/drawing/2014/main" id="{4775F227-4C4F-4210-8B76-B4AE7E3E4BC2}"/>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8B8CA">
              <a:alpha val="10000"/>
            </a:srgbClr>
          </a:solidFill>
          <a:ln xmlns:a="http://schemas.openxmlformats.org/drawingml/2006/main" w="0">
            <a:noFill/>
          </a:ln>
        </p:spPr>
      </p:sp>
      <p:sp>
        <p:nvSpPr>
          <p:cNvPr id="33" name="capability_v2_s6_o31">
            <a:extLst xmlns:a="http://schemas.openxmlformats.org/drawingml/2006/main">
              <a:ext uri="{FF2B5EF4-FFF2-40B4-BE49-F238E27FC236}">
                <a16:creationId xmlns:a16="http://schemas.microsoft.com/office/drawing/2014/main" id="{8244E0CE-DAE4-4D29-BB20-44D91DA3FF2A}"/>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8B8CA"/>
          </a:solidFill>
          <a:ln xmlns:a="http://schemas.openxmlformats.org/drawingml/2006/main" w="12700">
            <a:solidFill>
              <a:srgbClr val="06111F"/>
            </a:solidFill>
          </a:ln>
        </p:spPr>
      </p:sp>
      <p:sp>
        <p:nvSpPr>
          <p:cNvPr id="34" name="capability_v2_s6_o32">
            <a:extLst xmlns:a="http://schemas.openxmlformats.org/drawingml/2006/main">
              <a:ext uri="{FF2B5EF4-FFF2-40B4-BE49-F238E27FC236}">
                <a16:creationId xmlns:a16="http://schemas.microsoft.com/office/drawing/2014/main" id="{E76DF41B-55A3-4617-91B1-480F3DDA33AE}"/>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2_s6_o33">
            <a:extLst xmlns:a="http://schemas.openxmlformats.org/drawingml/2006/main">
              <a:ext uri="{FF2B5EF4-FFF2-40B4-BE49-F238E27FC236}">
                <a16:creationId xmlns:a16="http://schemas.microsoft.com/office/drawing/2014/main" id="{FEF6FB30-E30F-4F96-B2E3-6F0580D5855E}"/>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8B8CA"/>
            </a:solidFill>
          </a:ln>
        </p:spPr>
      </p:sp>
      <p:sp>
        <p:nvSpPr>
          <p:cNvPr id="36" name="capability_v2_s6_o34">
            <a:extLst xmlns:a="http://schemas.openxmlformats.org/drawingml/2006/main">
              <a:ext uri="{FF2B5EF4-FFF2-40B4-BE49-F238E27FC236}">
                <a16:creationId xmlns:a16="http://schemas.microsoft.com/office/drawing/2014/main" id="{CBDD2EE8-D4AF-4F8E-91BD-F5625C51C1F7}"/>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A8B8CA">
              <a:alpha val="50000"/>
            </a:srgbClr>
          </a:solidFill>
          <a:ln xmlns:a="http://schemas.openxmlformats.org/drawingml/2006/main" w="0">
            <a:noFill/>
          </a:ln>
        </p:spPr>
      </p:sp>
      <p:sp>
        <p:nvSpPr>
          <p:cNvPr id="37" name="capability_v2_s6_o35">
            <a:extLst xmlns:a="http://schemas.openxmlformats.org/drawingml/2006/main">
              <a:ext uri="{FF2B5EF4-FFF2-40B4-BE49-F238E27FC236}">
                <a16:creationId xmlns:a16="http://schemas.microsoft.com/office/drawing/2014/main" id="{8957883F-0998-409B-9254-F686EA509C99}"/>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8B8CA"/>
            </a:solidFill>
            <a:prstDash val="solid"/>
          </a:ln>
        </p:spPr>
      </p:sp>
      <p:sp>
        <p:nvSpPr>
          <p:cNvPr id="38" name="capability_v2_s6_o36">
            <a:extLst xmlns:a="http://schemas.openxmlformats.org/drawingml/2006/main">
              <a:ext uri="{FF2B5EF4-FFF2-40B4-BE49-F238E27FC236}">
                <a16:creationId xmlns:a16="http://schemas.microsoft.com/office/drawing/2014/main" id="{47D0858B-6E59-472A-897E-75F0BF52BDBD}"/>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8B8CA"/>
            </a:solidFill>
            <a:prstDash val="solid"/>
          </a:ln>
        </p:spPr>
      </p:sp>
      <p:sp>
        <p:nvSpPr>
          <p:cNvPr id="39" name="capability_v2_s6_o37">
            <a:extLst xmlns:a="http://schemas.openxmlformats.org/drawingml/2006/main">
              <a:ext uri="{FF2B5EF4-FFF2-40B4-BE49-F238E27FC236}">
                <a16:creationId xmlns:a16="http://schemas.microsoft.com/office/drawing/2014/main" id="{7656A60A-2563-4A37-BAA3-2AFEA0131411}"/>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Execution testimony not read</a:t>
            </a:r>
          </a:p>
        </p:txBody>
      </p:sp>
      <p:sp>
        <p:nvSpPr>
          <p:cNvPr id="40" name="capability_v2_s6_o38">
            <a:extLst xmlns:a="http://schemas.openxmlformats.org/drawingml/2006/main">
              <a:ext uri="{FF2B5EF4-FFF2-40B4-BE49-F238E27FC236}">
                <a16:creationId xmlns:a16="http://schemas.microsoft.com/office/drawing/2014/main" id="{062356CC-4D35-42A2-BBC4-7DF90EFEB70A}"/>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A8B8CA">
                <a:alpha val="7000"/>
              </a:srgbClr>
            </a:solidFill>
            <a:prstDash val="solid"/>
          </a:ln>
        </p:spPr>
      </p:sp>
      <p:sp>
        <p:nvSpPr>
          <p:cNvPr id="41" name="capability_v2_s6_o39">
            <a:extLst xmlns:a="http://schemas.openxmlformats.org/drawingml/2006/main">
              <a:ext uri="{FF2B5EF4-FFF2-40B4-BE49-F238E27FC236}">
                <a16:creationId xmlns:a16="http://schemas.microsoft.com/office/drawing/2014/main" id="{F985F0C3-DB1B-4581-97CD-8B217D5CF75D}"/>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95250">
            <a:solidFill>
              <a:srgbClr val="A8B8CA">
                <a:alpha val="7000"/>
              </a:srgbClr>
            </a:solidFill>
            <a:prstDash val="solid"/>
          </a:ln>
        </p:spPr>
      </p:sp>
      <p:sp>
        <p:nvSpPr>
          <p:cNvPr id="42" name="capability_v2_s6_o40">
            <a:extLst xmlns:a="http://schemas.openxmlformats.org/drawingml/2006/main">
              <a:ext uri="{FF2B5EF4-FFF2-40B4-BE49-F238E27FC236}">
                <a16:creationId xmlns:a16="http://schemas.microsoft.com/office/drawing/2014/main" id="{6E8797F9-6FFD-4FFC-90DF-B3343B569A3B}"/>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A8B8CA">
                <a:alpha val="7000"/>
              </a:srgbClr>
            </a:solidFill>
            <a:prstDash val="solid"/>
          </a:ln>
        </p:spPr>
      </p:sp>
      <p:sp>
        <p:nvSpPr>
          <p:cNvPr id="43" name="capability_v2_s6_o41">
            <a:extLst xmlns:a="http://schemas.openxmlformats.org/drawingml/2006/main">
              <a:ext uri="{FF2B5EF4-FFF2-40B4-BE49-F238E27FC236}">
                <a16:creationId xmlns:a16="http://schemas.microsoft.com/office/drawing/2014/main" id="{A6CF2B93-AE94-46D7-96F4-5C664894F5BA}"/>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A8B8CA"/>
            </a:solidFill>
            <a:prstDash val="solid"/>
          </a:ln>
        </p:spPr>
      </p:sp>
      <p:sp>
        <p:nvSpPr>
          <p:cNvPr id="44" name="capability_v2_s6_o42">
            <a:extLst xmlns:a="http://schemas.openxmlformats.org/drawingml/2006/main">
              <a:ext uri="{FF2B5EF4-FFF2-40B4-BE49-F238E27FC236}">
                <a16:creationId xmlns:a16="http://schemas.microsoft.com/office/drawing/2014/main" id="{05B43460-DCF3-4D06-86A4-F4ECD767FD55}"/>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31750">
            <a:solidFill>
              <a:srgbClr val="A8B8CA"/>
            </a:solidFill>
            <a:prstDash val="solid"/>
          </a:ln>
        </p:spPr>
      </p:sp>
      <p:sp>
        <p:nvSpPr>
          <p:cNvPr id="45" name="capability_v2_s6_o43">
            <a:extLst xmlns:a="http://schemas.openxmlformats.org/drawingml/2006/main">
              <a:ext uri="{FF2B5EF4-FFF2-40B4-BE49-F238E27FC236}">
                <a16:creationId xmlns:a16="http://schemas.microsoft.com/office/drawing/2014/main" id="{DACC0BED-7DA2-46E3-AFBD-D40E45E2D9A9}"/>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A8B8CA"/>
            </a:solidFill>
            <a:prstDash val="solid"/>
          </a:ln>
        </p:spPr>
      </p:sp>
      <p:sp>
        <p:nvSpPr>
          <p:cNvPr id="46" name="capability_v2_s6_o43_arrow">
            <a:extLst xmlns:a="http://schemas.openxmlformats.org/drawingml/2006/main">
              <a:ext uri="{FF2B5EF4-FFF2-40B4-BE49-F238E27FC236}">
                <a16:creationId xmlns:a16="http://schemas.microsoft.com/office/drawing/2014/main" id="{A844E2A5-EF4B-4085-B0A1-D3A2FF65C78E}"/>
              </a:ext>
            </a:extLst>
          </p:cNvPr>
          <p:cNvSpPr>
            <a:spLocks xmlns:a="http://schemas.openxmlformats.org/drawingml/2006/main" noGrp="1"/>
          </p:cNvSpPr>
          <p:nvPr/>
        </p:nvSpPr>
        <p:spPr>
          <a:xfrm xmlns:a="http://schemas.openxmlformats.org/drawingml/2006/main">
            <a:off x="7010400" y="41643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A8B8CA"/>
          </a:solidFill>
          <a:ln xmlns:a="http://schemas.openxmlformats.org/drawingml/2006/main" w="0">
            <a:noFill/>
          </a:ln>
        </p:spPr>
      </p:sp>
      <p:sp>
        <p:nvSpPr>
          <p:cNvPr id="47" name="capability_v2_s6_o44">
            <a:extLst xmlns:a="http://schemas.openxmlformats.org/drawingml/2006/main">
              <a:ext uri="{FF2B5EF4-FFF2-40B4-BE49-F238E27FC236}">
                <a16:creationId xmlns:a16="http://schemas.microsoft.com/office/drawing/2014/main" id="{A717E587-56A5-4F65-AD56-44264A60CC6F}"/>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A8B8CA">
              <a:alpha val="10000"/>
            </a:srgbClr>
          </a:solidFill>
          <a:ln xmlns:a="http://schemas.openxmlformats.org/drawingml/2006/main" w="0">
            <a:noFill/>
          </a:ln>
        </p:spPr>
      </p:sp>
      <p:sp>
        <p:nvSpPr>
          <p:cNvPr id="48" name="capability_v2_s6_o45">
            <a:extLst xmlns:a="http://schemas.openxmlformats.org/drawingml/2006/main">
              <a:ext uri="{FF2B5EF4-FFF2-40B4-BE49-F238E27FC236}">
                <a16:creationId xmlns:a16="http://schemas.microsoft.com/office/drawing/2014/main" id="{6CE851B3-ADC0-4811-943A-FA66F714F3D6}"/>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A8B8CA"/>
          </a:solidFill>
          <a:ln xmlns:a="http://schemas.openxmlformats.org/drawingml/2006/main" w="12700">
            <a:solidFill>
              <a:srgbClr val="06111F"/>
            </a:solidFill>
          </a:ln>
        </p:spPr>
      </p:sp>
      <p:sp>
        <p:nvSpPr>
          <p:cNvPr id="49" name="capability_v2_s6_o46">
            <a:extLst xmlns:a="http://schemas.openxmlformats.org/drawingml/2006/main">
              <a:ext uri="{FF2B5EF4-FFF2-40B4-BE49-F238E27FC236}">
                <a16:creationId xmlns:a16="http://schemas.microsoft.com/office/drawing/2014/main" id="{EF49BD42-932A-49F5-B608-D20C5CFB41E7}"/>
              </a:ext>
            </a:extLst>
          </p:cNvPr>
          <p:cNvSpPr>
            <a:spLocks xmlns:a="http://schemas.openxmlformats.org/drawingml/2006/main" noGrp="1"/>
          </p:cNvSpPr>
          <p:nvPr/>
        </p:nvSpPr>
        <p:spPr>
          <a:xfrm xmlns:a="http://schemas.openxmlformats.org/drawingml/2006/main">
            <a:off x="7226300" y="39497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50" name="capability_v2_s6_o47">
            <a:extLst xmlns:a="http://schemas.openxmlformats.org/drawingml/2006/main">
              <a:ext uri="{FF2B5EF4-FFF2-40B4-BE49-F238E27FC236}">
                <a16:creationId xmlns:a16="http://schemas.microsoft.com/office/drawing/2014/main" id="{32DD2756-560F-4D1D-A631-0E06C0BEA142}"/>
              </a:ext>
            </a:extLst>
          </p:cNvPr>
          <p:cNvSpPr>
            <a:spLocks xmlns:a="http://schemas.openxmlformats.org/drawingml/2006/main" noGrp="1"/>
          </p:cNvSpPr>
          <p:nvPr/>
        </p:nvSpPr>
        <p:spPr>
          <a:xfrm xmlns:a="http://schemas.openxmlformats.org/drawingml/2006/main">
            <a:off x="7175500" y="38862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A8B8CA"/>
            </a:solidFill>
          </a:ln>
        </p:spPr>
      </p:sp>
      <p:sp>
        <p:nvSpPr>
          <p:cNvPr id="51" name="capability_v2_s6_o48">
            <a:extLst xmlns:a="http://schemas.openxmlformats.org/drawingml/2006/main">
              <a:ext uri="{FF2B5EF4-FFF2-40B4-BE49-F238E27FC236}">
                <a16:creationId xmlns:a16="http://schemas.microsoft.com/office/drawing/2014/main" id="{4D71EB2F-2D4E-43B9-8A21-02906591500F}"/>
              </a:ext>
            </a:extLst>
          </p:cNvPr>
          <p:cNvSpPr>
            <a:spLocks xmlns:a="http://schemas.openxmlformats.org/drawingml/2006/main" noGrp="1"/>
          </p:cNvSpPr>
          <p:nvPr/>
        </p:nvSpPr>
        <p:spPr>
          <a:xfrm xmlns:a="http://schemas.openxmlformats.org/drawingml/2006/main">
            <a:off x="7239000" y="3949700"/>
            <a:ext cx="3683000" cy="38100"/>
          </a:xfrm>
          <a:prstGeom xmlns:a="http://schemas.openxmlformats.org/drawingml/2006/main" prst="rect">
            <a:avLst/>
          </a:prstGeom>
          <a:solidFill xmlns:a="http://schemas.openxmlformats.org/drawingml/2006/main">
            <a:srgbClr val="A8B8CA">
              <a:alpha val="50000"/>
            </a:srgbClr>
          </a:solidFill>
          <a:ln xmlns:a="http://schemas.openxmlformats.org/drawingml/2006/main" w="0">
            <a:noFill/>
          </a:ln>
        </p:spPr>
      </p:sp>
      <p:sp>
        <p:nvSpPr>
          <p:cNvPr id="52" name="capability_v2_s6_o49">
            <a:extLst xmlns:a="http://schemas.openxmlformats.org/drawingml/2006/main">
              <a:ext uri="{FF2B5EF4-FFF2-40B4-BE49-F238E27FC236}">
                <a16:creationId xmlns:a16="http://schemas.microsoft.com/office/drawing/2014/main" id="{68F73BAC-3ABC-4514-A93D-A140C05513A4}"/>
              </a:ext>
            </a:extLst>
          </p:cNvPr>
          <p:cNvSpPr>
            <a:spLocks xmlns:a="http://schemas.openxmlformats.org/drawingml/2006/main" noGrp="1"/>
          </p:cNvSpPr>
          <p:nvPr/>
        </p:nvSpPr>
        <p:spPr>
          <a:xfrm xmlns:a="http://schemas.openxmlformats.org/drawingml/2006/main">
            <a:off x="70866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8B8CA"/>
            </a:solidFill>
            <a:prstDash val="solid"/>
          </a:ln>
        </p:spPr>
      </p:sp>
      <p:sp>
        <p:nvSpPr>
          <p:cNvPr id="53" name="capability_v2_s6_o50">
            <a:extLst xmlns:a="http://schemas.openxmlformats.org/drawingml/2006/main">
              <a:ext uri="{FF2B5EF4-FFF2-40B4-BE49-F238E27FC236}">
                <a16:creationId xmlns:a16="http://schemas.microsoft.com/office/drawing/2014/main" id="{1F519FD8-9ADC-45A6-85FB-EC24DF6DD502}"/>
              </a:ext>
            </a:extLst>
          </p:cNvPr>
          <p:cNvSpPr>
            <a:spLocks xmlns:a="http://schemas.openxmlformats.org/drawingml/2006/main" noGrp="1"/>
          </p:cNvSpPr>
          <p:nvPr/>
        </p:nvSpPr>
        <p:spPr>
          <a:xfrm xmlns:a="http://schemas.openxmlformats.org/drawingml/2006/main">
            <a:off x="109855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A8B8CA"/>
            </a:solidFill>
            <a:prstDash val="solid"/>
          </a:ln>
        </p:spPr>
      </p:sp>
      <p:sp>
        <p:nvSpPr>
          <p:cNvPr id="54" name="capability_v2_s6_o51">
            <a:extLst xmlns:a="http://schemas.openxmlformats.org/drawingml/2006/main">
              <a:ext uri="{FF2B5EF4-FFF2-40B4-BE49-F238E27FC236}">
                <a16:creationId xmlns:a16="http://schemas.microsoft.com/office/drawing/2014/main" id="{E46686A2-73E0-450B-BACB-4DC8BC9F2007}"/>
              </a:ext>
            </a:extLst>
          </p:cNvPr>
          <p:cNvSpPr>
            <a:spLocks xmlns:a="http://schemas.openxmlformats.org/drawingml/2006/main" noGrp="1"/>
          </p:cNvSpPr>
          <p:nvPr/>
        </p:nvSpPr>
        <p:spPr>
          <a:xfrm xmlns:a="http://schemas.openxmlformats.org/drawingml/2006/main">
            <a:off x="7239000" y="40386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Estate alignment decision not read</a:t>
            </a:r>
          </a:p>
        </p:txBody>
      </p:sp>
      <p:sp>
        <p:nvSpPr>
          <p:cNvPr id="55" name="capability_v2_s6_o52">
            <a:extLst xmlns:a="http://schemas.openxmlformats.org/drawingml/2006/main">
              <a:ext uri="{FF2B5EF4-FFF2-40B4-BE49-F238E27FC236}">
                <a16:creationId xmlns:a16="http://schemas.microsoft.com/office/drawing/2014/main" id="{DE049EC0-846F-4835-977D-9CF776DB3A68}"/>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computed reference checks; not an estate admission decision</a:t>
            </a:r>
          </a:p>
        </p:txBody>
      </p:sp>
      <p:sp>
        <p:nvSpPr>
          <p:cNvPr id="56" name="capability_v2_s6_o53">
            <a:extLst xmlns:a="http://schemas.openxmlformats.org/drawingml/2006/main">
              <a:ext uri="{FF2B5EF4-FFF2-40B4-BE49-F238E27FC236}">
                <a16:creationId xmlns:a16="http://schemas.microsoft.com/office/drawing/2014/main" id="{DC67D13E-8F1E-485B-AF15-393EF30C66AE}"/>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620266709"/>
      </p:ext>
    </p:extLst>
  </p:cSld>
</p:sld>
</file>

<file path=ppt/slides/slide3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7" name="capability_v2_s7_o1">
            <a:extLst xmlns:a="http://schemas.openxmlformats.org/drawingml/2006/main">
              <a:ext uri="{FF2B5EF4-FFF2-40B4-BE49-F238E27FC236}">
                <a16:creationId xmlns:a16="http://schemas.microsoft.com/office/drawing/2014/main" id="{DCD702F5-F9F5-4983-B82A-33FCBC1A9BF7}"/>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Retained source register</a:t>
            </a:r>
          </a:p>
        </p:txBody>
      </p:sp>
      <p:sp>
        <p:nvSpPr>
          <p:cNvPr id="2" name="capability_v2_s7_o2">
            <a:extLst xmlns:a="http://schemas.openxmlformats.org/drawingml/2006/main">
              <a:ext uri="{FF2B5EF4-FFF2-40B4-BE49-F238E27FC236}">
                <a16:creationId xmlns:a16="http://schemas.microsoft.com/office/drawing/2014/main" id="{8F326775-95A1-4D33-93BD-81115DCF66B2}"/>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CAPABILITY VIEW · DECLARATION INVENTORY</a:t>
            </a:r>
          </a:p>
        </p:txBody>
      </p:sp>
      <p:sp>
        <p:nvSpPr>
          <p:cNvPr id="3" name="capability_v2_s7_o3">
            <a:extLst xmlns:a="http://schemas.openxmlformats.org/drawingml/2006/main">
              <a:ext uri="{FF2B5EF4-FFF2-40B4-BE49-F238E27FC236}">
                <a16:creationId xmlns:a16="http://schemas.microsoft.com/office/drawing/2014/main" id="{67852658-E4B3-4B85-BDFD-E4BB38393ED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39</a:t>
            </a:r>
          </a:p>
        </p:txBody>
      </p:sp>
      <p:sp>
        <p:nvSpPr>
          <p:cNvPr id="4" name="capability_v2_s7_o4">
            <a:extLst xmlns:a="http://schemas.openxmlformats.org/drawingml/2006/main">
              <a:ext uri="{FF2B5EF4-FFF2-40B4-BE49-F238E27FC236}">
                <a16:creationId xmlns:a16="http://schemas.microsoft.com/office/drawing/2014/main" id="{6ED801A5-B61D-4D4D-9A3E-311D8CF49829}"/>
              </a:ext>
            </a:extLst>
          </p:cNvPr>
          <p:cNvSpPr>
            <a:spLocks xmlns:a="http://schemas.openxmlformats.org/drawingml/2006/main" noGrp="1"/>
          </p:cNvSpPr>
          <p:nvPr/>
        </p:nvSpPr>
        <p:spPr>
          <a:xfrm xmlns:a="http://schemas.openxmlformats.org/drawingml/2006/main">
            <a:off x="457200" y="1739900"/>
            <a:ext cx="1841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scenario</a:t>
            </a:r>
          </a:p>
        </p:txBody>
      </p:sp>
      <p:sp>
        <p:nvSpPr>
          <p:cNvPr id="5" name="capability_v2_s7_o5">
            <a:extLst xmlns:a="http://schemas.openxmlformats.org/drawingml/2006/main">
              <a:ext uri="{FF2B5EF4-FFF2-40B4-BE49-F238E27FC236}">
                <a16:creationId xmlns:a16="http://schemas.microsoft.com/office/drawing/2014/main" id="{144422F1-0CC1-4FBF-9311-D7B8FF555CA2}"/>
              </a:ext>
            </a:extLst>
          </p:cNvPr>
          <p:cNvSpPr>
            <a:spLocks xmlns:a="http://schemas.openxmlformats.org/drawingml/2006/main" noGrp="1"/>
          </p:cNvSpPr>
          <p:nvPr/>
        </p:nvSpPr>
        <p:spPr>
          <a:xfrm xmlns:a="http://schemas.openxmlformats.org/drawingml/2006/main">
            <a:off x="2413000" y="1739900"/>
            <a:ext cx="9144000" cy="36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Procedural dungeon governed execution</a:t>
            </a:r>
          </a:p>
        </p:txBody>
      </p:sp>
      <p:sp>
        <p:nvSpPr>
          <p:cNvPr id="6" name="capability_v2_s7_o6">
            <a:extLst xmlns:a="http://schemas.openxmlformats.org/drawingml/2006/main">
              <a:ext uri="{FF2B5EF4-FFF2-40B4-BE49-F238E27FC236}">
                <a16:creationId xmlns:a16="http://schemas.microsoft.com/office/drawing/2014/main" id="{A6204708-D74D-41DB-90F0-81A6C0CE6117}"/>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351457800"/>
      </p:ext>
    </p:extLst>
  </p:cSld>
</p:sld>
</file>

<file path=ppt/slides/slide4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9" name="capability_v2_s8_o1">
            <a:extLst xmlns:a="http://schemas.openxmlformats.org/drawingml/2006/main">
              <a:ext uri="{FF2B5EF4-FFF2-40B4-BE49-F238E27FC236}">
                <a16:creationId xmlns:a16="http://schemas.microsoft.com/office/drawing/2014/main" id="{F92188CF-3159-4C20-A665-3085136895D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Evidence gaps and circuit boundaries</a:t>
            </a:r>
          </a:p>
        </p:txBody>
      </p:sp>
      <p:sp>
        <p:nvSpPr>
          <p:cNvPr id="2" name="capability_v2_s8_o2">
            <a:extLst xmlns:a="http://schemas.openxmlformats.org/drawingml/2006/main">
              <a:ext uri="{FF2B5EF4-FFF2-40B4-BE49-F238E27FC236}">
                <a16:creationId xmlns:a16="http://schemas.microsoft.com/office/drawing/2014/main" id="{3D116D78-1B49-47F8-B841-3367FD58A4C1}"/>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DECLARED STRUCTURE AND OBSERVED EXECUTION ARE DIFFERENT EVIDENCE</a:t>
            </a:r>
          </a:p>
        </p:txBody>
      </p:sp>
      <p:sp>
        <p:nvSpPr>
          <p:cNvPr id="3" name="capability_v2_s8_o3">
            <a:extLst xmlns:a="http://schemas.openxmlformats.org/drawingml/2006/main">
              <a:ext uri="{FF2B5EF4-FFF2-40B4-BE49-F238E27FC236}">
                <a16:creationId xmlns:a16="http://schemas.microsoft.com/office/drawing/2014/main" id="{69A2F2FF-3962-4803-95DD-543C71AA37F4}"/>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40</a:t>
            </a:r>
          </a:p>
        </p:txBody>
      </p:sp>
      <p:sp>
        <p:nvSpPr>
          <p:cNvPr id="4" name="capability_v2_s8_o4">
            <a:extLst xmlns:a="http://schemas.openxmlformats.org/drawingml/2006/main">
              <a:ext uri="{FF2B5EF4-FFF2-40B4-BE49-F238E27FC236}">
                <a16:creationId xmlns:a16="http://schemas.microsoft.com/office/drawing/2014/main" id="{D293CA86-99DF-4661-8BFF-DAA58AB2EF48}"/>
              </a:ext>
            </a:extLst>
          </p:cNvPr>
          <p:cNvSpPr>
            <a:spLocks xmlns:a="http://schemas.openxmlformats.org/drawingml/2006/main" noGrp="1"/>
          </p:cNvSpPr>
          <p:nvPr/>
        </p:nvSpPr>
        <p:spPr>
          <a:xfrm xmlns:a="http://schemas.openxmlformats.org/drawingml/2006/main">
            <a:off x="762000" y="1917700"/>
            <a:ext cx="177800" cy="228600"/>
          </a:xfrm>
          <a:custGeom xmlns:a="http://schemas.openxmlformats.org/drawingml/2006/main">
            <a:pathLst>
              <a:path w="177800" h="228600">
                <a:moveTo>
                  <a:pt x="0" y="0"/>
                </a:moveTo>
                <a:lnTo>
                  <a:pt x="177800" y="228600"/>
                </a:lnTo>
              </a:path>
            </a:pathLst>
          </a:custGeom>
          <a:noFill xmlns:a="http://schemas.openxmlformats.org/drawingml/2006/main"/>
          <a:ln xmlns:a="http://schemas.openxmlformats.org/drawingml/2006/main" w="38100">
            <a:solidFill>
              <a:srgbClr val="FF5F70"/>
            </a:solidFill>
            <a:prstDash val="solid"/>
          </a:ln>
        </p:spPr>
      </p:sp>
      <p:sp>
        <p:nvSpPr>
          <p:cNvPr id="5" name="capability_v2_s8_o5">
            <a:extLst xmlns:a="http://schemas.openxmlformats.org/drawingml/2006/main">
              <a:ext uri="{FF2B5EF4-FFF2-40B4-BE49-F238E27FC236}">
                <a16:creationId xmlns:a16="http://schemas.microsoft.com/office/drawing/2014/main" id="{13BF9589-D7B4-41F5-8119-3D45AAB190A0}"/>
              </a:ext>
            </a:extLst>
          </p:cNvPr>
          <p:cNvSpPr>
            <a:spLocks xmlns:a="http://schemas.openxmlformats.org/drawingml/2006/main" noGrp="1"/>
          </p:cNvSpPr>
          <p:nvPr/>
        </p:nvSpPr>
        <p:spPr>
          <a:xfrm xmlns:a="http://schemas.openxmlformats.org/drawingml/2006/main">
            <a:off x="762000" y="1917700"/>
            <a:ext cx="177800" cy="228600"/>
          </a:xfrm>
          <a:custGeom xmlns:a="http://schemas.openxmlformats.org/drawingml/2006/main">
            <a:pathLst>
              <a:path w="177800" h="228600">
                <a:moveTo>
                  <a:pt x="0" y="228600"/>
                </a:moveTo>
                <a:lnTo>
                  <a:pt x="177800" y="0"/>
                </a:lnTo>
              </a:path>
            </a:pathLst>
          </a:custGeom>
          <a:noFill xmlns:a="http://schemas.openxmlformats.org/drawingml/2006/main"/>
          <a:ln xmlns:a="http://schemas.openxmlformats.org/drawingml/2006/main" w="38100">
            <a:solidFill>
              <a:srgbClr val="FF5F70"/>
            </a:solidFill>
            <a:prstDash val="solid"/>
          </a:ln>
        </p:spPr>
      </p:sp>
      <p:sp>
        <p:nvSpPr>
          <p:cNvPr id="6" name="capability_v2_s8_o6">
            <a:extLst xmlns:a="http://schemas.openxmlformats.org/drawingml/2006/main">
              <a:ext uri="{FF2B5EF4-FFF2-40B4-BE49-F238E27FC236}">
                <a16:creationId xmlns:a16="http://schemas.microsoft.com/office/drawing/2014/main" id="{2965405F-4304-4FB2-B5CF-78E9AC2AF685}"/>
              </a:ext>
            </a:extLst>
          </p:cNvPr>
          <p:cNvSpPr>
            <a:spLocks xmlns:a="http://schemas.openxmlformats.org/drawingml/2006/main" noGrp="1"/>
          </p:cNvSpPr>
          <p:nvPr/>
        </p:nvSpPr>
        <p:spPr>
          <a:xfrm xmlns:a="http://schemas.openxmlformats.org/drawingml/2006/main">
            <a:off x="1181100" y="1727200"/>
            <a:ext cx="406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F4F7FB"/>
                </a:solidFill>
                <a:latin typeface="Arial"/>
                <a:ea typeface="Arial"/>
                <a:cs typeface="Arial"/>
              </a:defRPr>
            </a:defPPr>
          </a:lstStyle>
          <a:p xmlns:a="http://schemas.openxmlformats.org/drawingml/2006/main">
            <a:pPr algn="l">
              <a:lnSpc>
                <a:spcPct val="108000"/>
              </a:lnSpc>
              <a:buNone/>
              <a:defRPr sz="1500" b="1">
                <a:solidFill>
                  <a:srgbClr val="F4F7FB"/>
                </a:solidFill>
                <a:latin typeface="Arial"/>
                <a:ea typeface="Arial"/>
                <a:cs typeface="Arial"/>
              </a:defRPr>
            </a:pPr>
            <a:r>
              <a:rPr sz="1500" b="1">
                <a:solidFill>
                  <a:srgbClr val="F4F7FB"/>
                </a:solidFill>
                <a:latin typeface="Arial"/>
                <a:ea typeface="Arial"/>
                <a:cs typeface="Arial"/>
              </a:rPr>
              <a:t>Parsed and retained Gherkin</a:t>
            </a:r>
          </a:p>
        </p:txBody>
      </p:sp>
      <p:sp>
        <p:nvSpPr>
          <p:cNvPr id="7" name="capability_v2_s8_o7">
            <a:extLst xmlns:a="http://schemas.openxmlformats.org/drawingml/2006/main">
              <a:ext uri="{FF2B5EF4-FFF2-40B4-BE49-F238E27FC236}">
                <a16:creationId xmlns:a16="http://schemas.microsoft.com/office/drawing/2014/main" id="{7C51EF96-C3F2-4733-B7D4-F63CC48192D3}"/>
              </a:ext>
            </a:extLst>
          </p:cNvPr>
          <p:cNvSpPr>
            <a:spLocks xmlns:a="http://schemas.openxmlformats.org/drawingml/2006/main" noGrp="1"/>
          </p:cNvSpPr>
          <p:nvPr/>
        </p:nvSpPr>
        <p:spPr>
          <a:xfrm xmlns:a="http://schemas.openxmlformats.org/drawingml/2006/main">
            <a:off x="6667500" y="1765300"/>
            <a:ext cx="48006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A8B8CA"/>
                </a:solidFill>
                <a:latin typeface="Arial"/>
                <a:ea typeface="Arial"/>
                <a:cs typeface="Arial"/>
              </a:defRPr>
            </a:defPPr>
          </a:lstStyle>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Parsed scenario prose for procedural-dungeon-governed-execution differs from its retained source bytes. …</a:t>
            </a:r>
          </a:p>
        </p:txBody>
      </p:sp>
      <p:sp>
        <p:nvSpPr>
          <p:cNvPr id="8" name="capability_v2_s8_o8">
            <a:extLst xmlns:a="http://schemas.openxmlformats.org/drawingml/2006/main">
              <a:ext uri="{FF2B5EF4-FFF2-40B4-BE49-F238E27FC236}">
                <a16:creationId xmlns:a16="http://schemas.microsoft.com/office/drawing/2014/main" id="{DACC1D0B-6B3D-4C4D-83F3-C9A697E225B5}"/>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352396226"/>
      </p:ext>
    </p:extLst>
  </p:cSld>
</p:sld>
</file>

<file path=ppt/slides/slide4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57" name="capability_v2_s9_o1">
            <a:extLst xmlns:a="http://schemas.openxmlformats.org/drawingml/2006/main">
              <a:ext uri="{FF2B5EF4-FFF2-40B4-BE49-F238E27FC236}">
                <a16:creationId xmlns:a16="http://schemas.microsoft.com/office/drawing/2014/main" id="{D56BE22E-876E-4D63-83A3-0580AC097F12}"/>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Evidence and replay</a:t>
            </a:r>
          </a:p>
        </p:txBody>
      </p:sp>
      <p:sp>
        <p:nvSpPr>
          <p:cNvPr id="2" name="capability_v2_s9_o2">
            <a:extLst xmlns:a="http://schemas.openxmlformats.org/drawingml/2006/main">
              <a:ext uri="{FF2B5EF4-FFF2-40B4-BE49-F238E27FC236}">
                <a16:creationId xmlns:a16="http://schemas.microsoft.com/office/drawing/2014/main" id="{CA1CD727-4BB5-491D-B291-7D80556F04F9}"/>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ONE SELECTED SNAPSHOT  ·  IDENTITIES AND DIGESTS RETAINED</a:t>
            </a:r>
          </a:p>
        </p:txBody>
      </p:sp>
      <p:sp>
        <p:nvSpPr>
          <p:cNvPr id="3" name="capability_v2_s9_o3">
            <a:extLst xmlns:a="http://schemas.openxmlformats.org/drawingml/2006/main">
              <a:ext uri="{FF2B5EF4-FFF2-40B4-BE49-F238E27FC236}">
                <a16:creationId xmlns:a16="http://schemas.microsoft.com/office/drawing/2014/main" id="{9C82B310-81A4-4CE9-8BDF-AF4ECAADDB8D}"/>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41</a:t>
            </a:r>
          </a:p>
        </p:txBody>
      </p:sp>
      <p:sp>
        <p:nvSpPr>
          <p:cNvPr id="4" name="capability_v2_s9_o4">
            <a:extLst xmlns:a="http://schemas.openxmlformats.org/drawingml/2006/main">
              <a:ext uri="{FF2B5EF4-FFF2-40B4-BE49-F238E27FC236}">
                <a16:creationId xmlns:a16="http://schemas.microsoft.com/office/drawing/2014/main" id="{2840CEA2-3C93-4914-BD76-6FFA5C9D4D36}"/>
              </a:ext>
            </a:extLst>
          </p:cNvPr>
          <p:cNvSpPr>
            <a:spLocks xmlns:a="http://schemas.openxmlformats.org/drawingml/2006/main" noGrp="1"/>
          </p:cNvSpPr>
          <p:nvPr/>
        </p:nvSpPr>
        <p:spPr>
          <a:xfrm xmlns:a="http://schemas.openxmlformats.org/drawingml/2006/main">
            <a:off x="914400" y="3175000"/>
            <a:ext cx="2794000" cy="1079500"/>
          </a:xfrm>
          <a:prstGeom xmlns:a="http://schemas.openxmlformats.org/drawingml/2006/main" prst="roundRect">
            <a:avLst>
              <a:gd name="adj" fmla="val 9412"/>
            </a:avLst>
          </a:prstGeom>
          <a:solidFill xmlns:a="http://schemas.openxmlformats.org/drawingml/2006/main">
            <a:srgbClr val="020A14"/>
          </a:solidFill>
          <a:ln xmlns:a="http://schemas.openxmlformats.org/drawingml/2006/main" w="0">
            <a:noFill/>
          </a:ln>
        </p:spPr>
      </p:sp>
      <p:sp>
        <p:nvSpPr>
          <p:cNvPr id="5" name="capability_v2_s9_o5">
            <a:extLst xmlns:a="http://schemas.openxmlformats.org/drawingml/2006/main">
              <a:ext uri="{FF2B5EF4-FFF2-40B4-BE49-F238E27FC236}">
                <a16:creationId xmlns:a16="http://schemas.microsoft.com/office/drawing/2014/main" id="{8050E148-A212-49F1-A9BE-EF023128A09C}"/>
              </a:ext>
            </a:extLst>
          </p:cNvPr>
          <p:cNvSpPr>
            <a:spLocks xmlns:a="http://schemas.openxmlformats.org/drawingml/2006/main" noGrp="1"/>
          </p:cNvSpPr>
          <p:nvPr/>
        </p:nvSpPr>
        <p:spPr>
          <a:xfrm xmlns:a="http://schemas.openxmlformats.org/drawingml/2006/main">
            <a:off x="863600" y="3111500"/>
            <a:ext cx="2794000" cy="1079500"/>
          </a:xfrm>
          <a:prstGeom xmlns:a="http://schemas.openxmlformats.org/drawingml/2006/main" prst="roundRect">
            <a:avLst>
              <a:gd name="adj" fmla="val 9412"/>
            </a:avLst>
          </a:prstGeom>
          <a:solidFill xmlns:a="http://schemas.openxmlformats.org/drawingml/2006/main">
            <a:srgbClr val="102238"/>
          </a:solidFill>
          <a:ln xmlns:a="http://schemas.openxmlformats.org/drawingml/2006/main" w="17780">
            <a:solidFill>
              <a:srgbClr val="45A7FF"/>
            </a:solidFill>
          </a:ln>
        </p:spPr>
      </p:sp>
      <p:sp>
        <p:nvSpPr>
          <p:cNvPr id="6" name="capability_v2_s9_o6">
            <a:extLst xmlns:a="http://schemas.openxmlformats.org/drawingml/2006/main">
              <a:ext uri="{FF2B5EF4-FFF2-40B4-BE49-F238E27FC236}">
                <a16:creationId xmlns:a16="http://schemas.microsoft.com/office/drawing/2014/main" id="{1145414B-F3E1-4974-A8E1-E7CDBF4A6C6E}"/>
              </a:ext>
            </a:extLst>
          </p:cNvPr>
          <p:cNvSpPr>
            <a:spLocks xmlns:a="http://schemas.openxmlformats.org/drawingml/2006/main" noGrp="1"/>
          </p:cNvSpPr>
          <p:nvPr/>
        </p:nvSpPr>
        <p:spPr>
          <a:xfrm xmlns:a="http://schemas.openxmlformats.org/drawingml/2006/main">
            <a:off x="927100" y="3175000"/>
            <a:ext cx="2667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7" name="capability_v2_s9_o7">
            <a:extLst xmlns:a="http://schemas.openxmlformats.org/drawingml/2006/main">
              <a:ext uri="{FF2B5EF4-FFF2-40B4-BE49-F238E27FC236}">
                <a16:creationId xmlns:a16="http://schemas.microsoft.com/office/drawing/2014/main" id="{E6BEF1D6-A91B-49DC-8379-F2D82BACE244}"/>
              </a:ext>
            </a:extLst>
          </p:cNvPr>
          <p:cNvSpPr>
            <a:spLocks xmlns:a="http://schemas.openxmlformats.org/drawingml/2006/main" noGrp="1"/>
          </p:cNvSpPr>
          <p:nvPr/>
        </p:nvSpPr>
        <p:spPr>
          <a:xfrm xmlns:a="http://schemas.openxmlformats.org/drawingml/2006/main">
            <a:off x="7747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8" name="capability_v2_s9_o8">
            <a:extLst xmlns:a="http://schemas.openxmlformats.org/drawingml/2006/main">
              <a:ext uri="{FF2B5EF4-FFF2-40B4-BE49-F238E27FC236}">
                <a16:creationId xmlns:a16="http://schemas.microsoft.com/office/drawing/2014/main" id="{27C9F89D-353F-4E6D-AFED-2CD352B35A14}"/>
              </a:ext>
            </a:extLst>
          </p:cNvPr>
          <p:cNvSpPr>
            <a:spLocks xmlns:a="http://schemas.openxmlformats.org/drawingml/2006/main" noGrp="1"/>
          </p:cNvSpPr>
          <p:nvPr/>
        </p:nvSpPr>
        <p:spPr>
          <a:xfrm xmlns:a="http://schemas.openxmlformats.org/drawingml/2006/main">
            <a:off x="3657600" y="36512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9" name="capability_v2_s9_o9">
            <a:extLst xmlns:a="http://schemas.openxmlformats.org/drawingml/2006/main">
              <a:ext uri="{FF2B5EF4-FFF2-40B4-BE49-F238E27FC236}">
                <a16:creationId xmlns:a16="http://schemas.microsoft.com/office/drawing/2014/main" id="{E3D2BB79-F53F-45AB-B6CD-B5166C210C7E}"/>
              </a:ext>
            </a:extLst>
          </p:cNvPr>
          <p:cNvSpPr>
            <a:spLocks xmlns:a="http://schemas.openxmlformats.org/drawingml/2006/main" noGrp="1"/>
          </p:cNvSpPr>
          <p:nvPr/>
        </p:nvSpPr>
        <p:spPr>
          <a:xfrm xmlns:a="http://schemas.openxmlformats.org/drawingml/2006/main">
            <a:off x="927100" y="3263900"/>
            <a:ext cx="2667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800" b="1">
                <a:solidFill>
                  <a:srgbClr val="F4F7FB"/>
                </a:solidFill>
                <a:latin typeface="Arial"/>
                <a:ea typeface="Arial"/>
                <a:cs typeface="Arial"/>
              </a:defRPr>
            </a:defPPr>
          </a:lstStyle>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Selected estate</a:t>
            </a:r>
          </a:p>
          <a:p xmlns:a="http://schemas.openxmlformats.org/drawingml/2006/main">
            <a:pPr algn="ctr">
              <a:lnSpc>
                <a:spcPct val="108000"/>
              </a:lnSpc>
              <a:buNone/>
              <a:defRPr sz="1800" b="1">
                <a:solidFill>
                  <a:srgbClr val="F4F7FB"/>
                </a:solidFill>
                <a:latin typeface="Arial"/>
                <a:ea typeface="Arial"/>
                <a:cs typeface="Arial"/>
              </a:defRPr>
            </a:pPr>
            <a:r>
              <a:rPr sz="1800" b="1">
                <a:solidFill>
                  <a:srgbClr val="F4F7FB"/>
                </a:solidFill>
                <a:latin typeface="Arial"/>
                <a:ea typeface="Arial"/>
                <a:cs typeface="Arial"/>
              </a:rPr>
              <a:t>snapshot</a:t>
            </a:r>
          </a:p>
        </p:txBody>
      </p:sp>
      <p:sp>
        <p:nvSpPr>
          <p:cNvPr id="10" name="capability_v2_s9_o10">
            <a:extLst xmlns:a="http://schemas.openxmlformats.org/drawingml/2006/main">
              <a:ext uri="{FF2B5EF4-FFF2-40B4-BE49-F238E27FC236}">
                <a16:creationId xmlns:a16="http://schemas.microsoft.com/office/drawing/2014/main" id="{D5C7CC97-FD31-453A-943B-EE0286E77360}"/>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1" name="capability_v2_s9_o11">
            <a:extLst xmlns:a="http://schemas.openxmlformats.org/drawingml/2006/main">
              <a:ext uri="{FF2B5EF4-FFF2-40B4-BE49-F238E27FC236}">
                <a16:creationId xmlns:a16="http://schemas.microsoft.com/office/drawing/2014/main" id="{62DDACD1-41E6-4D27-85BB-7243C06A33D1}"/>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95250">
            <a:solidFill>
              <a:srgbClr val="F6B94D">
                <a:alpha val="7000"/>
              </a:srgbClr>
            </a:solidFill>
            <a:prstDash val="solid"/>
          </a:ln>
        </p:spPr>
      </p:sp>
      <p:sp>
        <p:nvSpPr>
          <p:cNvPr id="12" name="capability_v2_s9_o12">
            <a:extLst xmlns:a="http://schemas.openxmlformats.org/drawingml/2006/main">
              <a:ext uri="{FF2B5EF4-FFF2-40B4-BE49-F238E27FC236}">
                <a16:creationId xmlns:a16="http://schemas.microsoft.com/office/drawing/2014/main" id="{A5187039-81BD-4C78-AC2B-2F0984728105}"/>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F6B94D">
                <a:alpha val="7000"/>
              </a:srgbClr>
            </a:solidFill>
            <a:prstDash val="solid"/>
          </a:ln>
        </p:spPr>
      </p:sp>
      <p:sp>
        <p:nvSpPr>
          <p:cNvPr id="13" name="capability_v2_s9_o13">
            <a:extLst xmlns:a="http://schemas.openxmlformats.org/drawingml/2006/main">
              <a:ext uri="{FF2B5EF4-FFF2-40B4-BE49-F238E27FC236}">
                <a16:creationId xmlns:a16="http://schemas.microsoft.com/office/drawing/2014/main" id="{20F0E0FC-31F2-4409-8447-7B55EB4BB615}"/>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F6B94D"/>
            </a:solidFill>
            <a:prstDash val="solid"/>
          </a:ln>
        </p:spPr>
      </p:sp>
      <p:sp>
        <p:nvSpPr>
          <p:cNvPr id="14" name="capability_v2_s9_o14">
            <a:extLst xmlns:a="http://schemas.openxmlformats.org/drawingml/2006/main">
              <a:ext uri="{FF2B5EF4-FFF2-40B4-BE49-F238E27FC236}">
                <a16:creationId xmlns:a16="http://schemas.microsoft.com/office/drawing/2014/main" id="{D2D01064-08C8-4544-97CE-28211F8F400B}"/>
              </a:ext>
            </a:extLst>
          </p:cNvPr>
          <p:cNvSpPr>
            <a:spLocks xmlns:a="http://schemas.openxmlformats.org/drawingml/2006/main" noGrp="1"/>
          </p:cNvSpPr>
          <p:nvPr/>
        </p:nvSpPr>
        <p:spPr>
          <a:xfrm xmlns:a="http://schemas.openxmlformats.org/drawingml/2006/main">
            <a:off x="4699000" y="2222500"/>
            <a:ext cx="95" cy="1422400"/>
          </a:xfrm>
          <a:custGeom xmlns:a="http://schemas.openxmlformats.org/drawingml/2006/main">
            <a:pathLst>
              <a:path w="95" h="1422400">
                <a:moveTo>
                  <a:pt x="0" y="1422400"/>
                </a:moveTo>
                <a:lnTo>
                  <a:pt x="0" y="0"/>
                </a:lnTo>
              </a:path>
            </a:pathLst>
          </a:custGeom>
          <a:noFill xmlns:a="http://schemas.openxmlformats.org/drawingml/2006/main"/>
          <a:ln xmlns:a="http://schemas.openxmlformats.org/drawingml/2006/main" w="31750">
            <a:solidFill>
              <a:srgbClr val="F6B94D"/>
            </a:solidFill>
            <a:prstDash val="solid"/>
          </a:ln>
        </p:spPr>
      </p:sp>
      <p:sp>
        <p:nvSpPr>
          <p:cNvPr id="15" name="capability_v2_s9_o15">
            <a:extLst xmlns:a="http://schemas.openxmlformats.org/drawingml/2006/main">
              <a:ext uri="{FF2B5EF4-FFF2-40B4-BE49-F238E27FC236}">
                <a16:creationId xmlns:a16="http://schemas.microsoft.com/office/drawing/2014/main" id="{E23C50CD-9092-4EE3-B4FA-235CB7137E04}"/>
              </a:ext>
            </a:extLst>
          </p:cNvPr>
          <p:cNvSpPr>
            <a:spLocks xmlns:a="http://schemas.openxmlformats.org/drawingml/2006/main" noGrp="1"/>
          </p:cNvSpPr>
          <p:nvPr/>
        </p:nvSpPr>
        <p:spPr>
          <a:xfrm xmlns:a="http://schemas.openxmlformats.org/drawingml/2006/main">
            <a:off x="4699000" y="22225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F6B94D"/>
            </a:solidFill>
            <a:prstDash val="solid"/>
          </a:ln>
        </p:spPr>
      </p:sp>
      <p:sp>
        <p:nvSpPr>
          <p:cNvPr id="16" name="capability_v2_s9_o15_arrow">
            <a:extLst xmlns:a="http://schemas.openxmlformats.org/drawingml/2006/main">
              <a:ext uri="{FF2B5EF4-FFF2-40B4-BE49-F238E27FC236}">
                <a16:creationId xmlns:a16="http://schemas.microsoft.com/office/drawing/2014/main" id="{A5E991AA-EDAE-45A1-A401-574DAF8422A5}"/>
              </a:ext>
            </a:extLst>
          </p:cNvPr>
          <p:cNvSpPr>
            <a:spLocks xmlns:a="http://schemas.openxmlformats.org/drawingml/2006/main" noGrp="1"/>
          </p:cNvSpPr>
          <p:nvPr/>
        </p:nvSpPr>
        <p:spPr>
          <a:xfrm xmlns:a="http://schemas.openxmlformats.org/drawingml/2006/main">
            <a:off x="7010400" y="21831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F6B94D"/>
          </a:solidFill>
          <a:ln xmlns:a="http://schemas.openxmlformats.org/drawingml/2006/main" w="0">
            <a:noFill/>
          </a:ln>
        </p:spPr>
      </p:sp>
      <p:sp>
        <p:nvSpPr>
          <p:cNvPr id="17" name="capability_v2_s9_o16">
            <a:extLst xmlns:a="http://schemas.openxmlformats.org/drawingml/2006/main">
              <a:ext uri="{FF2B5EF4-FFF2-40B4-BE49-F238E27FC236}">
                <a16:creationId xmlns:a16="http://schemas.microsoft.com/office/drawing/2014/main" id="{BC5F59E7-AF65-4EFD-9F20-A4C2A7C5A886}"/>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F6B94D">
              <a:alpha val="10000"/>
            </a:srgbClr>
          </a:solidFill>
          <a:ln xmlns:a="http://schemas.openxmlformats.org/drawingml/2006/main" w="0">
            <a:noFill/>
          </a:ln>
        </p:spPr>
      </p:sp>
      <p:sp>
        <p:nvSpPr>
          <p:cNvPr id="18" name="capability_v2_s9_o17">
            <a:extLst xmlns:a="http://schemas.openxmlformats.org/drawingml/2006/main">
              <a:ext uri="{FF2B5EF4-FFF2-40B4-BE49-F238E27FC236}">
                <a16:creationId xmlns:a16="http://schemas.microsoft.com/office/drawing/2014/main" id="{9B9C2B53-B08B-4677-BD4D-72FB988BD023}"/>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F6B94D"/>
          </a:solidFill>
          <a:ln xmlns:a="http://schemas.openxmlformats.org/drawingml/2006/main" w="12700">
            <a:solidFill>
              <a:srgbClr val="06111F"/>
            </a:solidFill>
          </a:ln>
        </p:spPr>
      </p:sp>
      <p:sp>
        <p:nvSpPr>
          <p:cNvPr id="19" name="capability_v2_s9_o18">
            <a:extLst xmlns:a="http://schemas.openxmlformats.org/drawingml/2006/main">
              <a:ext uri="{FF2B5EF4-FFF2-40B4-BE49-F238E27FC236}">
                <a16:creationId xmlns:a16="http://schemas.microsoft.com/office/drawing/2014/main" id="{080869A7-1DD4-488E-BEA9-0903DE8E8962}"/>
              </a:ext>
            </a:extLst>
          </p:cNvPr>
          <p:cNvSpPr>
            <a:spLocks xmlns:a="http://schemas.openxmlformats.org/drawingml/2006/main" noGrp="1"/>
          </p:cNvSpPr>
          <p:nvPr/>
        </p:nvSpPr>
        <p:spPr>
          <a:xfrm xmlns:a="http://schemas.openxmlformats.org/drawingml/2006/main">
            <a:off x="7226300" y="19685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20" name="capability_v2_s9_o19">
            <a:extLst xmlns:a="http://schemas.openxmlformats.org/drawingml/2006/main">
              <a:ext uri="{FF2B5EF4-FFF2-40B4-BE49-F238E27FC236}">
                <a16:creationId xmlns:a16="http://schemas.microsoft.com/office/drawing/2014/main" id="{F1E72E80-0094-4869-B507-BEB0C83C0F46}"/>
              </a:ext>
            </a:extLst>
          </p:cNvPr>
          <p:cNvSpPr>
            <a:spLocks xmlns:a="http://schemas.openxmlformats.org/drawingml/2006/main" noGrp="1"/>
          </p:cNvSpPr>
          <p:nvPr/>
        </p:nvSpPr>
        <p:spPr>
          <a:xfrm xmlns:a="http://schemas.openxmlformats.org/drawingml/2006/main">
            <a:off x="7175500" y="19050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F6B94D"/>
            </a:solidFill>
          </a:ln>
        </p:spPr>
      </p:sp>
      <p:sp>
        <p:nvSpPr>
          <p:cNvPr id="21" name="capability_v2_s9_o20">
            <a:extLst xmlns:a="http://schemas.openxmlformats.org/drawingml/2006/main">
              <a:ext uri="{FF2B5EF4-FFF2-40B4-BE49-F238E27FC236}">
                <a16:creationId xmlns:a16="http://schemas.microsoft.com/office/drawing/2014/main" id="{587260C0-8E14-48A0-B92F-2537B06070C0}"/>
              </a:ext>
            </a:extLst>
          </p:cNvPr>
          <p:cNvSpPr>
            <a:spLocks xmlns:a="http://schemas.openxmlformats.org/drawingml/2006/main" noGrp="1"/>
          </p:cNvSpPr>
          <p:nvPr/>
        </p:nvSpPr>
        <p:spPr>
          <a:xfrm xmlns:a="http://schemas.openxmlformats.org/drawingml/2006/main">
            <a:off x="7239000" y="1968500"/>
            <a:ext cx="3683000" cy="38100"/>
          </a:xfrm>
          <a:prstGeom xmlns:a="http://schemas.openxmlformats.org/drawingml/2006/main" prst="rect">
            <a:avLst/>
          </a:prstGeom>
          <a:solidFill xmlns:a="http://schemas.openxmlformats.org/drawingml/2006/main">
            <a:srgbClr val="F6B94D">
              <a:alpha val="50000"/>
            </a:srgbClr>
          </a:solidFill>
          <a:ln xmlns:a="http://schemas.openxmlformats.org/drawingml/2006/main" w="0">
            <a:noFill/>
          </a:ln>
        </p:spPr>
      </p:sp>
      <p:sp>
        <p:nvSpPr>
          <p:cNvPr id="22" name="capability_v2_s9_o21">
            <a:extLst xmlns:a="http://schemas.openxmlformats.org/drawingml/2006/main">
              <a:ext uri="{FF2B5EF4-FFF2-40B4-BE49-F238E27FC236}">
                <a16:creationId xmlns:a16="http://schemas.microsoft.com/office/drawing/2014/main" id="{6507E69F-298E-42A5-84D7-E0BDCE7EC62C}"/>
              </a:ext>
            </a:extLst>
          </p:cNvPr>
          <p:cNvSpPr>
            <a:spLocks xmlns:a="http://schemas.openxmlformats.org/drawingml/2006/main" noGrp="1"/>
          </p:cNvSpPr>
          <p:nvPr/>
        </p:nvSpPr>
        <p:spPr>
          <a:xfrm xmlns:a="http://schemas.openxmlformats.org/drawingml/2006/main">
            <a:off x="70866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3" name="capability_v2_s9_o22">
            <a:extLst xmlns:a="http://schemas.openxmlformats.org/drawingml/2006/main">
              <a:ext uri="{FF2B5EF4-FFF2-40B4-BE49-F238E27FC236}">
                <a16:creationId xmlns:a16="http://schemas.microsoft.com/office/drawing/2014/main" id="{57CDF660-4B30-4737-90FC-8E63BFCA2DD4}"/>
              </a:ext>
            </a:extLst>
          </p:cNvPr>
          <p:cNvSpPr>
            <a:spLocks xmlns:a="http://schemas.openxmlformats.org/drawingml/2006/main" noGrp="1"/>
          </p:cNvSpPr>
          <p:nvPr/>
        </p:nvSpPr>
        <p:spPr>
          <a:xfrm xmlns:a="http://schemas.openxmlformats.org/drawingml/2006/main">
            <a:off x="10985500" y="22415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F6B94D"/>
            </a:solidFill>
            <a:prstDash val="solid"/>
          </a:ln>
        </p:spPr>
      </p:sp>
      <p:sp>
        <p:nvSpPr>
          <p:cNvPr id="24" name="capability_v2_s9_o23">
            <a:extLst xmlns:a="http://schemas.openxmlformats.org/drawingml/2006/main">
              <a:ext uri="{FF2B5EF4-FFF2-40B4-BE49-F238E27FC236}">
                <a16:creationId xmlns:a16="http://schemas.microsoft.com/office/drawing/2014/main" id="{69BFCF76-51F7-4974-8104-1401905E440F}"/>
              </a:ext>
            </a:extLst>
          </p:cNvPr>
          <p:cNvSpPr>
            <a:spLocks xmlns:a="http://schemas.openxmlformats.org/drawingml/2006/main" noGrp="1"/>
          </p:cNvSpPr>
          <p:nvPr/>
        </p:nvSpPr>
        <p:spPr>
          <a:xfrm xmlns:a="http://schemas.openxmlformats.org/drawingml/2006/main">
            <a:off x="7239000" y="20574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Snapshot d33bac21fecf05e9</a:t>
            </a:r>
          </a:p>
        </p:txBody>
      </p:sp>
      <p:sp>
        <p:nvSpPr>
          <p:cNvPr id="25" name="capability_v2_s9_o24">
            <a:extLst xmlns:a="http://schemas.openxmlformats.org/drawingml/2006/main">
              <a:ext uri="{FF2B5EF4-FFF2-40B4-BE49-F238E27FC236}">
                <a16:creationId xmlns:a16="http://schemas.microsoft.com/office/drawing/2014/main" id="{7E8B6AD7-E2D1-40A4-A3CB-75955A8DDD85}"/>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5A7FF">
                <a:alpha val="7000"/>
              </a:srgbClr>
            </a:solidFill>
            <a:prstDash val="solid"/>
          </a:ln>
        </p:spPr>
      </p:sp>
      <p:sp>
        <p:nvSpPr>
          <p:cNvPr id="26" name="capability_v2_s9_o25">
            <a:extLst xmlns:a="http://schemas.openxmlformats.org/drawingml/2006/main">
              <a:ext uri="{FF2B5EF4-FFF2-40B4-BE49-F238E27FC236}">
                <a16:creationId xmlns:a16="http://schemas.microsoft.com/office/drawing/2014/main" id="{0FCDB610-5B2C-422F-8DA9-CCA212ADC0A8}"/>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95250">
            <a:solidFill>
              <a:srgbClr val="45A7FF">
                <a:alpha val="7000"/>
              </a:srgbClr>
            </a:solidFill>
            <a:prstDash val="solid"/>
          </a:ln>
        </p:spPr>
      </p:sp>
      <p:sp>
        <p:nvSpPr>
          <p:cNvPr id="27" name="capability_v2_s9_o26">
            <a:extLst xmlns:a="http://schemas.openxmlformats.org/drawingml/2006/main">
              <a:ext uri="{FF2B5EF4-FFF2-40B4-BE49-F238E27FC236}">
                <a16:creationId xmlns:a16="http://schemas.microsoft.com/office/drawing/2014/main" id="{76951EE0-0CE4-4A8D-B225-A8ECF7BE2193}"/>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5A7FF">
                <a:alpha val="7000"/>
              </a:srgbClr>
            </a:solidFill>
            <a:prstDash val="solid"/>
          </a:ln>
        </p:spPr>
      </p:sp>
      <p:sp>
        <p:nvSpPr>
          <p:cNvPr id="28" name="capability_v2_s9_o27">
            <a:extLst xmlns:a="http://schemas.openxmlformats.org/drawingml/2006/main">
              <a:ext uri="{FF2B5EF4-FFF2-40B4-BE49-F238E27FC236}">
                <a16:creationId xmlns:a16="http://schemas.microsoft.com/office/drawing/2014/main" id="{03F34F53-172D-4D15-B928-00A87B1085FB}"/>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5A7FF"/>
            </a:solidFill>
            <a:prstDash val="solid"/>
          </a:ln>
        </p:spPr>
      </p:sp>
      <p:sp>
        <p:nvSpPr>
          <p:cNvPr id="29" name="capability_v2_s9_o28">
            <a:extLst xmlns:a="http://schemas.openxmlformats.org/drawingml/2006/main">
              <a:ext uri="{FF2B5EF4-FFF2-40B4-BE49-F238E27FC236}">
                <a16:creationId xmlns:a16="http://schemas.microsoft.com/office/drawing/2014/main" id="{B35CCDE7-5527-44B2-ACDA-3C6DD7DB6F40}"/>
              </a:ext>
            </a:extLst>
          </p:cNvPr>
          <p:cNvSpPr>
            <a:spLocks xmlns:a="http://schemas.openxmlformats.org/drawingml/2006/main" noGrp="1"/>
          </p:cNvSpPr>
          <p:nvPr/>
        </p:nvSpPr>
        <p:spPr>
          <a:xfrm xmlns:a="http://schemas.openxmlformats.org/drawingml/2006/main">
            <a:off x="4699000" y="3213100"/>
            <a:ext cx="95" cy="431800"/>
          </a:xfrm>
          <a:custGeom xmlns:a="http://schemas.openxmlformats.org/drawingml/2006/main">
            <a:pathLst>
              <a:path w="95" h="431800">
                <a:moveTo>
                  <a:pt x="0" y="431800"/>
                </a:moveTo>
                <a:lnTo>
                  <a:pt x="0" y="0"/>
                </a:lnTo>
              </a:path>
            </a:pathLst>
          </a:custGeom>
          <a:noFill xmlns:a="http://schemas.openxmlformats.org/drawingml/2006/main"/>
          <a:ln xmlns:a="http://schemas.openxmlformats.org/drawingml/2006/main" w="31750">
            <a:solidFill>
              <a:srgbClr val="45A7FF"/>
            </a:solidFill>
            <a:prstDash val="solid"/>
          </a:ln>
        </p:spPr>
      </p:sp>
      <p:sp>
        <p:nvSpPr>
          <p:cNvPr id="30" name="capability_v2_s9_o29">
            <a:extLst xmlns:a="http://schemas.openxmlformats.org/drawingml/2006/main">
              <a:ext uri="{FF2B5EF4-FFF2-40B4-BE49-F238E27FC236}">
                <a16:creationId xmlns:a16="http://schemas.microsoft.com/office/drawing/2014/main" id="{233100EA-4122-4D71-9C96-B480C2F0C4A1}"/>
              </a:ext>
            </a:extLst>
          </p:cNvPr>
          <p:cNvSpPr>
            <a:spLocks xmlns:a="http://schemas.openxmlformats.org/drawingml/2006/main" noGrp="1"/>
          </p:cNvSpPr>
          <p:nvPr/>
        </p:nvSpPr>
        <p:spPr>
          <a:xfrm xmlns:a="http://schemas.openxmlformats.org/drawingml/2006/main">
            <a:off x="4699000" y="32131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5A7FF"/>
            </a:solidFill>
            <a:prstDash val="solid"/>
          </a:ln>
        </p:spPr>
      </p:sp>
      <p:sp>
        <p:nvSpPr>
          <p:cNvPr id="31" name="capability_v2_s9_o29_arrow">
            <a:extLst xmlns:a="http://schemas.openxmlformats.org/drawingml/2006/main">
              <a:ext uri="{FF2B5EF4-FFF2-40B4-BE49-F238E27FC236}">
                <a16:creationId xmlns:a16="http://schemas.microsoft.com/office/drawing/2014/main" id="{1C6E7772-DD62-4C82-88C1-D6E46641F3CD}"/>
              </a:ext>
            </a:extLst>
          </p:cNvPr>
          <p:cNvSpPr>
            <a:spLocks xmlns:a="http://schemas.openxmlformats.org/drawingml/2006/main" noGrp="1"/>
          </p:cNvSpPr>
          <p:nvPr/>
        </p:nvSpPr>
        <p:spPr>
          <a:xfrm xmlns:a="http://schemas.openxmlformats.org/drawingml/2006/main">
            <a:off x="7010400" y="31737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5A7FF"/>
          </a:solidFill>
          <a:ln xmlns:a="http://schemas.openxmlformats.org/drawingml/2006/main" w="0">
            <a:noFill/>
          </a:ln>
        </p:spPr>
      </p:sp>
      <p:sp>
        <p:nvSpPr>
          <p:cNvPr id="32" name="capability_v2_s9_o30">
            <a:extLst xmlns:a="http://schemas.openxmlformats.org/drawingml/2006/main">
              <a:ext uri="{FF2B5EF4-FFF2-40B4-BE49-F238E27FC236}">
                <a16:creationId xmlns:a16="http://schemas.microsoft.com/office/drawing/2014/main" id="{767C3DD1-F626-4668-9958-44490714C57B}"/>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5A7FF">
              <a:alpha val="10000"/>
            </a:srgbClr>
          </a:solidFill>
          <a:ln xmlns:a="http://schemas.openxmlformats.org/drawingml/2006/main" w="0">
            <a:noFill/>
          </a:ln>
        </p:spPr>
      </p:sp>
      <p:sp>
        <p:nvSpPr>
          <p:cNvPr id="33" name="capability_v2_s9_o31">
            <a:extLst xmlns:a="http://schemas.openxmlformats.org/drawingml/2006/main">
              <a:ext uri="{FF2B5EF4-FFF2-40B4-BE49-F238E27FC236}">
                <a16:creationId xmlns:a16="http://schemas.microsoft.com/office/drawing/2014/main" id="{991FA959-4781-4218-906B-A6172D6EB226}"/>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5A7FF"/>
          </a:solidFill>
          <a:ln xmlns:a="http://schemas.openxmlformats.org/drawingml/2006/main" w="12700">
            <a:solidFill>
              <a:srgbClr val="06111F"/>
            </a:solidFill>
          </a:ln>
        </p:spPr>
      </p:sp>
      <p:sp>
        <p:nvSpPr>
          <p:cNvPr id="34" name="capability_v2_s9_o32">
            <a:extLst xmlns:a="http://schemas.openxmlformats.org/drawingml/2006/main">
              <a:ext uri="{FF2B5EF4-FFF2-40B4-BE49-F238E27FC236}">
                <a16:creationId xmlns:a16="http://schemas.microsoft.com/office/drawing/2014/main" id="{A487B2A9-85B6-4516-89A8-008436CD057E}"/>
              </a:ext>
            </a:extLst>
          </p:cNvPr>
          <p:cNvSpPr>
            <a:spLocks xmlns:a="http://schemas.openxmlformats.org/drawingml/2006/main" noGrp="1"/>
          </p:cNvSpPr>
          <p:nvPr/>
        </p:nvSpPr>
        <p:spPr>
          <a:xfrm xmlns:a="http://schemas.openxmlformats.org/drawingml/2006/main">
            <a:off x="7226300" y="29591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35" name="capability_v2_s9_o33">
            <a:extLst xmlns:a="http://schemas.openxmlformats.org/drawingml/2006/main">
              <a:ext uri="{FF2B5EF4-FFF2-40B4-BE49-F238E27FC236}">
                <a16:creationId xmlns:a16="http://schemas.microsoft.com/office/drawing/2014/main" id="{967EE19A-7FAD-480A-B6EF-D5B71B28759C}"/>
              </a:ext>
            </a:extLst>
          </p:cNvPr>
          <p:cNvSpPr>
            <a:spLocks xmlns:a="http://schemas.openxmlformats.org/drawingml/2006/main" noGrp="1"/>
          </p:cNvSpPr>
          <p:nvPr/>
        </p:nvSpPr>
        <p:spPr>
          <a:xfrm xmlns:a="http://schemas.openxmlformats.org/drawingml/2006/main">
            <a:off x="7175500" y="28956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5A7FF"/>
            </a:solidFill>
          </a:ln>
        </p:spPr>
      </p:sp>
      <p:sp>
        <p:nvSpPr>
          <p:cNvPr id="36" name="capability_v2_s9_o34">
            <a:extLst xmlns:a="http://schemas.openxmlformats.org/drawingml/2006/main">
              <a:ext uri="{FF2B5EF4-FFF2-40B4-BE49-F238E27FC236}">
                <a16:creationId xmlns:a16="http://schemas.microsoft.com/office/drawing/2014/main" id="{D4BFFD69-D2F4-4718-9071-2F5100C1F190}"/>
              </a:ext>
            </a:extLst>
          </p:cNvPr>
          <p:cNvSpPr>
            <a:spLocks xmlns:a="http://schemas.openxmlformats.org/drawingml/2006/main" noGrp="1"/>
          </p:cNvSpPr>
          <p:nvPr/>
        </p:nvSpPr>
        <p:spPr>
          <a:xfrm xmlns:a="http://schemas.openxmlformats.org/drawingml/2006/main">
            <a:off x="7239000" y="2959100"/>
            <a:ext cx="3683000" cy="38100"/>
          </a:xfrm>
          <a:prstGeom xmlns:a="http://schemas.openxmlformats.org/drawingml/2006/main" prst="rect">
            <a:avLst/>
          </a:prstGeom>
          <a:solidFill xmlns:a="http://schemas.openxmlformats.org/drawingml/2006/main">
            <a:srgbClr val="45A7FF">
              <a:alpha val="50000"/>
            </a:srgbClr>
          </a:solidFill>
          <a:ln xmlns:a="http://schemas.openxmlformats.org/drawingml/2006/main" w="0">
            <a:noFill/>
          </a:ln>
        </p:spPr>
      </p:sp>
      <p:sp>
        <p:nvSpPr>
          <p:cNvPr id="37" name="capability_v2_s9_o35">
            <a:extLst xmlns:a="http://schemas.openxmlformats.org/drawingml/2006/main">
              <a:ext uri="{FF2B5EF4-FFF2-40B4-BE49-F238E27FC236}">
                <a16:creationId xmlns:a16="http://schemas.microsoft.com/office/drawing/2014/main" id="{46FD42BB-320F-4AE8-B73F-E20DAB754C86}"/>
              </a:ext>
            </a:extLst>
          </p:cNvPr>
          <p:cNvSpPr>
            <a:spLocks xmlns:a="http://schemas.openxmlformats.org/drawingml/2006/main" noGrp="1"/>
          </p:cNvSpPr>
          <p:nvPr/>
        </p:nvSpPr>
        <p:spPr>
          <a:xfrm xmlns:a="http://schemas.openxmlformats.org/drawingml/2006/main">
            <a:off x="70866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38" name="capability_v2_s9_o36">
            <a:extLst xmlns:a="http://schemas.openxmlformats.org/drawingml/2006/main">
              <a:ext uri="{FF2B5EF4-FFF2-40B4-BE49-F238E27FC236}">
                <a16:creationId xmlns:a16="http://schemas.microsoft.com/office/drawing/2014/main" id="{75A38CF5-54BE-420F-A266-5EF0A17CAAAC}"/>
              </a:ext>
            </a:extLst>
          </p:cNvPr>
          <p:cNvSpPr>
            <a:spLocks xmlns:a="http://schemas.openxmlformats.org/drawingml/2006/main" noGrp="1"/>
          </p:cNvSpPr>
          <p:nvPr/>
        </p:nvSpPr>
        <p:spPr>
          <a:xfrm xmlns:a="http://schemas.openxmlformats.org/drawingml/2006/main">
            <a:off x="10985500" y="32321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5A7FF"/>
            </a:solidFill>
            <a:prstDash val="solid"/>
          </a:ln>
        </p:spPr>
      </p:sp>
      <p:sp>
        <p:nvSpPr>
          <p:cNvPr id="39" name="capability_v2_s9_o37">
            <a:extLst xmlns:a="http://schemas.openxmlformats.org/drawingml/2006/main">
              <a:ext uri="{FF2B5EF4-FFF2-40B4-BE49-F238E27FC236}">
                <a16:creationId xmlns:a16="http://schemas.microsoft.com/office/drawing/2014/main" id="{EB280638-E4A1-4FFB-87D6-8B52E879337E}"/>
              </a:ext>
            </a:extLst>
          </p:cNvPr>
          <p:cNvSpPr>
            <a:spLocks xmlns:a="http://schemas.openxmlformats.org/drawingml/2006/main" noGrp="1"/>
          </p:cNvSpPr>
          <p:nvPr/>
        </p:nvSpPr>
        <p:spPr>
          <a:xfrm xmlns:a="http://schemas.openxmlformats.org/drawingml/2006/main">
            <a:off x="7239000" y="30480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Graph 5df68eed07f24547</a:t>
            </a:r>
          </a:p>
        </p:txBody>
      </p:sp>
      <p:sp>
        <p:nvSpPr>
          <p:cNvPr id="40" name="capability_v2_s9_o38">
            <a:extLst xmlns:a="http://schemas.openxmlformats.org/drawingml/2006/main">
              <a:ext uri="{FF2B5EF4-FFF2-40B4-BE49-F238E27FC236}">
                <a16:creationId xmlns:a16="http://schemas.microsoft.com/office/drawing/2014/main" id="{3F5FF370-8A93-47EA-BD49-C1D1729961F4}"/>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1" name="capability_v2_s9_o39">
            <a:extLst xmlns:a="http://schemas.openxmlformats.org/drawingml/2006/main">
              <a:ext uri="{FF2B5EF4-FFF2-40B4-BE49-F238E27FC236}">
                <a16:creationId xmlns:a16="http://schemas.microsoft.com/office/drawing/2014/main" id="{3B427D93-60F0-49B9-86E5-662A84F94503}"/>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95250">
            <a:solidFill>
              <a:srgbClr val="4DE0B0">
                <a:alpha val="7000"/>
              </a:srgbClr>
            </a:solidFill>
            <a:prstDash val="solid"/>
          </a:ln>
        </p:spPr>
      </p:sp>
      <p:sp>
        <p:nvSpPr>
          <p:cNvPr id="42" name="capability_v2_s9_o40">
            <a:extLst xmlns:a="http://schemas.openxmlformats.org/drawingml/2006/main">
              <a:ext uri="{FF2B5EF4-FFF2-40B4-BE49-F238E27FC236}">
                <a16:creationId xmlns:a16="http://schemas.microsoft.com/office/drawing/2014/main" id="{F62ECC66-D7B5-4176-A09B-404881B01232}"/>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95250">
            <a:solidFill>
              <a:srgbClr val="4DE0B0">
                <a:alpha val="7000"/>
              </a:srgbClr>
            </a:solidFill>
            <a:prstDash val="solid"/>
          </a:ln>
        </p:spPr>
      </p:sp>
      <p:sp>
        <p:nvSpPr>
          <p:cNvPr id="43" name="capability_v2_s9_o41">
            <a:extLst xmlns:a="http://schemas.openxmlformats.org/drawingml/2006/main">
              <a:ext uri="{FF2B5EF4-FFF2-40B4-BE49-F238E27FC236}">
                <a16:creationId xmlns:a16="http://schemas.microsoft.com/office/drawing/2014/main" id="{469942E7-2913-44D5-B4A3-B5471EB613BC}"/>
              </a:ext>
            </a:extLst>
          </p:cNvPr>
          <p:cNvSpPr>
            <a:spLocks xmlns:a="http://schemas.openxmlformats.org/drawingml/2006/main" noGrp="1"/>
          </p:cNvSpPr>
          <p:nvPr/>
        </p:nvSpPr>
        <p:spPr>
          <a:xfrm xmlns:a="http://schemas.openxmlformats.org/drawingml/2006/main">
            <a:off x="3746500" y="3644900"/>
            <a:ext cx="952500" cy="95"/>
          </a:xfrm>
          <a:custGeom xmlns:a="http://schemas.openxmlformats.org/drawingml/2006/main">
            <a:pathLst>
              <a:path w="952500" h="95">
                <a:moveTo>
                  <a:pt x="0" y="0"/>
                </a:moveTo>
                <a:lnTo>
                  <a:pt x="952500" y="0"/>
                </a:lnTo>
              </a:path>
            </a:pathLst>
          </a:custGeom>
          <a:noFill xmlns:a="http://schemas.openxmlformats.org/drawingml/2006/main"/>
          <a:ln xmlns:a="http://schemas.openxmlformats.org/drawingml/2006/main" w="31750">
            <a:solidFill>
              <a:srgbClr val="4DE0B0"/>
            </a:solidFill>
            <a:prstDash val="solid"/>
          </a:ln>
        </p:spPr>
      </p:sp>
      <p:sp>
        <p:nvSpPr>
          <p:cNvPr id="44" name="capability_v2_s9_o42">
            <a:extLst xmlns:a="http://schemas.openxmlformats.org/drawingml/2006/main">
              <a:ext uri="{FF2B5EF4-FFF2-40B4-BE49-F238E27FC236}">
                <a16:creationId xmlns:a16="http://schemas.microsoft.com/office/drawing/2014/main" id="{978AFAE8-2B9E-45EE-B86D-CB6360679A83}"/>
              </a:ext>
            </a:extLst>
          </p:cNvPr>
          <p:cNvSpPr>
            <a:spLocks xmlns:a="http://schemas.openxmlformats.org/drawingml/2006/main" noGrp="1"/>
          </p:cNvSpPr>
          <p:nvPr/>
        </p:nvSpPr>
        <p:spPr>
          <a:xfrm xmlns:a="http://schemas.openxmlformats.org/drawingml/2006/main">
            <a:off x="4699000" y="3644900"/>
            <a:ext cx="95" cy="558800"/>
          </a:xfrm>
          <a:custGeom xmlns:a="http://schemas.openxmlformats.org/drawingml/2006/main">
            <a:pathLst>
              <a:path w="95" h="558800">
                <a:moveTo>
                  <a:pt x="0" y="0"/>
                </a:moveTo>
                <a:lnTo>
                  <a:pt x="0" y="558800"/>
                </a:lnTo>
              </a:path>
            </a:pathLst>
          </a:custGeom>
          <a:noFill xmlns:a="http://schemas.openxmlformats.org/drawingml/2006/main"/>
          <a:ln xmlns:a="http://schemas.openxmlformats.org/drawingml/2006/main" w="31750">
            <a:solidFill>
              <a:srgbClr val="4DE0B0"/>
            </a:solidFill>
            <a:prstDash val="solid"/>
          </a:ln>
        </p:spPr>
      </p:sp>
      <p:sp>
        <p:nvSpPr>
          <p:cNvPr id="45" name="capability_v2_s9_o43">
            <a:extLst xmlns:a="http://schemas.openxmlformats.org/drawingml/2006/main">
              <a:ext uri="{FF2B5EF4-FFF2-40B4-BE49-F238E27FC236}">
                <a16:creationId xmlns:a16="http://schemas.microsoft.com/office/drawing/2014/main" id="{88F60299-C08D-4CA1-8CFC-90720EFF2D48}"/>
              </a:ext>
            </a:extLst>
          </p:cNvPr>
          <p:cNvSpPr>
            <a:spLocks xmlns:a="http://schemas.openxmlformats.org/drawingml/2006/main" noGrp="1"/>
          </p:cNvSpPr>
          <p:nvPr/>
        </p:nvSpPr>
        <p:spPr>
          <a:xfrm xmlns:a="http://schemas.openxmlformats.org/drawingml/2006/main">
            <a:off x="4699000" y="4203700"/>
            <a:ext cx="2387600" cy="95"/>
          </a:xfrm>
          <a:custGeom xmlns:a="http://schemas.openxmlformats.org/drawingml/2006/main">
            <a:pathLst>
              <a:path w="2387600" h="95">
                <a:moveTo>
                  <a:pt x="0" y="0"/>
                </a:moveTo>
                <a:lnTo>
                  <a:pt x="2387600" y="0"/>
                </a:lnTo>
              </a:path>
            </a:pathLst>
          </a:custGeom>
          <a:noFill xmlns:a="http://schemas.openxmlformats.org/drawingml/2006/main"/>
          <a:ln xmlns:a="http://schemas.openxmlformats.org/drawingml/2006/main" w="31750">
            <a:solidFill>
              <a:srgbClr val="4DE0B0"/>
            </a:solidFill>
            <a:prstDash val="solid"/>
          </a:ln>
        </p:spPr>
      </p:sp>
      <p:sp>
        <p:nvSpPr>
          <p:cNvPr id="46" name="capability_v2_s9_o43_arrow">
            <a:extLst xmlns:a="http://schemas.openxmlformats.org/drawingml/2006/main">
              <a:ext uri="{FF2B5EF4-FFF2-40B4-BE49-F238E27FC236}">
                <a16:creationId xmlns:a16="http://schemas.microsoft.com/office/drawing/2014/main" id="{484F04F1-11DB-4CF1-9CCF-31369FE67BEC}"/>
              </a:ext>
            </a:extLst>
          </p:cNvPr>
          <p:cNvSpPr>
            <a:spLocks xmlns:a="http://schemas.openxmlformats.org/drawingml/2006/main" noGrp="1"/>
          </p:cNvSpPr>
          <p:nvPr/>
        </p:nvSpPr>
        <p:spPr>
          <a:xfrm xmlns:a="http://schemas.openxmlformats.org/drawingml/2006/main">
            <a:off x="7010400" y="4164330"/>
            <a:ext cx="76200" cy="78740"/>
          </a:xfrm>
          <a:custGeom xmlns:a="http://schemas.openxmlformats.org/drawingml/2006/main">
            <a:pathLst>
              <a:path w="76200" h="78740">
                <a:moveTo>
                  <a:pt x="76200" y="39370"/>
                </a:moveTo>
                <a:lnTo>
                  <a:pt x="0" y="0"/>
                </a:lnTo>
                <a:lnTo>
                  <a:pt x="0" y="78740"/>
                </a:lnTo>
                <a:close/>
              </a:path>
            </a:pathLst>
          </a:custGeom>
          <a:solidFill xmlns:a="http://schemas.openxmlformats.org/drawingml/2006/main">
            <a:srgbClr val="4DE0B0"/>
          </a:solidFill>
          <a:ln xmlns:a="http://schemas.openxmlformats.org/drawingml/2006/main" w="0">
            <a:noFill/>
          </a:ln>
        </p:spPr>
      </p:sp>
      <p:sp>
        <p:nvSpPr>
          <p:cNvPr id="47" name="capability_v2_s9_o44">
            <a:extLst xmlns:a="http://schemas.openxmlformats.org/drawingml/2006/main">
              <a:ext uri="{FF2B5EF4-FFF2-40B4-BE49-F238E27FC236}">
                <a16:creationId xmlns:a16="http://schemas.microsoft.com/office/drawing/2014/main" id="{84C06D65-2C1E-496E-9EA7-5C8F8F29FFBB}"/>
              </a:ext>
            </a:extLst>
          </p:cNvPr>
          <p:cNvSpPr>
            <a:spLocks xmlns:a="http://schemas.openxmlformats.org/drawingml/2006/main" noGrp="1"/>
          </p:cNvSpPr>
          <p:nvPr/>
        </p:nvSpPr>
        <p:spPr>
          <a:xfrm xmlns:a="http://schemas.openxmlformats.org/drawingml/2006/main">
            <a:off x="4610100" y="3556000"/>
            <a:ext cx="177800" cy="177800"/>
          </a:xfrm>
          <a:prstGeom xmlns:a="http://schemas.openxmlformats.org/drawingml/2006/main" prst="ellipse">
            <a:avLst/>
          </a:prstGeom>
          <a:solidFill xmlns:a="http://schemas.openxmlformats.org/drawingml/2006/main">
            <a:srgbClr val="4DE0B0">
              <a:alpha val="10000"/>
            </a:srgbClr>
          </a:solidFill>
          <a:ln xmlns:a="http://schemas.openxmlformats.org/drawingml/2006/main" w="0">
            <a:noFill/>
          </a:ln>
        </p:spPr>
      </p:sp>
      <p:sp>
        <p:nvSpPr>
          <p:cNvPr id="48" name="capability_v2_s9_o45">
            <a:extLst xmlns:a="http://schemas.openxmlformats.org/drawingml/2006/main">
              <a:ext uri="{FF2B5EF4-FFF2-40B4-BE49-F238E27FC236}">
                <a16:creationId xmlns:a16="http://schemas.microsoft.com/office/drawing/2014/main" id="{6FD2D7D4-3886-4F25-AFDA-50C62618635E}"/>
              </a:ext>
            </a:extLst>
          </p:cNvPr>
          <p:cNvSpPr>
            <a:spLocks xmlns:a="http://schemas.openxmlformats.org/drawingml/2006/main" noGrp="1"/>
          </p:cNvSpPr>
          <p:nvPr/>
        </p:nvSpPr>
        <p:spPr>
          <a:xfrm xmlns:a="http://schemas.openxmlformats.org/drawingml/2006/main">
            <a:off x="4648200" y="3594100"/>
            <a:ext cx="101600" cy="101600"/>
          </a:xfrm>
          <a:prstGeom xmlns:a="http://schemas.openxmlformats.org/drawingml/2006/main" prst="ellipse">
            <a:avLst/>
          </a:prstGeom>
          <a:solidFill xmlns:a="http://schemas.openxmlformats.org/drawingml/2006/main">
            <a:srgbClr val="4DE0B0"/>
          </a:solidFill>
          <a:ln xmlns:a="http://schemas.openxmlformats.org/drawingml/2006/main" w="12700">
            <a:solidFill>
              <a:srgbClr val="06111F"/>
            </a:solidFill>
          </a:ln>
        </p:spPr>
      </p:sp>
      <p:sp>
        <p:nvSpPr>
          <p:cNvPr id="49" name="capability_v2_s9_o46">
            <a:extLst xmlns:a="http://schemas.openxmlformats.org/drawingml/2006/main">
              <a:ext uri="{FF2B5EF4-FFF2-40B4-BE49-F238E27FC236}">
                <a16:creationId xmlns:a16="http://schemas.microsoft.com/office/drawing/2014/main" id="{D4936C08-63B8-4583-89C9-E9351C5A05AB}"/>
              </a:ext>
            </a:extLst>
          </p:cNvPr>
          <p:cNvSpPr>
            <a:spLocks xmlns:a="http://schemas.openxmlformats.org/drawingml/2006/main" noGrp="1"/>
          </p:cNvSpPr>
          <p:nvPr/>
        </p:nvSpPr>
        <p:spPr>
          <a:xfrm xmlns:a="http://schemas.openxmlformats.org/drawingml/2006/main">
            <a:off x="7226300" y="3949700"/>
            <a:ext cx="3810000" cy="673100"/>
          </a:xfrm>
          <a:prstGeom xmlns:a="http://schemas.openxmlformats.org/drawingml/2006/main" prst="roundRect">
            <a:avLst>
              <a:gd name="adj" fmla="val 15094"/>
            </a:avLst>
          </a:prstGeom>
          <a:solidFill xmlns:a="http://schemas.openxmlformats.org/drawingml/2006/main">
            <a:srgbClr val="020A14"/>
          </a:solidFill>
          <a:ln xmlns:a="http://schemas.openxmlformats.org/drawingml/2006/main" w="0">
            <a:noFill/>
          </a:ln>
        </p:spPr>
      </p:sp>
      <p:sp>
        <p:nvSpPr>
          <p:cNvPr id="50" name="capability_v2_s9_o47">
            <a:extLst xmlns:a="http://schemas.openxmlformats.org/drawingml/2006/main">
              <a:ext uri="{FF2B5EF4-FFF2-40B4-BE49-F238E27FC236}">
                <a16:creationId xmlns:a16="http://schemas.microsoft.com/office/drawing/2014/main" id="{C0871F07-C335-4A04-9192-3A40693CBFD3}"/>
              </a:ext>
            </a:extLst>
          </p:cNvPr>
          <p:cNvSpPr>
            <a:spLocks xmlns:a="http://schemas.openxmlformats.org/drawingml/2006/main" noGrp="1"/>
          </p:cNvSpPr>
          <p:nvPr/>
        </p:nvSpPr>
        <p:spPr>
          <a:xfrm xmlns:a="http://schemas.openxmlformats.org/drawingml/2006/main">
            <a:off x="7175500" y="3886200"/>
            <a:ext cx="3810000" cy="673100"/>
          </a:xfrm>
          <a:prstGeom xmlns:a="http://schemas.openxmlformats.org/drawingml/2006/main" prst="roundRect">
            <a:avLst>
              <a:gd name="adj" fmla="val 15094"/>
            </a:avLst>
          </a:prstGeom>
          <a:solidFill xmlns:a="http://schemas.openxmlformats.org/drawingml/2006/main">
            <a:srgbClr val="102238"/>
          </a:solidFill>
          <a:ln xmlns:a="http://schemas.openxmlformats.org/drawingml/2006/main" w="17780">
            <a:solidFill>
              <a:srgbClr val="4DE0B0"/>
            </a:solidFill>
          </a:ln>
        </p:spPr>
      </p:sp>
      <p:sp>
        <p:nvSpPr>
          <p:cNvPr id="51" name="capability_v2_s9_o48">
            <a:extLst xmlns:a="http://schemas.openxmlformats.org/drawingml/2006/main">
              <a:ext uri="{FF2B5EF4-FFF2-40B4-BE49-F238E27FC236}">
                <a16:creationId xmlns:a16="http://schemas.microsoft.com/office/drawing/2014/main" id="{F260D318-EF63-47FB-BD12-1D23365DF28A}"/>
              </a:ext>
            </a:extLst>
          </p:cNvPr>
          <p:cNvSpPr>
            <a:spLocks xmlns:a="http://schemas.openxmlformats.org/drawingml/2006/main" noGrp="1"/>
          </p:cNvSpPr>
          <p:nvPr/>
        </p:nvSpPr>
        <p:spPr>
          <a:xfrm xmlns:a="http://schemas.openxmlformats.org/drawingml/2006/main">
            <a:off x="7239000" y="3949700"/>
            <a:ext cx="3683000" cy="38100"/>
          </a:xfrm>
          <a:prstGeom xmlns:a="http://schemas.openxmlformats.org/drawingml/2006/main" prst="rect">
            <a:avLst/>
          </a:prstGeom>
          <a:solidFill xmlns:a="http://schemas.openxmlformats.org/drawingml/2006/main">
            <a:srgbClr val="4DE0B0">
              <a:alpha val="50000"/>
            </a:srgbClr>
          </a:solidFill>
          <a:ln xmlns:a="http://schemas.openxmlformats.org/drawingml/2006/main" w="0">
            <a:noFill/>
          </a:ln>
        </p:spPr>
      </p:sp>
      <p:sp>
        <p:nvSpPr>
          <p:cNvPr id="52" name="capability_v2_s9_o49">
            <a:extLst xmlns:a="http://schemas.openxmlformats.org/drawingml/2006/main">
              <a:ext uri="{FF2B5EF4-FFF2-40B4-BE49-F238E27FC236}">
                <a16:creationId xmlns:a16="http://schemas.microsoft.com/office/drawing/2014/main" id="{BB34CD29-0707-4262-BBAA-238C2E2F9614}"/>
              </a:ext>
            </a:extLst>
          </p:cNvPr>
          <p:cNvSpPr>
            <a:spLocks xmlns:a="http://schemas.openxmlformats.org/drawingml/2006/main" noGrp="1"/>
          </p:cNvSpPr>
          <p:nvPr/>
        </p:nvSpPr>
        <p:spPr>
          <a:xfrm xmlns:a="http://schemas.openxmlformats.org/drawingml/2006/main">
            <a:off x="70866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3" name="capability_v2_s9_o50">
            <a:extLst xmlns:a="http://schemas.openxmlformats.org/drawingml/2006/main">
              <a:ext uri="{FF2B5EF4-FFF2-40B4-BE49-F238E27FC236}">
                <a16:creationId xmlns:a16="http://schemas.microsoft.com/office/drawing/2014/main" id="{1EAC8368-23A3-4C2C-AEC0-452F617C034D}"/>
              </a:ext>
            </a:extLst>
          </p:cNvPr>
          <p:cNvSpPr>
            <a:spLocks xmlns:a="http://schemas.openxmlformats.org/drawingml/2006/main" noGrp="1"/>
          </p:cNvSpPr>
          <p:nvPr/>
        </p:nvSpPr>
        <p:spPr>
          <a:xfrm xmlns:a="http://schemas.openxmlformats.org/drawingml/2006/main">
            <a:off x="10985500" y="4222750"/>
            <a:ext cx="88900" cy="95"/>
          </a:xfrm>
          <a:custGeom xmlns:a="http://schemas.openxmlformats.org/drawingml/2006/main">
            <a:pathLst>
              <a:path w="88900" h="95">
                <a:moveTo>
                  <a:pt x="0" y="0"/>
                </a:moveTo>
                <a:lnTo>
                  <a:pt x="88900" y="0"/>
                </a:lnTo>
              </a:path>
            </a:pathLst>
          </a:custGeom>
          <a:noFill xmlns:a="http://schemas.openxmlformats.org/drawingml/2006/main"/>
          <a:ln xmlns:a="http://schemas.openxmlformats.org/drawingml/2006/main" w="19050">
            <a:solidFill>
              <a:srgbClr val="4DE0B0"/>
            </a:solidFill>
            <a:prstDash val="solid"/>
          </a:ln>
        </p:spPr>
      </p:sp>
      <p:sp>
        <p:nvSpPr>
          <p:cNvPr id="54" name="capability_v2_s9_o51">
            <a:extLst xmlns:a="http://schemas.openxmlformats.org/drawingml/2006/main">
              <a:ext uri="{FF2B5EF4-FFF2-40B4-BE49-F238E27FC236}">
                <a16:creationId xmlns:a16="http://schemas.microsoft.com/office/drawing/2014/main" id="{61FD6FDF-613D-4983-9290-9895310A13D5}"/>
              </a:ext>
            </a:extLst>
          </p:cNvPr>
          <p:cNvSpPr>
            <a:spLocks xmlns:a="http://schemas.openxmlformats.org/drawingml/2006/main" noGrp="1"/>
          </p:cNvSpPr>
          <p:nvPr/>
        </p:nvSpPr>
        <p:spPr>
          <a:xfrm xmlns:a="http://schemas.openxmlformats.org/drawingml/2006/main">
            <a:off x="7239000" y="4038600"/>
            <a:ext cx="368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ctr">
              <a:defRPr sz="1300" b="1">
                <a:solidFill>
                  <a:srgbClr val="F4F7FB"/>
                </a:solidFill>
                <a:latin typeface="Arial"/>
                <a:ea typeface="Arial"/>
                <a:cs typeface="Arial"/>
              </a:defRPr>
            </a:defPPr>
          </a:lstStyle>
          <a:p xmlns:a="http://schemas.openxmlformats.org/drawingml/2006/main">
            <a:pPr algn="ctr">
              <a:lnSpc>
                <a:spcPct val="108000"/>
              </a:lnSpc>
              <a:buNone/>
              <a:defRPr sz="1300" b="1">
                <a:solidFill>
                  <a:srgbClr val="F4F7FB"/>
                </a:solidFill>
                <a:latin typeface="Arial"/>
                <a:ea typeface="Arial"/>
                <a:cs typeface="Arial"/>
              </a:defRPr>
            </a:pPr>
            <a:r>
              <a:rPr sz="1300" b="1">
                <a:solidFill>
                  <a:srgbClr val="F4F7FB"/>
                </a:solidFill>
                <a:latin typeface="Arial"/>
                <a:ea typeface="Arial"/>
                <a:cs typeface="Arial"/>
              </a:rPr>
              <a:t>Circuit 7038b8317077ef96</a:t>
            </a:r>
          </a:p>
        </p:txBody>
      </p:sp>
      <p:sp>
        <p:nvSpPr>
          <p:cNvPr id="55" name="capability_v2_s9_o52">
            <a:extLst xmlns:a="http://schemas.openxmlformats.org/drawingml/2006/main">
              <a:ext uri="{FF2B5EF4-FFF2-40B4-BE49-F238E27FC236}">
                <a16:creationId xmlns:a16="http://schemas.microsoft.com/office/drawing/2014/main" id="{E76CBF91-13F7-423D-915C-ADD6BBBEA4A3}"/>
              </a:ext>
            </a:extLst>
          </p:cNvPr>
          <p:cNvSpPr>
            <a:spLocks xmlns:a="http://schemas.openxmlformats.org/drawingml/2006/main" noGrp="1"/>
          </p:cNvSpPr>
          <p:nvPr/>
        </p:nvSpPr>
        <p:spPr>
          <a:xfrm xmlns:a="http://schemas.openxmlformats.org/drawingml/2006/main">
            <a:off x="4216400" y="14986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snapshot → semantic projection → editable presentation</a:t>
            </a:r>
          </a:p>
        </p:txBody>
      </p:sp>
      <p:sp>
        <p:nvSpPr>
          <p:cNvPr id="56" name="capability_v2_s9_o53">
            <a:extLst xmlns:a="http://schemas.openxmlformats.org/drawingml/2006/main">
              <a:ext uri="{FF2B5EF4-FFF2-40B4-BE49-F238E27FC236}">
                <a16:creationId xmlns:a16="http://schemas.microsoft.com/office/drawing/2014/main" id="{6FD0AA4E-064C-4A8E-8BF9-7A19FAFF3E50}"/>
              </a:ext>
            </a:extLst>
          </p:cNvPr>
          <p:cNvSpPr>
            <a:spLocks xmlns:a="http://schemas.openxmlformats.org/drawingml/2006/main" noGrp="1"/>
          </p:cNvSpPr>
          <p:nvPr/>
        </p:nvSpPr>
        <p:spPr>
          <a:xfrm xmlns:a="http://schemas.openxmlformats.org/drawingml/2006/main">
            <a:off x="457200" y="594360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0">
                <a:solidFill>
                  <a:srgbClr val="A8B8CA"/>
                </a:solidFill>
                <a:latin typeface="Arial"/>
                <a:ea typeface="Arial"/>
                <a:cs typeface="Arial"/>
              </a:defRPr>
            </a:defPPr>
          </a:lstStyle>
          <a:p xmlns:a="http://schemas.openxmlformats.org/drawingml/2006/main">
            <a:pPr algn="l">
              <a:lnSpc>
                <a:spcPct val="108000"/>
              </a:lnSpc>
              <a:buNone/>
              <a:defRPr sz="1200" b="0">
                <a:solidFill>
                  <a:srgbClr val="A8B8CA"/>
                </a:solidFill>
                <a:latin typeface="Arial"/>
                <a:ea typeface="Arial"/>
                <a:cs typeface="Arial"/>
              </a:defRPr>
            </a:pPr>
            <a:r>
              <a:rPr sz="12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703845576"/>
      </p:ext>
    </p:extLst>
  </p:cSld>
</p:sld>
</file>

<file path=ppt/slides/slide4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0" name="capability_v2_s10_o1">
            <a:extLst xmlns:a="http://schemas.openxmlformats.org/drawingml/2006/main">
              <a:ext uri="{FF2B5EF4-FFF2-40B4-BE49-F238E27FC236}">
                <a16:creationId xmlns:a16="http://schemas.microsoft.com/office/drawing/2014/main" id="{A53099D6-553D-4115-ADF7-75CB495AB82A}"/>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coverage</a:t>
            </a:r>
          </a:p>
        </p:txBody>
      </p:sp>
      <p:sp>
        <p:nvSpPr>
          <p:cNvPr id="2" name="capability_v2_s10_o2">
            <a:extLst xmlns:a="http://schemas.openxmlformats.org/drawingml/2006/main">
              <a:ext uri="{FF2B5EF4-FFF2-40B4-BE49-F238E27FC236}">
                <a16:creationId xmlns:a16="http://schemas.microsoft.com/office/drawing/2014/main" id="{E10F91AE-85B4-4CCE-81FE-79529B5AA1F4}"/>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SNAPSHOT_MATCH · DECLARATIONS AND BOUNDED CHECKS</a:t>
            </a:r>
          </a:p>
        </p:txBody>
      </p:sp>
      <p:sp>
        <p:nvSpPr>
          <p:cNvPr id="3" name="capability_v2_s10_o3">
            <a:extLst xmlns:a="http://schemas.openxmlformats.org/drawingml/2006/main">
              <a:ext uri="{FF2B5EF4-FFF2-40B4-BE49-F238E27FC236}">
                <a16:creationId xmlns:a16="http://schemas.microsoft.com/office/drawing/2014/main" id="{6DE3791B-AF41-4AC0-B414-98D26E24013D}"/>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42</a:t>
            </a:r>
          </a:p>
        </p:txBody>
      </p:sp>
      <p:sp>
        <p:nvSpPr>
          <p:cNvPr id="4" name="capability_v2_s10_o4">
            <a:extLst xmlns:a="http://schemas.openxmlformats.org/drawingml/2006/main">
              <a:ext uri="{FF2B5EF4-FFF2-40B4-BE49-F238E27FC236}">
                <a16:creationId xmlns:a16="http://schemas.microsoft.com/office/drawing/2014/main" id="{50E893B3-3B3B-456F-9798-D355DB6E1E66}"/>
              </a:ext>
            </a:extLst>
          </p:cNvPr>
          <p:cNvSpPr>
            <a:spLocks xmlns:a="http://schemas.openxmlformats.org/drawingml/2006/main" noGrp="1"/>
          </p:cNvSpPr>
          <p:nvPr/>
        </p:nvSpPr>
        <p:spPr>
          <a:xfrm xmlns:a="http://schemas.openxmlformats.org/drawingml/2006/main">
            <a:off x="482600" y="1765300"/>
            <a:ext cx="11112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2500" b="1">
                <a:solidFill>
                  <a:srgbClr val="45A7FF"/>
                </a:solidFill>
                <a:latin typeface="Arial"/>
                <a:ea typeface="Arial"/>
                <a:cs typeface="Arial"/>
              </a:defRPr>
            </a:defPPr>
          </a:lstStyle>
          <a:p xmlns:a="http://schemas.openxmlformats.org/drawingml/2006/main">
            <a:pPr algn="l">
              <a:lnSpc>
                <a:spcPct val="108000"/>
              </a:lnSpc>
              <a:buNone/>
              <a:defRPr sz="2500" b="1">
                <a:solidFill>
                  <a:srgbClr val="45A7FF"/>
                </a:solidFill>
                <a:latin typeface="Arial"/>
                <a:ea typeface="Arial"/>
                <a:cs typeface="Arial"/>
              </a:defRPr>
            </a:pPr>
            <a:r>
              <a:rPr sz="2500" b="1">
                <a:solidFill>
                  <a:srgbClr val="45A7FF"/>
                </a:solidFill>
                <a:latin typeface="Arial"/>
                <a:ea typeface="Arial"/>
                <a:cs typeface="Arial"/>
              </a:rPr>
              <a:t>15 / 15 readings returned</a:t>
            </a:r>
          </a:p>
        </p:txBody>
      </p:sp>
      <p:sp>
        <p:nvSpPr>
          <p:cNvPr id="5" name="capability_v2_s10_o5">
            <a:extLst xmlns:a="http://schemas.openxmlformats.org/drawingml/2006/main">
              <a:ext uri="{FF2B5EF4-FFF2-40B4-BE49-F238E27FC236}">
                <a16:creationId xmlns:a16="http://schemas.microsoft.com/office/drawing/2014/main" id="{5769F251-2635-4952-971A-225727C3E5ED}"/>
              </a:ext>
            </a:extLst>
          </p:cNvPr>
          <p:cNvSpPr>
            <a:spLocks xmlns:a="http://schemas.openxmlformats.org/drawingml/2006/main" noGrp="1"/>
          </p:cNvSpPr>
          <p:nvPr/>
        </p:nvSpPr>
        <p:spPr>
          <a:xfrm xmlns:a="http://schemas.openxmlformats.org/drawingml/2006/main">
            <a:off x="482600" y="2463800"/>
            <a:ext cx="1111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900" b="1">
                <a:solidFill>
                  <a:srgbClr val="F6B94D"/>
                </a:solidFill>
                <a:latin typeface="Arial"/>
                <a:ea typeface="Arial"/>
                <a:cs typeface="Arial"/>
              </a:defRPr>
            </a:defPPr>
          </a:lstStyle>
          <a:p xmlns:a="http://schemas.openxmlformats.org/drawingml/2006/main">
            <a:pPr algn="l">
              <a:lnSpc>
                <a:spcPct val="108000"/>
              </a:lnSpc>
              <a:buNone/>
              <a:defRPr sz="1900" b="1">
                <a:solidFill>
                  <a:srgbClr val="F6B94D"/>
                </a:solidFill>
                <a:latin typeface="Arial"/>
                <a:ea typeface="Arial"/>
                <a:cs typeface="Arial"/>
              </a:defRPr>
            </a:pPr>
            <a:r>
              <a:rPr sz="1900" b="1">
                <a:solidFill>
                  <a:srgbClr val="F6B94D"/>
                </a:solidFill>
                <a:latin typeface="Arial"/>
                <a:ea typeface="Arial"/>
                <a:cs typeface="Arial"/>
              </a:rPr>
              <a:t>43 PROVED rows · 0 counterexamples · 12 other / coverage rows</a:t>
            </a:r>
          </a:p>
        </p:txBody>
      </p:sp>
      <p:sp>
        <p:nvSpPr>
          <p:cNvPr id="6" name="capability_v2_s10_o6">
            <a:extLst xmlns:a="http://schemas.openxmlformats.org/drawingml/2006/main">
              <a:ext uri="{FF2B5EF4-FFF2-40B4-BE49-F238E27FC236}">
                <a16:creationId xmlns:a16="http://schemas.microsoft.com/office/drawing/2014/main" id="{FEBFFDAA-339D-49BA-96CE-042B405982DF}"/>
              </a:ext>
            </a:extLst>
          </p:cNvPr>
          <p:cNvSpPr>
            <a:spLocks xmlns:a="http://schemas.openxmlformats.org/drawingml/2006/main" noGrp="1"/>
          </p:cNvSpPr>
          <p:nvPr/>
        </p:nvSpPr>
        <p:spPr>
          <a:xfrm xmlns:a="http://schemas.openxmlformats.org/drawingml/2006/main">
            <a:off x="482600" y="3162300"/>
            <a:ext cx="1111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800" b="0">
                <a:solidFill>
                  <a:srgbClr val="F4F7FB"/>
                </a:solidFill>
                <a:latin typeface="Arial"/>
                <a:ea typeface="Arial"/>
                <a:cs typeface="Arial"/>
              </a:defRPr>
            </a:defPPr>
          </a:lstStyle>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PROVED retains the property and basis returned by the reading. Counts include overlapping</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checks; they are not independent guarantees.</a:t>
            </a:r>
          </a:p>
        </p:txBody>
      </p:sp>
      <p:sp>
        <p:nvSpPr>
          <p:cNvPr id="7" name="capability_v2_s10_o7">
            <a:extLst xmlns:a="http://schemas.openxmlformats.org/drawingml/2006/main">
              <a:ext uri="{FF2B5EF4-FFF2-40B4-BE49-F238E27FC236}">
                <a16:creationId xmlns:a16="http://schemas.microsoft.com/office/drawing/2014/main" id="{06DA9BFD-0A59-4AF6-AAB4-A3C616CEBB57}"/>
              </a:ext>
            </a:extLst>
          </p:cNvPr>
          <p:cNvSpPr>
            <a:spLocks xmlns:a="http://schemas.openxmlformats.org/drawingml/2006/main" noGrp="1"/>
          </p:cNvSpPr>
          <p:nvPr/>
        </p:nvSpPr>
        <p:spPr>
          <a:xfrm xmlns:a="http://schemas.openxmlformats.org/drawingml/2006/main">
            <a:off x="482600" y="4254500"/>
            <a:ext cx="11112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800" b="0">
                <a:solidFill>
                  <a:srgbClr val="F4F7FB"/>
                </a:solidFill>
                <a:latin typeface="Arial"/>
                <a:ea typeface="Arial"/>
                <a:cs typeface="Arial"/>
              </a:defRPr>
            </a:defPPr>
          </a:lstStyle>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3 findings lack a resolved component address. 0 retained receipts. Repair mappings do not</a:t>
            </a:r>
          </a:p>
          <a:p xmlns:a="http://schemas.openxmlformats.org/drawingml/2006/main">
            <a:pPr algn="l">
              <a:lnSpc>
                <a:spcPct val="108000"/>
              </a:lnSpc>
              <a:buNone/>
              <a:defRPr sz="1800" b="0">
                <a:solidFill>
                  <a:srgbClr val="F4F7FB"/>
                </a:solidFill>
                <a:latin typeface="Arial"/>
                <a:ea typeface="Arial"/>
                <a:cs typeface="Arial"/>
              </a:defRPr>
            </a:pPr>
            <a:r>
              <a:rPr sz="1800" b="0">
                <a:solidFill>
                  <a:srgbClr val="F4F7FB"/>
                </a:solidFill>
                <a:latin typeface="Arial"/>
                <a:ea typeface="Arial"/>
                <a:cs typeface="Arial"/>
              </a:rPr>
              <a:t>establish successful execution or closure.</a:t>
            </a:r>
          </a:p>
        </p:txBody>
      </p:sp>
      <p:sp>
        <p:nvSpPr>
          <p:cNvPr id="8" name="capability_v2_s10_o8">
            <a:extLst xmlns:a="http://schemas.openxmlformats.org/drawingml/2006/main">
              <a:ext uri="{FF2B5EF4-FFF2-40B4-BE49-F238E27FC236}">
                <a16:creationId xmlns:a16="http://schemas.microsoft.com/office/drawing/2014/main" id="{90C64595-4283-46A8-8783-E80AEA14D9F5}"/>
              </a:ext>
            </a:extLst>
          </p:cNvPr>
          <p:cNvSpPr>
            <a:spLocks xmlns:a="http://schemas.openxmlformats.org/drawingml/2006/main" noGrp="1"/>
          </p:cNvSpPr>
          <p:nvPr/>
        </p:nvSpPr>
        <p:spPr>
          <a:xfrm xmlns:a="http://schemas.openxmlformats.org/drawingml/2006/main">
            <a:off x="482600" y="5461000"/>
            <a:ext cx="1111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A8B8CA"/>
                </a:solidFill>
                <a:latin typeface="Arial"/>
                <a:ea typeface="Arial"/>
                <a:cs typeface="Arial"/>
              </a:defRPr>
            </a:defPPr>
          </a:lstStyle>
          <a:p xmlns:a="http://schemas.openxmlformats.org/drawingml/2006/main">
            <a:pPr algn="l">
              <a:lnSpc>
                <a:spcPct val="108000"/>
              </a:lnSpc>
              <a:buNone/>
              <a:defRPr sz="1300" b="0">
                <a:solidFill>
                  <a:srgbClr val="A8B8CA"/>
                </a:solidFill>
                <a:latin typeface="Arial"/>
                <a:ea typeface="Arial"/>
                <a:cs typeface="Arial"/>
              </a:defRPr>
            </a:pPr>
            <a:r>
              <a:rPr sz="1300" b="0">
                <a:solidFill>
                  <a:srgbClr val="A8B8CA"/>
                </a:solidFill>
                <a:latin typeface="Arial"/>
                <a:ea typeface="Arial"/>
                <a:cs typeface="Arial"/>
              </a:rPr>
              <a:t>selected reading statements under sidefx_reader; not target execution</a:t>
            </a:r>
          </a:p>
        </p:txBody>
      </p:sp>
      <p:sp>
        <p:nvSpPr>
          <p:cNvPr id="9" name="capability_v2_s10_o9">
            <a:extLst xmlns:a="http://schemas.openxmlformats.org/drawingml/2006/main">
              <a:ext uri="{FF2B5EF4-FFF2-40B4-BE49-F238E27FC236}">
                <a16:creationId xmlns:a16="http://schemas.microsoft.com/office/drawing/2014/main" id="{EB34EEAC-A61F-4EB4-A756-1514B40A5283}"/>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317251451"/>
      </p:ext>
    </p:extLst>
  </p:cSld>
</p:sld>
</file>

<file path=ppt/slides/slide4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1_o1">
            <a:extLst xmlns:a="http://schemas.openxmlformats.org/drawingml/2006/main">
              <a:ext uri="{FF2B5EF4-FFF2-40B4-BE49-F238E27FC236}">
                <a16:creationId xmlns:a16="http://schemas.microsoft.com/office/drawing/2014/main" id="{B78EE2F8-1691-413C-9E1E-A95418D9FCEA}"/>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1_o2">
            <a:extLst xmlns:a="http://schemas.openxmlformats.org/drawingml/2006/main">
              <a:ext uri="{FF2B5EF4-FFF2-40B4-BE49-F238E27FC236}">
                <a16:creationId xmlns:a16="http://schemas.microsoft.com/office/drawing/2014/main" id="{F22B639B-A4CC-41D5-8070-83C99712D232}"/>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1_o3">
            <a:extLst xmlns:a="http://schemas.openxmlformats.org/drawingml/2006/main">
              <a:ext uri="{FF2B5EF4-FFF2-40B4-BE49-F238E27FC236}">
                <a16:creationId xmlns:a16="http://schemas.microsoft.com/office/drawing/2014/main" id="{891882C0-8567-418E-87FF-EF8D1FE556DC}"/>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43</a:t>
            </a:r>
          </a:p>
        </p:txBody>
      </p:sp>
      <p:sp>
        <p:nvSpPr>
          <p:cNvPr id="4" name="capability_v2_s11_o4">
            <a:extLst xmlns:a="http://schemas.openxmlformats.org/drawingml/2006/main">
              <a:ext uri="{FF2B5EF4-FFF2-40B4-BE49-F238E27FC236}">
                <a16:creationId xmlns:a16="http://schemas.microsoft.com/office/drawing/2014/main" id="{F2B04CD3-7967-4600-A572-D48001F3F867}"/>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 · contract-satisfiability · dungeon-generation-seed-contract.v1</a:t>
            </a:r>
          </a:p>
        </p:txBody>
      </p:sp>
      <p:sp>
        <p:nvSpPr>
          <p:cNvPr id="5" name="capability_v2_s11_o5">
            <a:extLst xmlns:a="http://schemas.openxmlformats.org/drawingml/2006/main">
              <a:ext uri="{FF2B5EF4-FFF2-40B4-BE49-F238E27FC236}">
                <a16:creationId xmlns:a16="http://schemas.microsoft.com/office/drawing/2014/main" id="{D09D16A0-A115-4F9C-BF37-8F386145975B}"/>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1_o6">
            <a:extLst xmlns:a="http://schemas.openxmlformats.org/drawingml/2006/main">
              <a:ext uri="{FF2B5EF4-FFF2-40B4-BE49-F238E27FC236}">
                <a16:creationId xmlns:a16="http://schemas.microsoft.com/office/drawing/2014/main" id="{EAB3835F-9A94-4B8F-87A4-5C5CC7823C90}"/>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schema resolves in the encodable keyword fragment; no unsatisfiable root pattern detected</a:t>
            </a:r>
          </a:p>
        </p:txBody>
      </p:sp>
      <p:sp>
        <p:nvSpPr>
          <p:cNvPr id="7" name="capability_v2_s11_o7">
            <a:extLst xmlns:a="http://schemas.openxmlformats.org/drawingml/2006/main">
              <a:ext uri="{FF2B5EF4-FFF2-40B4-BE49-F238E27FC236}">
                <a16:creationId xmlns:a16="http://schemas.microsoft.com/office/drawing/2014/main" id="{8D7B1121-83C5-46AF-BDF0-BC89F339C889}"/>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 · contract-satisfiability · dungeon-board-state-contract.v1</a:t>
            </a:r>
          </a:p>
        </p:txBody>
      </p:sp>
      <p:sp>
        <p:nvSpPr>
          <p:cNvPr id="8" name="capability_v2_s11_o8">
            <a:extLst xmlns:a="http://schemas.openxmlformats.org/drawingml/2006/main">
              <a:ext uri="{FF2B5EF4-FFF2-40B4-BE49-F238E27FC236}">
                <a16:creationId xmlns:a16="http://schemas.microsoft.com/office/drawing/2014/main" id="{FD182561-77DE-43FF-8581-C68F1407F325}"/>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1_o9">
            <a:extLst xmlns:a="http://schemas.openxmlformats.org/drawingml/2006/main">
              <a:ext uri="{FF2B5EF4-FFF2-40B4-BE49-F238E27FC236}">
                <a16:creationId xmlns:a16="http://schemas.microsoft.com/office/drawing/2014/main" id="{36B31205-C661-408D-89A3-456A0182DA13}"/>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schema resolves in the encodable keyword fragment; no unsatisfiable root pattern detected</a:t>
            </a:r>
          </a:p>
        </p:txBody>
      </p:sp>
      <p:sp>
        <p:nvSpPr>
          <p:cNvPr id="10" name="capability_v2_s11_o10">
            <a:extLst xmlns:a="http://schemas.openxmlformats.org/drawingml/2006/main">
              <a:ext uri="{FF2B5EF4-FFF2-40B4-BE49-F238E27FC236}">
                <a16:creationId xmlns:a16="http://schemas.microsoft.com/office/drawing/2014/main" id="{A6F3034E-B168-4628-887E-F0670975EB33}"/>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 · scenario-predicates · procedural-dungeon-governed-execution</a:t>
            </a:r>
          </a:p>
        </p:txBody>
      </p:sp>
      <p:sp>
        <p:nvSpPr>
          <p:cNvPr id="11" name="capability_v2_s11_o11">
            <a:extLst xmlns:a="http://schemas.openxmlformats.org/drawingml/2006/main">
              <a:ext uri="{FF2B5EF4-FFF2-40B4-BE49-F238E27FC236}">
                <a16:creationId xmlns:a16="http://schemas.microsoft.com/office/drawing/2014/main" id="{6A25F3B3-9BB8-4286-A12F-8AC80A285672}"/>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1_o12">
            <a:extLst xmlns:a="http://schemas.openxmlformats.org/drawingml/2006/main">
              <a:ext uri="{FF2B5EF4-FFF2-40B4-BE49-F238E27FC236}">
                <a16:creationId xmlns:a16="http://schemas.microsoft.com/office/drawing/2014/main" id="{83E65820-0230-4A23-B877-507D98461242}"/>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P_I and P_O both declared</a:t>
            </a:r>
          </a:p>
        </p:txBody>
      </p:sp>
      <p:sp>
        <p:nvSpPr>
          <p:cNvPr id="13" name="capability_v2_s11_o13">
            <a:extLst xmlns:a="http://schemas.openxmlformats.org/drawingml/2006/main">
              <a:ext uri="{FF2B5EF4-FFF2-40B4-BE49-F238E27FC236}">
                <a16:creationId xmlns:a16="http://schemas.microsoft.com/office/drawing/2014/main" id="{949BD6E8-8E84-43CC-865E-6AC019F12F46}"/>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23055641af044873" action="ppaction://hlinksldjump"/>
              </a:rPr>
              <a:t>Inspection coverage</a:t>
            </a:r>
          </a:p>
        </p:txBody>
      </p:sp>
      <p:sp>
        <p:nvSpPr>
          <p:cNvPr id="14" name="capability_v2_s11_o14">
            <a:extLst xmlns:a="http://schemas.openxmlformats.org/drawingml/2006/main">
              <a:ext uri="{FF2B5EF4-FFF2-40B4-BE49-F238E27FC236}">
                <a16:creationId xmlns:a16="http://schemas.microsoft.com/office/drawing/2014/main" id="{E66A010D-CBF3-431D-AF96-7E47B34FF2EA}"/>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2102721707"/>
      </p:ext>
    </p:extLst>
  </p:cSld>
</p:sld>
</file>

<file path=ppt/slides/slide4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2_o1">
            <a:extLst xmlns:a="http://schemas.openxmlformats.org/drawingml/2006/main">
              <a:ext uri="{FF2B5EF4-FFF2-40B4-BE49-F238E27FC236}">
                <a16:creationId xmlns:a16="http://schemas.microsoft.com/office/drawing/2014/main" id="{565E0B54-5022-48CA-8448-33B9652F45DC}"/>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2_o2">
            <a:extLst xmlns:a="http://schemas.openxmlformats.org/drawingml/2006/main">
              <a:ext uri="{FF2B5EF4-FFF2-40B4-BE49-F238E27FC236}">
                <a16:creationId xmlns:a16="http://schemas.microsoft.com/office/drawing/2014/main" id="{0C673D28-C934-44B6-BBB5-CE09364ADC10}"/>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2_o3">
            <a:extLst xmlns:a="http://schemas.openxmlformats.org/drawingml/2006/main">
              <a:ext uri="{FF2B5EF4-FFF2-40B4-BE49-F238E27FC236}">
                <a16:creationId xmlns:a16="http://schemas.microsoft.com/office/drawing/2014/main" id="{DDA6FC97-EC95-4CE9-90DA-E4DB643EA859}"/>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44</a:t>
            </a:r>
          </a:p>
        </p:txBody>
      </p:sp>
      <p:sp>
        <p:nvSpPr>
          <p:cNvPr id="4" name="capability_v2_s12_o4">
            <a:extLst xmlns:a="http://schemas.openxmlformats.org/drawingml/2006/main">
              <a:ext uri="{FF2B5EF4-FFF2-40B4-BE49-F238E27FC236}">
                <a16:creationId xmlns:a16="http://schemas.microsoft.com/office/drawing/2014/main" id="{60B9F03F-10E4-4036-8C66-2036F92129EB}"/>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 · expression-semantics · array</a:t>
            </a:r>
          </a:p>
        </p:txBody>
      </p:sp>
      <p:sp>
        <p:nvSpPr>
          <p:cNvPr id="5" name="capability_v2_s12_o5">
            <a:extLst xmlns:a="http://schemas.openxmlformats.org/drawingml/2006/main">
              <a:ext uri="{FF2B5EF4-FFF2-40B4-BE49-F238E27FC236}">
                <a16:creationId xmlns:a16="http://schemas.microsoft.com/office/drawing/2014/main" id="{3F83C075-A540-4F22-8D47-0B7E85688ADF}"/>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2_o6">
            <a:extLst xmlns:a="http://schemas.openxmlformats.org/drawingml/2006/main">
              <a:ext uri="{FF2B5EF4-FFF2-40B4-BE49-F238E27FC236}">
                <a16:creationId xmlns:a16="http://schemas.microsoft.com/office/drawing/2014/main" id="{5B4DAC02-D6A3-43AD-8F9D-4D1C8ADF5000}"/>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2_o7">
            <a:extLst xmlns:a="http://schemas.openxmlformats.org/drawingml/2006/main">
              <a:ext uri="{FF2B5EF4-FFF2-40B4-BE49-F238E27FC236}">
                <a16:creationId xmlns:a16="http://schemas.microsoft.com/office/drawing/2014/main" id="{20A14D43-0228-4BE3-9DE1-3BB98DE46FD6}"/>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 · expression-semantics · base64-decode-utf8</a:t>
            </a:r>
          </a:p>
        </p:txBody>
      </p:sp>
      <p:sp>
        <p:nvSpPr>
          <p:cNvPr id="8" name="capability_v2_s12_o8">
            <a:extLst xmlns:a="http://schemas.openxmlformats.org/drawingml/2006/main">
              <a:ext uri="{FF2B5EF4-FFF2-40B4-BE49-F238E27FC236}">
                <a16:creationId xmlns:a16="http://schemas.microsoft.com/office/drawing/2014/main" id="{BB5C1F8C-6214-433D-A04F-51DF3A01896E}"/>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2_o9">
            <a:extLst xmlns:a="http://schemas.openxmlformats.org/drawingml/2006/main">
              <a:ext uri="{FF2B5EF4-FFF2-40B4-BE49-F238E27FC236}">
                <a16:creationId xmlns:a16="http://schemas.microsoft.com/office/drawing/2014/main" id="{434D3E19-970F-49F9-B009-174E8868CA6E}"/>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2_o10">
            <a:extLst xmlns:a="http://schemas.openxmlformats.org/drawingml/2006/main">
              <a:ext uri="{FF2B5EF4-FFF2-40B4-BE49-F238E27FC236}">
                <a16:creationId xmlns:a16="http://schemas.microsoft.com/office/drawing/2014/main" id="{21FA0466-9B5D-488F-A0AC-A1710618C425}"/>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V6 · expression-semantics · bind-path</a:t>
            </a:r>
          </a:p>
        </p:txBody>
      </p:sp>
      <p:sp>
        <p:nvSpPr>
          <p:cNvPr id="11" name="capability_v2_s12_o11">
            <a:extLst xmlns:a="http://schemas.openxmlformats.org/drawingml/2006/main">
              <a:ext uri="{FF2B5EF4-FFF2-40B4-BE49-F238E27FC236}">
                <a16:creationId xmlns:a16="http://schemas.microsoft.com/office/drawing/2014/main" id="{F167278E-053C-4F2F-9811-A90D6C545FBA}"/>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2_o12">
            <a:extLst xmlns:a="http://schemas.openxmlformats.org/drawingml/2006/main">
              <a:ext uri="{FF2B5EF4-FFF2-40B4-BE49-F238E27FC236}">
                <a16:creationId xmlns:a16="http://schemas.microsoft.com/office/drawing/2014/main" id="{2D4AC353-82D2-4F93-8DFD-1895F1219362}"/>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2_o13">
            <a:extLst xmlns:a="http://schemas.openxmlformats.org/drawingml/2006/main">
              <a:ext uri="{FF2B5EF4-FFF2-40B4-BE49-F238E27FC236}">
                <a16:creationId xmlns:a16="http://schemas.microsoft.com/office/drawing/2014/main" id="{614968D7-38E0-40D5-94FF-E6DE7F4EEAC4}"/>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01b1bbacb54d4194" action="ppaction://hlinksldjump"/>
              </a:rPr>
              <a:t>Inspection coverage</a:t>
            </a:r>
          </a:p>
        </p:txBody>
      </p:sp>
      <p:sp>
        <p:nvSpPr>
          <p:cNvPr id="14" name="capability_v2_s12_o14">
            <a:extLst xmlns:a="http://schemas.openxmlformats.org/drawingml/2006/main">
              <a:ext uri="{FF2B5EF4-FFF2-40B4-BE49-F238E27FC236}">
                <a16:creationId xmlns:a16="http://schemas.microsoft.com/office/drawing/2014/main" id="{B28ADB5F-74BE-4ED8-8D3B-8945ECB583C5}"/>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853026817"/>
      </p:ext>
    </p:extLst>
  </p:cSld>
</p:sld>
</file>

<file path=ppt/slides/slide4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3_o1">
            <a:extLst xmlns:a="http://schemas.openxmlformats.org/drawingml/2006/main">
              <a:ext uri="{FF2B5EF4-FFF2-40B4-BE49-F238E27FC236}">
                <a16:creationId xmlns:a16="http://schemas.microsoft.com/office/drawing/2014/main" id="{D9C19322-48B0-4FD5-86B6-911AA0CFEEB3}"/>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3_o2">
            <a:extLst xmlns:a="http://schemas.openxmlformats.org/drawingml/2006/main">
              <a:ext uri="{FF2B5EF4-FFF2-40B4-BE49-F238E27FC236}">
                <a16:creationId xmlns:a16="http://schemas.microsoft.com/office/drawing/2014/main" id="{9A7663CE-4050-438C-BC9E-08D19DBB593D}"/>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3_o3">
            <a:extLst xmlns:a="http://schemas.openxmlformats.org/drawingml/2006/main">
              <a:ext uri="{FF2B5EF4-FFF2-40B4-BE49-F238E27FC236}">
                <a16:creationId xmlns:a16="http://schemas.microsoft.com/office/drawing/2014/main" id="{E668AAF7-6643-402F-9001-76CC94E47560}"/>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45</a:t>
            </a:r>
          </a:p>
        </p:txBody>
      </p:sp>
      <p:sp>
        <p:nvSpPr>
          <p:cNvPr id="4" name="capability_v2_s13_o4">
            <a:extLst xmlns:a="http://schemas.openxmlformats.org/drawingml/2006/main">
              <a:ext uri="{FF2B5EF4-FFF2-40B4-BE49-F238E27FC236}">
                <a16:creationId xmlns:a16="http://schemas.microsoft.com/office/drawing/2014/main" id="{01AEB57E-6AD7-4635-845C-A77A27AC5BB8}"/>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V7 · expression-semantics · canonicalize</a:t>
            </a:r>
          </a:p>
        </p:txBody>
      </p:sp>
      <p:sp>
        <p:nvSpPr>
          <p:cNvPr id="5" name="capability_v2_s13_o5">
            <a:extLst xmlns:a="http://schemas.openxmlformats.org/drawingml/2006/main">
              <a:ext uri="{FF2B5EF4-FFF2-40B4-BE49-F238E27FC236}">
                <a16:creationId xmlns:a16="http://schemas.microsoft.com/office/drawing/2014/main" id="{14B9088E-61A2-47F4-AE41-37F6DEFB6C0F}"/>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3_o6">
            <a:extLst xmlns:a="http://schemas.openxmlformats.org/drawingml/2006/main">
              <a:ext uri="{FF2B5EF4-FFF2-40B4-BE49-F238E27FC236}">
                <a16:creationId xmlns:a16="http://schemas.microsoft.com/office/drawing/2014/main" id="{689DF00B-EFA9-4FF7-B8DF-F7B6AFCB481F}"/>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3_o7">
            <a:extLst xmlns:a="http://schemas.openxmlformats.org/drawingml/2006/main">
              <a:ext uri="{FF2B5EF4-FFF2-40B4-BE49-F238E27FC236}">
                <a16:creationId xmlns:a16="http://schemas.microsoft.com/office/drawing/2014/main" id="{DFF93D67-31CA-473A-B4CB-E31616556E4F}"/>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V8 · expression-semantics · directed-graph-closure</a:t>
            </a:r>
          </a:p>
        </p:txBody>
      </p:sp>
      <p:sp>
        <p:nvSpPr>
          <p:cNvPr id="8" name="capability_v2_s13_o8">
            <a:extLst xmlns:a="http://schemas.openxmlformats.org/drawingml/2006/main">
              <a:ext uri="{FF2B5EF4-FFF2-40B4-BE49-F238E27FC236}">
                <a16:creationId xmlns:a16="http://schemas.microsoft.com/office/drawing/2014/main" id="{59AFB481-A9BC-4BBE-B894-F787165E5B95}"/>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3_o9">
            <a:extLst xmlns:a="http://schemas.openxmlformats.org/drawingml/2006/main">
              <a:ext uri="{FF2B5EF4-FFF2-40B4-BE49-F238E27FC236}">
                <a16:creationId xmlns:a16="http://schemas.microsoft.com/office/drawing/2014/main" id="{CB5F290C-FF94-4B24-A74C-F0B467AE31FC}"/>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3_o10">
            <a:extLst xmlns:a="http://schemas.openxmlformats.org/drawingml/2006/main">
              <a:ext uri="{FF2B5EF4-FFF2-40B4-BE49-F238E27FC236}">
                <a16:creationId xmlns:a16="http://schemas.microsoft.com/office/drawing/2014/main" id="{10F05B6E-3DBC-414F-B2B1-318AFAF1EC73}"/>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V9 · expression-semantics · equals</a:t>
            </a:r>
          </a:p>
        </p:txBody>
      </p:sp>
      <p:sp>
        <p:nvSpPr>
          <p:cNvPr id="11" name="capability_v2_s13_o11">
            <a:extLst xmlns:a="http://schemas.openxmlformats.org/drawingml/2006/main">
              <a:ext uri="{FF2B5EF4-FFF2-40B4-BE49-F238E27FC236}">
                <a16:creationId xmlns:a16="http://schemas.microsoft.com/office/drawing/2014/main" id="{1FA302B8-E3E2-4EC9-BF1F-BFA01354B071}"/>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3_o12">
            <a:extLst xmlns:a="http://schemas.openxmlformats.org/drawingml/2006/main">
              <a:ext uri="{FF2B5EF4-FFF2-40B4-BE49-F238E27FC236}">
                <a16:creationId xmlns:a16="http://schemas.microsoft.com/office/drawing/2014/main" id="{543FCCE0-F73B-4483-95B3-DE568CFB33BA}"/>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3_o13">
            <a:extLst xmlns:a="http://schemas.openxmlformats.org/drawingml/2006/main">
              <a:ext uri="{FF2B5EF4-FFF2-40B4-BE49-F238E27FC236}">
                <a16:creationId xmlns:a16="http://schemas.microsoft.com/office/drawing/2014/main" id="{B58B37BE-E303-487F-8421-AE7900C3EC1D}"/>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c08a0bf110ec4643" action="ppaction://hlinksldjump"/>
              </a:rPr>
              <a:t>Inspection coverage</a:t>
            </a:r>
          </a:p>
        </p:txBody>
      </p:sp>
      <p:sp>
        <p:nvSpPr>
          <p:cNvPr id="14" name="capability_v2_s13_o14">
            <a:extLst xmlns:a="http://schemas.openxmlformats.org/drawingml/2006/main">
              <a:ext uri="{FF2B5EF4-FFF2-40B4-BE49-F238E27FC236}">
                <a16:creationId xmlns:a16="http://schemas.microsoft.com/office/drawing/2014/main" id="{9B48891C-A3CA-40BD-8FE0-611338D62DF9}"/>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609662423"/>
      </p:ext>
    </p:extLst>
  </p:cSld>
</p:sld>
</file>

<file path=ppt/slides/slide4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4_o1">
            <a:extLst xmlns:a="http://schemas.openxmlformats.org/drawingml/2006/main">
              <a:ext uri="{FF2B5EF4-FFF2-40B4-BE49-F238E27FC236}">
                <a16:creationId xmlns:a16="http://schemas.microsoft.com/office/drawing/2014/main" id="{05470F14-EF62-4978-BB4A-D7EC64B6518D}"/>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4_o2">
            <a:extLst xmlns:a="http://schemas.openxmlformats.org/drawingml/2006/main">
              <a:ext uri="{FF2B5EF4-FFF2-40B4-BE49-F238E27FC236}">
                <a16:creationId xmlns:a16="http://schemas.microsoft.com/office/drawing/2014/main" id="{3A7BD2C5-9F3E-405C-AE71-A7B0C825C0E5}"/>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4_o3">
            <a:extLst xmlns:a="http://schemas.openxmlformats.org/drawingml/2006/main">
              <a:ext uri="{FF2B5EF4-FFF2-40B4-BE49-F238E27FC236}">
                <a16:creationId xmlns:a16="http://schemas.microsoft.com/office/drawing/2014/main" id="{A25FC878-F50F-4521-BC30-187DD1F74A31}"/>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46</a:t>
            </a:r>
          </a:p>
        </p:txBody>
      </p:sp>
      <p:sp>
        <p:nvSpPr>
          <p:cNvPr id="4" name="capability_v2_s14_o4">
            <a:extLst xmlns:a="http://schemas.openxmlformats.org/drawingml/2006/main">
              <a:ext uri="{FF2B5EF4-FFF2-40B4-BE49-F238E27FC236}">
                <a16:creationId xmlns:a16="http://schemas.microsoft.com/office/drawing/2014/main" id="{3B2FDFA7-18A2-4CB9-AE8A-7059478D2048}"/>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V10 · expression-semantics · escape-html</a:t>
            </a:r>
          </a:p>
        </p:txBody>
      </p:sp>
      <p:sp>
        <p:nvSpPr>
          <p:cNvPr id="5" name="capability_v2_s14_o5">
            <a:extLst xmlns:a="http://schemas.openxmlformats.org/drawingml/2006/main">
              <a:ext uri="{FF2B5EF4-FFF2-40B4-BE49-F238E27FC236}">
                <a16:creationId xmlns:a16="http://schemas.microsoft.com/office/drawing/2014/main" id="{8B4176F4-A935-4CF5-81A5-58A4C97651A0}"/>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4_o6">
            <a:extLst xmlns:a="http://schemas.openxmlformats.org/drawingml/2006/main">
              <a:ext uri="{FF2B5EF4-FFF2-40B4-BE49-F238E27FC236}">
                <a16:creationId xmlns:a16="http://schemas.microsoft.com/office/drawing/2014/main" id="{597413D3-3EB2-4A7F-8810-7459EDE47F0D}"/>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4_o7">
            <a:extLst xmlns:a="http://schemas.openxmlformats.org/drawingml/2006/main">
              <a:ext uri="{FF2B5EF4-FFF2-40B4-BE49-F238E27FC236}">
                <a16:creationId xmlns:a16="http://schemas.microsoft.com/office/drawing/2014/main" id="{71FA8517-E942-403C-83EF-33A14B2835CB}"/>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V11 · expression-semantics · every</a:t>
            </a:r>
          </a:p>
        </p:txBody>
      </p:sp>
      <p:sp>
        <p:nvSpPr>
          <p:cNvPr id="8" name="capability_v2_s14_o8">
            <a:extLst xmlns:a="http://schemas.openxmlformats.org/drawingml/2006/main">
              <a:ext uri="{FF2B5EF4-FFF2-40B4-BE49-F238E27FC236}">
                <a16:creationId xmlns:a16="http://schemas.microsoft.com/office/drawing/2014/main" id="{D3BC12E4-31F1-47D6-A2F5-8AE5660BFB97}"/>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4_o9">
            <a:extLst xmlns:a="http://schemas.openxmlformats.org/drawingml/2006/main">
              <a:ext uri="{FF2B5EF4-FFF2-40B4-BE49-F238E27FC236}">
                <a16:creationId xmlns:a16="http://schemas.microsoft.com/office/drawing/2014/main" id="{0E38F636-58BF-4A32-8BD6-1FE41B773F0F}"/>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4_o10">
            <a:extLst xmlns:a="http://schemas.openxmlformats.org/drawingml/2006/main">
              <a:ext uri="{FF2B5EF4-FFF2-40B4-BE49-F238E27FC236}">
                <a16:creationId xmlns:a16="http://schemas.microsoft.com/office/drawing/2014/main" id="{683AD3BC-55FC-47B4-974B-03633826920A}"/>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V12 · expression-semantics · filter</a:t>
            </a:r>
          </a:p>
        </p:txBody>
      </p:sp>
      <p:sp>
        <p:nvSpPr>
          <p:cNvPr id="11" name="capability_v2_s14_o11">
            <a:extLst xmlns:a="http://schemas.openxmlformats.org/drawingml/2006/main">
              <a:ext uri="{FF2B5EF4-FFF2-40B4-BE49-F238E27FC236}">
                <a16:creationId xmlns:a16="http://schemas.microsoft.com/office/drawing/2014/main" id="{298094C9-7393-474E-A5AA-CA586ADE908C}"/>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4_o12">
            <a:extLst xmlns:a="http://schemas.openxmlformats.org/drawingml/2006/main">
              <a:ext uri="{FF2B5EF4-FFF2-40B4-BE49-F238E27FC236}">
                <a16:creationId xmlns:a16="http://schemas.microsoft.com/office/drawing/2014/main" id="{08EBD5CF-04DA-412C-B5A4-17AFF50EB796}"/>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4_o13">
            <a:extLst xmlns:a="http://schemas.openxmlformats.org/drawingml/2006/main">
              <a:ext uri="{FF2B5EF4-FFF2-40B4-BE49-F238E27FC236}">
                <a16:creationId xmlns:a16="http://schemas.microsoft.com/office/drawing/2014/main" id="{1F040FDC-F607-4EF7-ABFF-0409FE6CBA0F}"/>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2d3fce0338e74f0b" action="ppaction://hlinksldjump"/>
              </a:rPr>
              <a:t>Inspection coverage</a:t>
            </a:r>
          </a:p>
        </p:txBody>
      </p:sp>
      <p:sp>
        <p:nvSpPr>
          <p:cNvPr id="14" name="capability_v2_s14_o14">
            <a:extLst xmlns:a="http://schemas.openxmlformats.org/drawingml/2006/main">
              <a:ext uri="{FF2B5EF4-FFF2-40B4-BE49-F238E27FC236}">
                <a16:creationId xmlns:a16="http://schemas.microsoft.com/office/drawing/2014/main" id="{77A96B47-D805-4FEB-AA1B-E4FEEED811A1}"/>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844301385"/>
      </p:ext>
    </p:extLst>
  </p:cSld>
</p:sld>
</file>

<file path=ppt/slides/slide4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5_o1">
            <a:extLst xmlns:a="http://schemas.openxmlformats.org/drawingml/2006/main">
              <a:ext uri="{FF2B5EF4-FFF2-40B4-BE49-F238E27FC236}">
                <a16:creationId xmlns:a16="http://schemas.microsoft.com/office/drawing/2014/main" id="{494CFA29-EC38-458C-98CE-D8E91C5A6778}"/>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5_o2">
            <a:extLst xmlns:a="http://schemas.openxmlformats.org/drawingml/2006/main">
              <a:ext uri="{FF2B5EF4-FFF2-40B4-BE49-F238E27FC236}">
                <a16:creationId xmlns:a16="http://schemas.microsoft.com/office/drawing/2014/main" id="{C5D2C421-DECE-491D-B468-6BFAB305DBB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5_o3">
            <a:extLst xmlns:a="http://schemas.openxmlformats.org/drawingml/2006/main">
              <a:ext uri="{FF2B5EF4-FFF2-40B4-BE49-F238E27FC236}">
                <a16:creationId xmlns:a16="http://schemas.microsoft.com/office/drawing/2014/main" id="{FCF52098-E230-4B31-80C8-2441C24C1B56}"/>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47</a:t>
            </a:r>
          </a:p>
        </p:txBody>
      </p:sp>
      <p:sp>
        <p:nvSpPr>
          <p:cNvPr id="4" name="capability_v2_s15_o4">
            <a:extLst xmlns:a="http://schemas.openxmlformats.org/drawingml/2006/main">
              <a:ext uri="{FF2B5EF4-FFF2-40B4-BE49-F238E27FC236}">
                <a16:creationId xmlns:a16="http://schemas.microsoft.com/office/drawing/2014/main" id="{4031FB54-692B-44DF-BE79-284A5C56A0D0}"/>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V13 · expression-semantics · find</a:t>
            </a:r>
          </a:p>
        </p:txBody>
      </p:sp>
      <p:sp>
        <p:nvSpPr>
          <p:cNvPr id="5" name="capability_v2_s15_o5">
            <a:extLst xmlns:a="http://schemas.openxmlformats.org/drawingml/2006/main">
              <a:ext uri="{FF2B5EF4-FFF2-40B4-BE49-F238E27FC236}">
                <a16:creationId xmlns:a16="http://schemas.microsoft.com/office/drawing/2014/main" id="{3825E5F0-C3D9-41E0-87BF-7DF670664195}"/>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5_o6">
            <a:extLst xmlns:a="http://schemas.openxmlformats.org/drawingml/2006/main">
              <a:ext uri="{FF2B5EF4-FFF2-40B4-BE49-F238E27FC236}">
                <a16:creationId xmlns:a16="http://schemas.microsoft.com/office/drawing/2014/main" id="{BB856BD6-B120-4A20-B017-2948AA1BFC66}"/>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5_o7">
            <a:extLst xmlns:a="http://schemas.openxmlformats.org/drawingml/2006/main">
              <a:ext uri="{FF2B5EF4-FFF2-40B4-BE49-F238E27FC236}">
                <a16:creationId xmlns:a16="http://schemas.microsoft.com/office/drawing/2014/main" id="{AE202487-7F80-4BB1-8DAA-7A9A63C9E0B5}"/>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V14 · expression-semantics · flat-map</a:t>
            </a:r>
          </a:p>
        </p:txBody>
      </p:sp>
      <p:sp>
        <p:nvSpPr>
          <p:cNvPr id="8" name="capability_v2_s15_o8">
            <a:extLst xmlns:a="http://schemas.openxmlformats.org/drawingml/2006/main">
              <a:ext uri="{FF2B5EF4-FFF2-40B4-BE49-F238E27FC236}">
                <a16:creationId xmlns:a16="http://schemas.microsoft.com/office/drawing/2014/main" id="{EC3645B6-1C4E-46AC-86A7-36D58152FC04}"/>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5_o9">
            <a:extLst xmlns:a="http://schemas.openxmlformats.org/drawingml/2006/main">
              <a:ext uri="{FF2B5EF4-FFF2-40B4-BE49-F238E27FC236}">
                <a16:creationId xmlns:a16="http://schemas.microsoft.com/office/drawing/2014/main" id="{73B5A5A4-ABD8-4DA5-95E1-47BD0568A3BB}"/>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5_o10">
            <a:extLst xmlns:a="http://schemas.openxmlformats.org/drawingml/2006/main">
              <a:ext uri="{FF2B5EF4-FFF2-40B4-BE49-F238E27FC236}">
                <a16:creationId xmlns:a16="http://schemas.microsoft.com/office/drawing/2014/main" id="{9E905A64-6CF8-43B4-B565-E3A3FF5FB303}"/>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V15 · expression-semantics · format</a:t>
            </a:r>
          </a:p>
        </p:txBody>
      </p:sp>
      <p:sp>
        <p:nvSpPr>
          <p:cNvPr id="11" name="capability_v2_s15_o11">
            <a:extLst xmlns:a="http://schemas.openxmlformats.org/drawingml/2006/main">
              <a:ext uri="{FF2B5EF4-FFF2-40B4-BE49-F238E27FC236}">
                <a16:creationId xmlns:a16="http://schemas.microsoft.com/office/drawing/2014/main" id="{2D351685-407B-4128-A45F-9156217EF4B0}"/>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5_o12">
            <a:extLst xmlns:a="http://schemas.openxmlformats.org/drawingml/2006/main">
              <a:ext uri="{FF2B5EF4-FFF2-40B4-BE49-F238E27FC236}">
                <a16:creationId xmlns:a16="http://schemas.microsoft.com/office/drawing/2014/main" id="{DEBF1EEF-709C-4F74-8E54-78B087DEEEDB}"/>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every estate use is covered</a:t>
            </a:r>
          </a:p>
        </p:txBody>
      </p:sp>
      <p:sp>
        <p:nvSpPr>
          <p:cNvPr id="13" name="capability_v2_s15_o13">
            <a:extLst xmlns:a="http://schemas.openxmlformats.org/drawingml/2006/main">
              <a:ext uri="{FF2B5EF4-FFF2-40B4-BE49-F238E27FC236}">
                <a16:creationId xmlns:a16="http://schemas.microsoft.com/office/drawing/2014/main" id="{9BB42489-2F71-408E-ABDE-70C8F3824725}"/>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e3ca15fae1a14009" action="ppaction://hlinksldjump"/>
              </a:rPr>
              <a:t>Inspection coverage</a:t>
            </a:r>
          </a:p>
        </p:txBody>
      </p:sp>
      <p:sp>
        <p:nvSpPr>
          <p:cNvPr id="14" name="capability_v2_s15_o14">
            <a:extLst xmlns:a="http://schemas.openxmlformats.org/drawingml/2006/main">
              <a:ext uri="{FF2B5EF4-FFF2-40B4-BE49-F238E27FC236}">
                <a16:creationId xmlns:a16="http://schemas.microsoft.com/office/drawing/2014/main" id="{B260C562-8B34-41E7-A086-1DA0E88353FE}"/>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582339177"/>
      </p:ext>
    </p:extLst>
  </p:cSld>
</p:sld>
</file>

<file path=ppt/slides/slide4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6_o1">
            <a:extLst xmlns:a="http://schemas.openxmlformats.org/drawingml/2006/main">
              <a:ext uri="{FF2B5EF4-FFF2-40B4-BE49-F238E27FC236}">
                <a16:creationId xmlns:a16="http://schemas.microsoft.com/office/drawing/2014/main" id="{DF2FAC25-62B9-4AED-BBE2-592DBEE125A0}"/>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6_o2">
            <a:extLst xmlns:a="http://schemas.openxmlformats.org/drawingml/2006/main">
              <a:ext uri="{FF2B5EF4-FFF2-40B4-BE49-F238E27FC236}">
                <a16:creationId xmlns:a16="http://schemas.microsoft.com/office/drawing/2014/main" id="{17F93DBB-3F33-44B1-B0C5-8D65B59FA624}"/>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6_o3">
            <a:extLst xmlns:a="http://schemas.openxmlformats.org/drawingml/2006/main">
              <a:ext uri="{FF2B5EF4-FFF2-40B4-BE49-F238E27FC236}">
                <a16:creationId xmlns:a16="http://schemas.microsoft.com/office/drawing/2014/main" id="{463FD48D-241C-4F7F-AF00-30EDEA7E6713}"/>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48</a:t>
            </a:r>
          </a:p>
        </p:txBody>
      </p:sp>
      <p:sp>
        <p:nvSpPr>
          <p:cNvPr id="4" name="capability_v2_s16_o4">
            <a:extLst xmlns:a="http://schemas.openxmlformats.org/drawingml/2006/main">
              <a:ext uri="{FF2B5EF4-FFF2-40B4-BE49-F238E27FC236}">
                <a16:creationId xmlns:a16="http://schemas.microsoft.com/office/drawing/2014/main" id="{89F4CD76-D57A-42F3-84DA-66CB9E0C3FA2}"/>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V16 · expression-semantics · greater-than</a:t>
            </a:r>
          </a:p>
        </p:txBody>
      </p:sp>
      <p:sp>
        <p:nvSpPr>
          <p:cNvPr id="5" name="capability_v2_s16_o5">
            <a:extLst xmlns:a="http://schemas.openxmlformats.org/drawingml/2006/main">
              <a:ext uri="{FF2B5EF4-FFF2-40B4-BE49-F238E27FC236}">
                <a16:creationId xmlns:a16="http://schemas.microsoft.com/office/drawing/2014/main" id="{6932ADA5-0BE5-4CF2-89B8-2BCA2E49DED7}"/>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6_o6">
            <a:extLst xmlns:a="http://schemas.openxmlformats.org/drawingml/2006/main">
              <a:ext uri="{FF2B5EF4-FFF2-40B4-BE49-F238E27FC236}">
                <a16:creationId xmlns:a16="http://schemas.microsoft.com/office/drawing/2014/main" id="{00892289-3342-4F04-9CE3-EE6ECE46882F}"/>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6_o7">
            <a:extLst xmlns:a="http://schemas.openxmlformats.org/drawingml/2006/main">
              <a:ext uri="{FF2B5EF4-FFF2-40B4-BE49-F238E27FC236}">
                <a16:creationId xmlns:a16="http://schemas.microsoft.com/office/drawing/2014/main" id="{50A93C03-D958-4FAF-A200-DE6E1171041D}"/>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V17 · expression-semantics · if</a:t>
            </a:r>
          </a:p>
        </p:txBody>
      </p:sp>
      <p:sp>
        <p:nvSpPr>
          <p:cNvPr id="8" name="capability_v2_s16_o8">
            <a:extLst xmlns:a="http://schemas.openxmlformats.org/drawingml/2006/main">
              <a:ext uri="{FF2B5EF4-FFF2-40B4-BE49-F238E27FC236}">
                <a16:creationId xmlns:a16="http://schemas.microsoft.com/office/drawing/2014/main" id="{C6E6A5BE-E067-4833-9A51-3C692E38C46F}"/>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6_o9">
            <a:extLst xmlns:a="http://schemas.openxmlformats.org/drawingml/2006/main">
              <a:ext uri="{FF2B5EF4-FFF2-40B4-BE49-F238E27FC236}">
                <a16:creationId xmlns:a16="http://schemas.microsoft.com/office/drawing/2014/main" id="{46F3A498-A32E-435A-AEC9-68293041BBC6}"/>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6_o10">
            <a:extLst xmlns:a="http://schemas.openxmlformats.org/drawingml/2006/main">
              <a:ext uri="{FF2B5EF4-FFF2-40B4-BE49-F238E27FC236}">
                <a16:creationId xmlns:a16="http://schemas.microsoft.com/office/drawing/2014/main" id="{26ABE026-2198-4BDB-82FF-64D20DABD0C2}"/>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V18 · expression-semantics · includes</a:t>
            </a:r>
          </a:p>
        </p:txBody>
      </p:sp>
      <p:sp>
        <p:nvSpPr>
          <p:cNvPr id="11" name="capability_v2_s16_o11">
            <a:extLst xmlns:a="http://schemas.openxmlformats.org/drawingml/2006/main">
              <a:ext uri="{FF2B5EF4-FFF2-40B4-BE49-F238E27FC236}">
                <a16:creationId xmlns:a16="http://schemas.microsoft.com/office/drawing/2014/main" id="{0D5498DE-2B5B-4BA5-B36C-3D43B6586D7C}"/>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6_o12">
            <a:extLst xmlns:a="http://schemas.openxmlformats.org/drawingml/2006/main">
              <a:ext uri="{FF2B5EF4-FFF2-40B4-BE49-F238E27FC236}">
                <a16:creationId xmlns:a16="http://schemas.microsoft.com/office/drawing/2014/main" id="{033B2148-D829-48FD-9C90-EA655DC68851}"/>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6_o13">
            <a:extLst xmlns:a="http://schemas.openxmlformats.org/drawingml/2006/main">
              <a:ext uri="{FF2B5EF4-FFF2-40B4-BE49-F238E27FC236}">
                <a16:creationId xmlns:a16="http://schemas.microsoft.com/office/drawing/2014/main" id="{D4C5F128-7B33-4EDE-BFA5-91162427433B}"/>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8fe1644107f047f4" action="ppaction://hlinksldjump"/>
              </a:rPr>
              <a:t>Inspection coverage</a:t>
            </a:r>
          </a:p>
        </p:txBody>
      </p:sp>
      <p:sp>
        <p:nvSpPr>
          <p:cNvPr id="14" name="capability_v2_s16_o14">
            <a:extLst xmlns:a="http://schemas.openxmlformats.org/drawingml/2006/main">
              <a:ext uri="{FF2B5EF4-FFF2-40B4-BE49-F238E27FC236}">
                <a16:creationId xmlns:a16="http://schemas.microsoft.com/office/drawing/2014/main" id="{12A2521A-88D2-4A52-9185-DB160E991DC4}"/>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828572151"/>
      </p:ext>
    </p:extLst>
  </p:cSld>
</p:sld>
</file>

<file path=ppt/slides/slide4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7_o1">
            <a:extLst xmlns:a="http://schemas.openxmlformats.org/drawingml/2006/main">
              <a:ext uri="{FF2B5EF4-FFF2-40B4-BE49-F238E27FC236}">
                <a16:creationId xmlns:a16="http://schemas.microsoft.com/office/drawing/2014/main" id="{317D27E0-F3FA-4209-BC80-F04DEC2DB80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7_o2">
            <a:extLst xmlns:a="http://schemas.openxmlformats.org/drawingml/2006/main">
              <a:ext uri="{FF2B5EF4-FFF2-40B4-BE49-F238E27FC236}">
                <a16:creationId xmlns:a16="http://schemas.microsoft.com/office/drawing/2014/main" id="{30502A67-1F55-4CB4-956C-B07EDEA784E0}"/>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7_o3">
            <a:extLst xmlns:a="http://schemas.openxmlformats.org/drawingml/2006/main">
              <a:ext uri="{FF2B5EF4-FFF2-40B4-BE49-F238E27FC236}">
                <a16:creationId xmlns:a16="http://schemas.microsoft.com/office/drawing/2014/main" id="{8C6D5813-F8FC-46DD-AD96-110C73681F5A}"/>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49</a:t>
            </a:r>
          </a:p>
        </p:txBody>
      </p:sp>
      <p:sp>
        <p:nvSpPr>
          <p:cNvPr id="4" name="capability_v2_s17_o4">
            <a:extLst xmlns:a="http://schemas.openxmlformats.org/drawingml/2006/main">
              <a:ext uri="{FF2B5EF4-FFF2-40B4-BE49-F238E27FC236}">
                <a16:creationId xmlns:a16="http://schemas.microsoft.com/office/drawing/2014/main" id="{69BCE6DC-A27A-44C3-AE1E-193139C5B4B4}"/>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V19 · expression-semantics · intersects</a:t>
            </a:r>
          </a:p>
        </p:txBody>
      </p:sp>
      <p:sp>
        <p:nvSpPr>
          <p:cNvPr id="5" name="capability_v2_s17_o5">
            <a:extLst xmlns:a="http://schemas.openxmlformats.org/drawingml/2006/main">
              <a:ext uri="{FF2B5EF4-FFF2-40B4-BE49-F238E27FC236}">
                <a16:creationId xmlns:a16="http://schemas.microsoft.com/office/drawing/2014/main" id="{ADF628D5-7427-41D4-98B2-8FFA9583156A}"/>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7_o6">
            <a:extLst xmlns:a="http://schemas.openxmlformats.org/drawingml/2006/main">
              <a:ext uri="{FF2B5EF4-FFF2-40B4-BE49-F238E27FC236}">
                <a16:creationId xmlns:a16="http://schemas.microsoft.com/office/drawing/2014/main" id="{07795EF3-6803-4D8A-AECA-5B0BC4F94BEB}"/>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7_o7">
            <a:extLst xmlns:a="http://schemas.openxmlformats.org/drawingml/2006/main">
              <a:ext uri="{FF2B5EF4-FFF2-40B4-BE49-F238E27FC236}">
                <a16:creationId xmlns:a16="http://schemas.microsoft.com/office/drawing/2014/main" id="{FE68BE85-E0B0-4D7A-B8ED-C734204ADDD5}"/>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V20 · expression-semantics · join</a:t>
            </a:r>
          </a:p>
        </p:txBody>
      </p:sp>
      <p:sp>
        <p:nvSpPr>
          <p:cNvPr id="8" name="capability_v2_s17_o8">
            <a:extLst xmlns:a="http://schemas.openxmlformats.org/drawingml/2006/main">
              <a:ext uri="{FF2B5EF4-FFF2-40B4-BE49-F238E27FC236}">
                <a16:creationId xmlns:a16="http://schemas.microsoft.com/office/drawing/2014/main" id="{1DE2472D-BFC1-4D7B-9A12-1D61E2C57CAA}"/>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7_o9">
            <a:extLst xmlns:a="http://schemas.openxmlformats.org/drawingml/2006/main">
              <a:ext uri="{FF2B5EF4-FFF2-40B4-BE49-F238E27FC236}">
                <a16:creationId xmlns:a16="http://schemas.microsoft.com/office/drawing/2014/main" id="{E5F04A88-0EEA-455D-B2B9-379CA0BE7E42}"/>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7_o10">
            <a:extLst xmlns:a="http://schemas.openxmlformats.org/drawingml/2006/main">
              <a:ext uri="{FF2B5EF4-FFF2-40B4-BE49-F238E27FC236}">
                <a16:creationId xmlns:a16="http://schemas.microsoft.com/office/drawing/2014/main" id="{AFEA4672-1482-43B4-B3D4-E8380683D441}"/>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V21 · expression-semantics · json-stringify</a:t>
            </a:r>
          </a:p>
        </p:txBody>
      </p:sp>
      <p:sp>
        <p:nvSpPr>
          <p:cNvPr id="11" name="capability_v2_s17_o11">
            <a:extLst xmlns:a="http://schemas.openxmlformats.org/drawingml/2006/main">
              <a:ext uri="{FF2B5EF4-FFF2-40B4-BE49-F238E27FC236}">
                <a16:creationId xmlns:a16="http://schemas.microsoft.com/office/drawing/2014/main" id="{17160C8C-28D2-42E6-80FE-13BC95FBA598}"/>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7_o12">
            <a:extLst xmlns:a="http://schemas.openxmlformats.org/drawingml/2006/main">
              <a:ext uri="{FF2B5EF4-FFF2-40B4-BE49-F238E27FC236}">
                <a16:creationId xmlns:a16="http://schemas.microsoft.com/office/drawing/2014/main" id="{8813D877-B2FB-4962-B9AF-F7F4AEAF0DA7}"/>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7_o13">
            <a:extLst xmlns:a="http://schemas.openxmlformats.org/drawingml/2006/main">
              <a:ext uri="{FF2B5EF4-FFF2-40B4-BE49-F238E27FC236}">
                <a16:creationId xmlns:a16="http://schemas.microsoft.com/office/drawing/2014/main" id="{E15F8C04-2A20-4210-BB7F-39398003C74A}"/>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79afbcad78cf4361" action="ppaction://hlinksldjump"/>
              </a:rPr>
              <a:t>Inspection coverage</a:t>
            </a:r>
          </a:p>
        </p:txBody>
      </p:sp>
      <p:sp>
        <p:nvSpPr>
          <p:cNvPr id="14" name="capability_v2_s17_o14">
            <a:extLst xmlns:a="http://schemas.openxmlformats.org/drawingml/2006/main">
              <a:ext uri="{FF2B5EF4-FFF2-40B4-BE49-F238E27FC236}">
                <a16:creationId xmlns:a16="http://schemas.microsoft.com/office/drawing/2014/main" id="{1D8A244E-4014-4310-970D-2CA5B82D90B5}"/>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152346389"/>
      </p:ext>
    </p:extLst>
  </p:cSld>
</p:sld>
</file>

<file path=ppt/slides/slide5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8_o1">
            <a:extLst xmlns:a="http://schemas.openxmlformats.org/drawingml/2006/main">
              <a:ext uri="{FF2B5EF4-FFF2-40B4-BE49-F238E27FC236}">
                <a16:creationId xmlns:a16="http://schemas.microsoft.com/office/drawing/2014/main" id="{CAEAD2F5-BBEA-45C2-9F97-E9E2929C3B90}"/>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8_o2">
            <a:extLst xmlns:a="http://schemas.openxmlformats.org/drawingml/2006/main">
              <a:ext uri="{FF2B5EF4-FFF2-40B4-BE49-F238E27FC236}">
                <a16:creationId xmlns:a16="http://schemas.microsoft.com/office/drawing/2014/main" id="{109A38E5-3CB4-41B3-9EEE-520A474ADF9F}"/>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8_o3">
            <a:extLst xmlns:a="http://schemas.openxmlformats.org/drawingml/2006/main">
              <a:ext uri="{FF2B5EF4-FFF2-40B4-BE49-F238E27FC236}">
                <a16:creationId xmlns:a16="http://schemas.microsoft.com/office/drawing/2014/main" id="{A644AE4B-7754-459C-B654-4C9B76A4600E}"/>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50</a:t>
            </a:r>
          </a:p>
        </p:txBody>
      </p:sp>
      <p:sp>
        <p:nvSpPr>
          <p:cNvPr id="4" name="capability_v2_s18_o4">
            <a:extLst xmlns:a="http://schemas.openxmlformats.org/drawingml/2006/main">
              <a:ext uri="{FF2B5EF4-FFF2-40B4-BE49-F238E27FC236}">
                <a16:creationId xmlns:a16="http://schemas.microsoft.com/office/drawing/2014/main" id="{5525FE90-4B7D-44F7-A8A9-A5824D8C64B3}"/>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V22 · expression-semantics · length</a:t>
            </a:r>
          </a:p>
        </p:txBody>
      </p:sp>
      <p:sp>
        <p:nvSpPr>
          <p:cNvPr id="5" name="capability_v2_s18_o5">
            <a:extLst xmlns:a="http://schemas.openxmlformats.org/drawingml/2006/main">
              <a:ext uri="{FF2B5EF4-FFF2-40B4-BE49-F238E27FC236}">
                <a16:creationId xmlns:a16="http://schemas.microsoft.com/office/drawing/2014/main" id="{1984068C-BE77-4650-9DBD-A5BA062B4D45}"/>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8_o6">
            <a:extLst xmlns:a="http://schemas.openxmlformats.org/drawingml/2006/main">
              <a:ext uri="{FF2B5EF4-FFF2-40B4-BE49-F238E27FC236}">
                <a16:creationId xmlns:a16="http://schemas.microsoft.com/office/drawing/2014/main" id="{9040DFBF-9B2B-4A9F-A262-0C7C8F7A0AB6}"/>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8_o7">
            <a:extLst xmlns:a="http://schemas.openxmlformats.org/drawingml/2006/main">
              <a:ext uri="{FF2B5EF4-FFF2-40B4-BE49-F238E27FC236}">
                <a16:creationId xmlns:a16="http://schemas.microsoft.com/office/drawing/2014/main" id="{8F7F5B46-4542-4A95-B7DF-6D827E0F87F6}"/>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V23 · expression-semantics · let</a:t>
            </a:r>
          </a:p>
        </p:txBody>
      </p:sp>
      <p:sp>
        <p:nvSpPr>
          <p:cNvPr id="8" name="capability_v2_s18_o8">
            <a:extLst xmlns:a="http://schemas.openxmlformats.org/drawingml/2006/main">
              <a:ext uri="{FF2B5EF4-FFF2-40B4-BE49-F238E27FC236}">
                <a16:creationId xmlns:a16="http://schemas.microsoft.com/office/drawing/2014/main" id="{7DB87C45-5B27-4646-9CCE-FDEC672CDC44}"/>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8_o9">
            <a:extLst xmlns:a="http://schemas.openxmlformats.org/drawingml/2006/main">
              <a:ext uri="{FF2B5EF4-FFF2-40B4-BE49-F238E27FC236}">
                <a16:creationId xmlns:a16="http://schemas.microsoft.com/office/drawing/2014/main" id="{1587C18D-D7CE-434E-83C1-AF23AAA8B425}"/>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8_o10">
            <a:extLst xmlns:a="http://schemas.openxmlformats.org/drawingml/2006/main">
              <a:ext uri="{FF2B5EF4-FFF2-40B4-BE49-F238E27FC236}">
                <a16:creationId xmlns:a16="http://schemas.microsoft.com/office/drawing/2014/main" id="{D17C70BC-C594-421A-8C14-CAD573B7379D}"/>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V24 · expression-semantics · literal</a:t>
            </a:r>
          </a:p>
        </p:txBody>
      </p:sp>
      <p:sp>
        <p:nvSpPr>
          <p:cNvPr id="11" name="capability_v2_s18_o11">
            <a:extLst xmlns:a="http://schemas.openxmlformats.org/drawingml/2006/main">
              <a:ext uri="{FF2B5EF4-FFF2-40B4-BE49-F238E27FC236}">
                <a16:creationId xmlns:a16="http://schemas.microsoft.com/office/drawing/2014/main" id="{610D3A57-92E9-41FF-9339-D1017836A50B}"/>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8_o12">
            <a:extLst xmlns:a="http://schemas.openxmlformats.org/drawingml/2006/main">
              <a:ext uri="{FF2B5EF4-FFF2-40B4-BE49-F238E27FC236}">
                <a16:creationId xmlns:a16="http://schemas.microsoft.com/office/drawing/2014/main" id="{76B2997E-9102-46B2-ADAE-A7B1F2123529}"/>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every estate use is covered</a:t>
            </a:r>
          </a:p>
        </p:txBody>
      </p:sp>
      <p:sp>
        <p:nvSpPr>
          <p:cNvPr id="13" name="capability_v2_s18_o13">
            <a:extLst xmlns:a="http://schemas.openxmlformats.org/drawingml/2006/main">
              <a:ext uri="{FF2B5EF4-FFF2-40B4-BE49-F238E27FC236}">
                <a16:creationId xmlns:a16="http://schemas.microsoft.com/office/drawing/2014/main" id="{25438F6C-321D-463B-BCF0-7609928B490E}"/>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4acad80741164da4" action="ppaction://hlinksldjump"/>
              </a:rPr>
              <a:t>Inspection coverage</a:t>
            </a:r>
          </a:p>
        </p:txBody>
      </p:sp>
      <p:sp>
        <p:nvSpPr>
          <p:cNvPr id="14" name="capability_v2_s18_o14">
            <a:extLst xmlns:a="http://schemas.openxmlformats.org/drawingml/2006/main">
              <a:ext uri="{FF2B5EF4-FFF2-40B4-BE49-F238E27FC236}">
                <a16:creationId xmlns:a16="http://schemas.microsoft.com/office/drawing/2014/main" id="{E82C1E4F-FC1C-4A23-8716-2A64A58F3EA9}"/>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854352524"/>
      </p:ext>
    </p:extLst>
  </p:cSld>
</p:sld>
</file>

<file path=ppt/slides/slide5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19_o1">
            <a:extLst xmlns:a="http://schemas.openxmlformats.org/drawingml/2006/main">
              <a:ext uri="{FF2B5EF4-FFF2-40B4-BE49-F238E27FC236}">
                <a16:creationId xmlns:a16="http://schemas.microsoft.com/office/drawing/2014/main" id="{A1F5BE53-BAF8-47DC-AC30-806C93A67B8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19_o2">
            <a:extLst xmlns:a="http://schemas.openxmlformats.org/drawingml/2006/main">
              <a:ext uri="{FF2B5EF4-FFF2-40B4-BE49-F238E27FC236}">
                <a16:creationId xmlns:a16="http://schemas.microsoft.com/office/drawing/2014/main" id="{C457F0B7-D200-41B2-88E6-AC8C8C13E3EE}"/>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19_o3">
            <a:extLst xmlns:a="http://schemas.openxmlformats.org/drawingml/2006/main">
              <a:ext uri="{FF2B5EF4-FFF2-40B4-BE49-F238E27FC236}">
                <a16:creationId xmlns:a16="http://schemas.microsoft.com/office/drawing/2014/main" id="{027F13B5-BBCE-4601-917B-E752356AE707}"/>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51</a:t>
            </a:r>
          </a:p>
        </p:txBody>
      </p:sp>
      <p:sp>
        <p:nvSpPr>
          <p:cNvPr id="4" name="capability_v2_s19_o4">
            <a:extLst xmlns:a="http://schemas.openxmlformats.org/drawingml/2006/main">
              <a:ext uri="{FF2B5EF4-FFF2-40B4-BE49-F238E27FC236}">
                <a16:creationId xmlns:a16="http://schemas.microsoft.com/office/drawing/2014/main" id="{F36C6554-7ED9-42AC-A4D8-81E607416FDC}"/>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V25 · expression-semantics · lower-case</a:t>
            </a:r>
          </a:p>
        </p:txBody>
      </p:sp>
      <p:sp>
        <p:nvSpPr>
          <p:cNvPr id="5" name="capability_v2_s19_o5">
            <a:extLst xmlns:a="http://schemas.openxmlformats.org/drawingml/2006/main">
              <a:ext uri="{FF2B5EF4-FFF2-40B4-BE49-F238E27FC236}">
                <a16:creationId xmlns:a16="http://schemas.microsoft.com/office/drawing/2014/main" id="{5D6E34DF-7A14-4A76-8708-795C7C73658A}"/>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19_o6">
            <a:extLst xmlns:a="http://schemas.openxmlformats.org/drawingml/2006/main">
              <a:ext uri="{FF2B5EF4-FFF2-40B4-BE49-F238E27FC236}">
                <a16:creationId xmlns:a16="http://schemas.microsoft.com/office/drawing/2014/main" id="{E40AC9FA-D24D-40D1-BE96-D9FA5C91361B}"/>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19_o7">
            <a:extLst xmlns:a="http://schemas.openxmlformats.org/drawingml/2006/main">
              <a:ext uri="{FF2B5EF4-FFF2-40B4-BE49-F238E27FC236}">
                <a16:creationId xmlns:a16="http://schemas.microsoft.com/office/drawing/2014/main" id="{D9D810E3-FB34-4543-9109-FADB164F1ED5}"/>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V26 · expression-semantics · map</a:t>
            </a:r>
          </a:p>
        </p:txBody>
      </p:sp>
      <p:sp>
        <p:nvSpPr>
          <p:cNvPr id="8" name="capability_v2_s19_o8">
            <a:extLst xmlns:a="http://schemas.openxmlformats.org/drawingml/2006/main">
              <a:ext uri="{FF2B5EF4-FFF2-40B4-BE49-F238E27FC236}">
                <a16:creationId xmlns:a16="http://schemas.microsoft.com/office/drawing/2014/main" id="{946DAC7E-8FA5-45C9-A299-35C4CE45CBB6}"/>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19_o9">
            <a:extLst xmlns:a="http://schemas.openxmlformats.org/drawingml/2006/main">
              <a:ext uri="{FF2B5EF4-FFF2-40B4-BE49-F238E27FC236}">
                <a16:creationId xmlns:a16="http://schemas.microsoft.com/office/drawing/2014/main" id="{B3EA9C10-07D3-43B0-A6BF-4DF78DCC98B1}"/>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19_o10">
            <a:extLst xmlns:a="http://schemas.openxmlformats.org/drawingml/2006/main">
              <a:ext uri="{FF2B5EF4-FFF2-40B4-BE49-F238E27FC236}">
                <a16:creationId xmlns:a16="http://schemas.microsoft.com/office/drawing/2014/main" id="{947921FB-DBBB-4193-B591-6BFF8212C51E}"/>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V27 · expression-semantics · merge</a:t>
            </a:r>
          </a:p>
        </p:txBody>
      </p:sp>
      <p:sp>
        <p:nvSpPr>
          <p:cNvPr id="11" name="capability_v2_s19_o11">
            <a:extLst xmlns:a="http://schemas.openxmlformats.org/drawingml/2006/main">
              <a:ext uri="{FF2B5EF4-FFF2-40B4-BE49-F238E27FC236}">
                <a16:creationId xmlns:a16="http://schemas.microsoft.com/office/drawing/2014/main" id="{D6CC8B58-82A1-473D-A8A4-80CC10539D67}"/>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19_o12">
            <a:extLst xmlns:a="http://schemas.openxmlformats.org/drawingml/2006/main">
              <a:ext uri="{FF2B5EF4-FFF2-40B4-BE49-F238E27FC236}">
                <a16:creationId xmlns:a16="http://schemas.microsoft.com/office/drawing/2014/main" id="{545366A5-E68B-4A84-A30A-81146CA420AA}"/>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19_o13">
            <a:extLst xmlns:a="http://schemas.openxmlformats.org/drawingml/2006/main">
              <a:ext uri="{FF2B5EF4-FFF2-40B4-BE49-F238E27FC236}">
                <a16:creationId xmlns:a16="http://schemas.microsoft.com/office/drawing/2014/main" id="{9868B8AB-A87D-421C-81EE-661A93792D87}"/>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94449c23505e48d1" action="ppaction://hlinksldjump"/>
              </a:rPr>
              <a:t>Inspection coverage</a:t>
            </a:r>
          </a:p>
        </p:txBody>
      </p:sp>
      <p:sp>
        <p:nvSpPr>
          <p:cNvPr id="14" name="capability_v2_s19_o14">
            <a:extLst xmlns:a="http://schemas.openxmlformats.org/drawingml/2006/main">
              <a:ext uri="{FF2B5EF4-FFF2-40B4-BE49-F238E27FC236}">
                <a16:creationId xmlns:a16="http://schemas.microsoft.com/office/drawing/2014/main" id="{E51157FD-0048-4930-9833-E1D4793B2A73}"/>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625616158"/>
      </p:ext>
    </p:extLst>
  </p:cSld>
</p:sld>
</file>

<file path=ppt/slides/slide5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0_o1">
            <a:extLst xmlns:a="http://schemas.openxmlformats.org/drawingml/2006/main">
              <a:ext uri="{FF2B5EF4-FFF2-40B4-BE49-F238E27FC236}">
                <a16:creationId xmlns:a16="http://schemas.microsoft.com/office/drawing/2014/main" id="{F1E88CE8-F30A-441C-8C37-7174424F4C51}"/>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0_o2">
            <a:extLst xmlns:a="http://schemas.openxmlformats.org/drawingml/2006/main">
              <a:ext uri="{FF2B5EF4-FFF2-40B4-BE49-F238E27FC236}">
                <a16:creationId xmlns:a16="http://schemas.microsoft.com/office/drawing/2014/main" id="{BF9756E6-7EF6-4334-BAA7-52713A631BAB}"/>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0_o3">
            <a:extLst xmlns:a="http://schemas.openxmlformats.org/drawingml/2006/main">
              <a:ext uri="{FF2B5EF4-FFF2-40B4-BE49-F238E27FC236}">
                <a16:creationId xmlns:a16="http://schemas.microsoft.com/office/drawing/2014/main" id="{1CD8EADD-EFEA-4450-AA3B-D46212E8F585}"/>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52</a:t>
            </a:r>
          </a:p>
        </p:txBody>
      </p:sp>
      <p:sp>
        <p:nvSpPr>
          <p:cNvPr id="4" name="capability_v2_s20_o4">
            <a:extLst xmlns:a="http://schemas.openxmlformats.org/drawingml/2006/main">
              <a:ext uri="{FF2B5EF4-FFF2-40B4-BE49-F238E27FC236}">
                <a16:creationId xmlns:a16="http://schemas.microsoft.com/office/drawing/2014/main" id="{BEDCF6AE-9E1E-4161-9880-3442B7A96B46}"/>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V28 · expression-semantics · object-values</a:t>
            </a:r>
          </a:p>
        </p:txBody>
      </p:sp>
      <p:sp>
        <p:nvSpPr>
          <p:cNvPr id="5" name="capability_v2_s20_o5">
            <a:extLst xmlns:a="http://schemas.openxmlformats.org/drawingml/2006/main">
              <a:ext uri="{FF2B5EF4-FFF2-40B4-BE49-F238E27FC236}">
                <a16:creationId xmlns:a16="http://schemas.microsoft.com/office/drawing/2014/main" id="{D8FB2EC1-4DFE-40C6-8E05-6B3759167C95}"/>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20_o6">
            <a:extLst xmlns:a="http://schemas.openxmlformats.org/drawingml/2006/main">
              <a:ext uri="{FF2B5EF4-FFF2-40B4-BE49-F238E27FC236}">
                <a16:creationId xmlns:a16="http://schemas.microsoft.com/office/drawing/2014/main" id="{38A5CC77-3792-4044-9B17-648ACCB6F765}"/>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20_o7">
            <a:extLst xmlns:a="http://schemas.openxmlformats.org/drawingml/2006/main">
              <a:ext uri="{FF2B5EF4-FFF2-40B4-BE49-F238E27FC236}">
                <a16:creationId xmlns:a16="http://schemas.microsoft.com/office/drawing/2014/main" id="{5091BF6E-71FC-4965-A3EB-7CCDB1A6A498}"/>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V29 · expression-semantics · object</a:t>
            </a:r>
          </a:p>
        </p:txBody>
      </p:sp>
      <p:sp>
        <p:nvSpPr>
          <p:cNvPr id="8" name="capability_v2_s20_o8">
            <a:extLst xmlns:a="http://schemas.openxmlformats.org/drawingml/2006/main">
              <a:ext uri="{FF2B5EF4-FFF2-40B4-BE49-F238E27FC236}">
                <a16:creationId xmlns:a16="http://schemas.microsoft.com/office/drawing/2014/main" id="{E7C114B5-6AFB-489E-9AD9-248FC663FFB2}"/>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20_o9">
            <a:extLst xmlns:a="http://schemas.openxmlformats.org/drawingml/2006/main">
              <a:ext uri="{FF2B5EF4-FFF2-40B4-BE49-F238E27FC236}">
                <a16:creationId xmlns:a16="http://schemas.microsoft.com/office/drawing/2014/main" id="{2E2C48F7-402A-4695-8538-BD3B1B0923EC}"/>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every estate use is covered</a:t>
            </a:r>
          </a:p>
        </p:txBody>
      </p:sp>
      <p:sp>
        <p:nvSpPr>
          <p:cNvPr id="10" name="capability_v2_s20_o10">
            <a:extLst xmlns:a="http://schemas.openxmlformats.org/drawingml/2006/main">
              <a:ext uri="{FF2B5EF4-FFF2-40B4-BE49-F238E27FC236}">
                <a16:creationId xmlns:a16="http://schemas.microsoft.com/office/drawing/2014/main" id="{497FA35B-D4EA-4C9A-915C-3C35CF92F724}"/>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V30 · expression-semantics · parse-json</a:t>
            </a:r>
          </a:p>
        </p:txBody>
      </p:sp>
      <p:sp>
        <p:nvSpPr>
          <p:cNvPr id="11" name="capability_v2_s20_o11">
            <a:extLst xmlns:a="http://schemas.openxmlformats.org/drawingml/2006/main">
              <a:ext uri="{FF2B5EF4-FFF2-40B4-BE49-F238E27FC236}">
                <a16:creationId xmlns:a16="http://schemas.microsoft.com/office/drawing/2014/main" id="{4E317959-110A-4B54-A61F-2EFED370326A}"/>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20_o12">
            <a:extLst xmlns:a="http://schemas.openxmlformats.org/drawingml/2006/main">
              <a:ext uri="{FF2B5EF4-FFF2-40B4-BE49-F238E27FC236}">
                <a16:creationId xmlns:a16="http://schemas.microsoft.com/office/drawing/2014/main" id="{14B1F2A8-ADAA-4703-A6B3-A8F7213A5DC6}"/>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20_o13">
            <a:extLst xmlns:a="http://schemas.openxmlformats.org/drawingml/2006/main">
              <a:ext uri="{FF2B5EF4-FFF2-40B4-BE49-F238E27FC236}">
                <a16:creationId xmlns:a16="http://schemas.microsoft.com/office/drawing/2014/main" id="{3E0CB42A-BD00-442B-A7B9-733FC0DCA09F}"/>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21c87a6072cb435c" action="ppaction://hlinksldjump"/>
              </a:rPr>
              <a:t>Inspection coverage</a:t>
            </a:r>
          </a:p>
        </p:txBody>
      </p:sp>
      <p:sp>
        <p:nvSpPr>
          <p:cNvPr id="14" name="capability_v2_s20_o14">
            <a:extLst xmlns:a="http://schemas.openxmlformats.org/drawingml/2006/main">
              <a:ext uri="{FF2B5EF4-FFF2-40B4-BE49-F238E27FC236}">
                <a16:creationId xmlns:a16="http://schemas.microsoft.com/office/drawing/2014/main" id="{77B67903-016C-408D-A342-E7D718C547B7}"/>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503410211"/>
      </p:ext>
    </p:extLst>
  </p:cSld>
</p:sld>
</file>

<file path=ppt/slides/slide53.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1_o1">
            <a:extLst xmlns:a="http://schemas.openxmlformats.org/drawingml/2006/main">
              <a:ext uri="{FF2B5EF4-FFF2-40B4-BE49-F238E27FC236}">
                <a16:creationId xmlns:a16="http://schemas.microsoft.com/office/drawing/2014/main" id="{50EE2837-3BFA-4F76-85F6-C973F5A58E66}"/>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1_o2">
            <a:extLst xmlns:a="http://schemas.openxmlformats.org/drawingml/2006/main">
              <a:ext uri="{FF2B5EF4-FFF2-40B4-BE49-F238E27FC236}">
                <a16:creationId xmlns:a16="http://schemas.microsoft.com/office/drawing/2014/main" id="{BFF4FECE-DAA1-40E7-BC91-94A9A8088CB5}"/>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1_o3">
            <a:extLst xmlns:a="http://schemas.openxmlformats.org/drawingml/2006/main">
              <a:ext uri="{FF2B5EF4-FFF2-40B4-BE49-F238E27FC236}">
                <a16:creationId xmlns:a16="http://schemas.microsoft.com/office/drawing/2014/main" id="{3150261B-4EEA-4E21-ADC9-2ECFEF8B0EC6}"/>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53</a:t>
            </a:r>
          </a:p>
        </p:txBody>
      </p:sp>
      <p:sp>
        <p:nvSpPr>
          <p:cNvPr id="4" name="capability_v2_s21_o4">
            <a:extLst xmlns:a="http://schemas.openxmlformats.org/drawingml/2006/main">
              <a:ext uri="{FF2B5EF4-FFF2-40B4-BE49-F238E27FC236}">
                <a16:creationId xmlns:a16="http://schemas.microsoft.com/office/drawing/2014/main" id="{5C550226-7F68-488C-A6B4-E999D31D105C}"/>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V31 · expression-semantics · path</a:t>
            </a:r>
          </a:p>
        </p:txBody>
      </p:sp>
      <p:sp>
        <p:nvSpPr>
          <p:cNvPr id="5" name="capability_v2_s21_o5">
            <a:extLst xmlns:a="http://schemas.openxmlformats.org/drawingml/2006/main">
              <a:ext uri="{FF2B5EF4-FFF2-40B4-BE49-F238E27FC236}">
                <a16:creationId xmlns:a16="http://schemas.microsoft.com/office/drawing/2014/main" id="{584F7E92-7B2B-4759-9946-6A0910835561}"/>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21_o6">
            <a:extLst xmlns:a="http://schemas.openxmlformats.org/drawingml/2006/main">
              <a:ext uri="{FF2B5EF4-FFF2-40B4-BE49-F238E27FC236}">
                <a16:creationId xmlns:a16="http://schemas.microsoft.com/office/drawing/2014/main" id="{0A502963-8BB3-4AA5-9FBC-96D5E75BBDEA}"/>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every estate use is covered</a:t>
            </a:r>
          </a:p>
        </p:txBody>
      </p:sp>
      <p:sp>
        <p:nvSpPr>
          <p:cNvPr id="7" name="capability_v2_s21_o7">
            <a:extLst xmlns:a="http://schemas.openxmlformats.org/drawingml/2006/main">
              <a:ext uri="{FF2B5EF4-FFF2-40B4-BE49-F238E27FC236}">
                <a16:creationId xmlns:a16="http://schemas.microsoft.com/office/drawing/2014/main" id="{5535F687-AD35-4148-9F1B-281418FB387D}"/>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V32 · expression-semantics · sha256</a:t>
            </a:r>
          </a:p>
        </p:txBody>
      </p:sp>
      <p:sp>
        <p:nvSpPr>
          <p:cNvPr id="8" name="capability_v2_s21_o8">
            <a:extLst xmlns:a="http://schemas.openxmlformats.org/drawingml/2006/main">
              <a:ext uri="{FF2B5EF4-FFF2-40B4-BE49-F238E27FC236}">
                <a16:creationId xmlns:a16="http://schemas.microsoft.com/office/drawing/2014/main" id="{9A46A2F0-F40E-4E58-B114-A6B940069E67}"/>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21_o9">
            <a:extLst xmlns:a="http://schemas.openxmlformats.org/drawingml/2006/main">
              <a:ext uri="{FF2B5EF4-FFF2-40B4-BE49-F238E27FC236}">
                <a16:creationId xmlns:a16="http://schemas.microsoft.com/office/drawing/2014/main" id="{0F766308-6B5D-4457-87A4-A2A6B7AF6527}"/>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21_o10">
            <a:extLst xmlns:a="http://schemas.openxmlformats.org/drawingml/2006/main">
              <a:ext uri="{FF2B5EF4-FFF2-40B4-BE49-F238E27FC236}">
                <a16:creationId xmlns:a16="http://schemas.microsoft.com/office/drawing/2014/main" id="{C9A05665-1CEB-4221-99A7-995D48AC6072}"/>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V33 · expression-semantics · some</a:t>
            </a:r>
          </a:p>
        </p:txBody>
      </p:sp>
      <p:sp>
        <p:nvSpPr>
          <p:cNvPr id="11" name="capability_v2_s21_o11">
            <a:extLst xmlns:a="http://schemas.openxmlformats.org/drawingml/2006/main">
              <a:ext uri="{FF2B5EF4-FFF2-40B4-BE49-F238E27FC236}">
                <a16:creationId xmlns:a16="http://schemas.microsoft.com/office/drawing/2014/main" id="{663172CE-A824-4455-B182-C6369315D14A}"/>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21_o12">
            <a:extLst xmlns:a="http://schemas.openxmlformats.org/drawingml/2006/main">
              <a:ext uri="{FF2B5EF4-FFF2-40B4-BE49-F238E27FC236}">
                <a16:creationId xmlns:a16="http://schemas.microsoft.com/office/drawing/2014/main" id="{D44E6FF0-869C-4F2E-846B-F9CBA03D3B89}"/>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21_o13">
            <a:extLst xmlns:a="http://schemas.openxmlformats.org/drawingml/2006/main">
              <a:ext uri="{FF2B5EF4-FFF2-40B4-BE49-F238E27FC236}">
                <a16:creationId xmlns:a16="http://schemas.microsoft.com/office/drawing/2014/main" id="{5205E1DD-F6E1-4B38-BE53-E5C22E83C9B6}"/>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2c4bee8f26f7497c" action="ppaction://hlinksldjump"/>
              </a:rPr>
              <a:t>Inspection coverage</a:t>
            </a:r>
          </a:p>
        </p:txBody>
      </p:sp>
      <p:sp>
        <p:nvSpPr>
          <p:cNvPr id="14" name="capability_v2_s21_o14">
            <a:extLst xmlns:a="http://schemas.openxmlformats.org/drawingml/2006/main">
              <a:ext uri="{FF2B5EF4-FFF2-40B4-BE49-F238E27FC236}">
                <a16:creationId xmlns:a16="http://schemas.microsoft.com/office/drawing/2014/main" id="{DC0F5CCA-BD6A-4228-94C3-2908685E4D87}"/>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468609622"/>
      </p:ext>
    </p:extLst>
  </p:cSld>
</p:sld>
</file>

<file path=ppt/slides/slide54.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2_o1">
            <a:extLst xmlns:a="http://schemas.openxmlformats.org/drawingml/2006/main">
              <a:ext uri="{FF2B5EF4-FFF2-40B4-BE49-F238E27FC236}">
                <a16:creationId xmlns:a16="http://schemas.microsoft.com/office/drawing/2014/main" id="{93CC4117-F3A8-4E43-9D26-4786FFFC0633}"/>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2_o2">
            <a:extLst xmlns:a="http://schemas.openxmlformats.org/drawingml/2006/main">
              <a:ext uri="{FF2B5EF4-FFF2-40B4-BE49-F238E27FC236}">
                <a16:creationId xmlns:a16="http://schemas.microsoft.com/office/drawing/2014/main" id="{4F197CE2-845E-497D-82F1-0FE5FC81199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2_o3">
            <a:extLst xmlns:a="http://schemas.openxmlformats.org/drawingml/2006/main">
              <a:ext uri="{FF2B5EF4-FFF2-40B4-BE49-F238E27FC236}">
                <a16:creationId xmlns:a16="http://schemas.microsoft.com/office/drawing/2014/main" id="{5A16C5BD-4C78-4BC3-B28E-3910249ED3C4}"/>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54</a:t>
            </a:r>
          </a:p>
        </p:txBody>
      </p:sp>
      <p:sp>
        <p:nvSpPr>
          <p:cNvPr id="4" name="capability_v2_s22_o4">
            <a:extLst xmlns:a="http://schemas.openxmlformats.org/drawingml/2006/main">
              <a:ext uri="{FF2B5EF4-FFF2-40B4-BE49-F238E27FC236}">
                <a16:creationId xmlns:a16="http://schemas.microsoft.com/office/drawing/2014/main" id="{6DAE2C5B-4EBC-4EFF-BBC5-DDE3B0DC0F39}"/>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V34 · expression-semantics · trim</a:t>
            </a:r>
          </a:p>
        </p:txBody>
      </p:sp>
      <p:sp>
        <p:nvSpPr>
          <p:cNvPr id="5" name="capability_v2_s22_o5">
            <a:extLst xmlns:a="http://schemas.openxmlformats.org/drawingml/2006/main">
              <a:ext uri="{FF2B5EF4-FFF2-40B4-BE49-F238E27FC236}">
                <a16:creationId xmlns:a16="http://schemas.microsoft.com/office/drawing/2014/main" id="{29E592D5-334C-43FF-9C0E-EAADFF1037A2}"/>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22_o6">
            <a:extLst xmlns:a="http://schemas.openxmlformats.org/drawingml/2006/main">
              <a:ext uri="{FF2B5EF4-FFF2-40B4-BE49-F238E27FC236}">
                <a16:creationId xmlns:a16="http://schemas.microsoft.com/office/drawing/2014/main" id="{4BAD4823-D438-442B-9CDE-4838791E9AB7}"/>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7" name="capability_v2_s22_o7">
            <a:extLst xmlns:a="http://schemas.openxmlformats.org/drawingml/2006/main">
              <a:ext uri="{FF2B5EF4-FFF2-40B4-BE49-F238E27FC236}">
                <a16:creationId xmlns:a16="http://schemas.microsoft.com/office/drawing/2014/main" id="{5FB07542-C1F2-4021-BEB9-12658D724505}"/>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V35 · expression-semantics · try-parse-json</a:t>
            </a:r>
          </a:p>
        </p:txBody>
      </p:sp>
      <p:sp>
        <p:nvSpPr>
          <p:cNvPr id="8" name="capability_v2_s22_o8">
            <a:extLst xmlns:a="http://schemas.openxmlformats.org/drawingml/2006/main">
              <a:ext uri="{FF2B5EF4-FFF2-40B4-BE49-F238E27FC236}">
                <a16:creationId xmlns:a16="http://schemas.microsoft.com/office/drawing/2014/main" id="{FE150649-B4F5-4046-9404-024C85E8753B}"/>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22_o9">
            <a:extLst xmlns:a="http://schemas.openxmlformats.org/drawingml/2006/main">
              <a:ext uri="{FF2B5EF4-FFF2-40B4-BE49-F238E27FC236}">
                <a16:creationId xmlns:a16="http://schemas.microsoft.com/office/drawing/2014/main" id="{D6AAF2E0-FD86-4241-A3A4-B064115D6F21}"/>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0" name="capability_v2_s22_o10">
            <a:extLst xmlns:a="http://schemas.openxmlformats.org/drawingml/2006/main">
              <a:ext uri="{FF2B5EF4-FFF2-40B4-BE49-F238E27FC236}">
                <a16:creationId xmlns:a16="http://schemas.microsoft.com/office/drawing/2014/main" id="{16F5536C-3EE5-4BA9-94D6-4269AF232181}"/>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V36 · expression-semantics · unique</a:t>
            </a:r>
          </a:p>
        </p:txBody>
      </p:sp>
      <p:sp>
        <p:nvSpPr>
          <p:cNvPr id="11" name="capability_v2_s22_o11">
            <a:extLst xmlns:a="http://schemas.openxmlformats.org/drawingml/2006/main">
              <a:ext uri="{FF2B5EF4-FFF2-40B4-BE49-F238E27FC236}">
                <a16:creationId xmlns:a16="http://schemas.microsoft.com/office/drawing/2014/main" id="{F72F80C3-A36A-47CB-8799-89B6BCAE599E}"/>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22_o12">
            <a:extLst xmlns:a="http://schemas.openxmlformats.org/drawingml/2006/main">
              <a:ext uri="{FF2B5EF4-FFF2-40B4-BE49-F238E27FC236}">
                <a16:creationId xmlns:a16="http://schemas.microsoft.com/office/drawing/2014/main" id="{24345C26-24E9-4971-A9F4-979E7CBB7B78}"/>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SDA ruling file transcribed; no estate use</a:t>
            </a:r>
          </a:p>
        </p:txBody>
      </p:sp>
      <p:sp>
        <p:nvSpPr>
          <p:cNvPr id="13" name="capability_v2_s22_o13">
            <a:extLst xmlns:a="http://schemas.openxmlformats.org/drawingml/2006/main">
              <a:ext uri="{FF2B5EF4-FFF2-40B4-BE49-F238E27FC236}">
                <a16:creationId xmlns:a16="http://schemas.microsoft.com/office/drawing/2014/main" id="{E605FDAA-D270-4A0B-B5C7-15C50F410552}"/>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e689d5be34fb42da" action="ppaction://hlinksldjump"/>
              </a:rPr>
              <a:t>Inspection coverage</a:t>
            </a:r>
          </a:p>
        </p:txBody>
      </p:sp>
      <p:sp>
        <p:nvSpPr>
          <p:cNvPr id="14" name="capability_v2_s22_o14">
            <a:extLst xmlns:a="http://schemas.openxmlformats.org/drawingml/2006/main">
              <a:ext uri="{FF2B5EF4-FFF2-40B4-BE49-F238E27FC236}">
                <a16:creationId xmlns:a16="http://schemas.microsoft.com/office/drawing/2014/main" id="{B4E5972F-907A-4AB8-8D69-624BB2F53046}"/>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986999792"/>
      </p:ext>
    </p:extLst>
  </p:cSld>
</p:sld>
</file>

<file path=ppt/slides/slide55.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3_o1">
            <a:extLst xmlns:a="http://schemas.openxmlformats.org/drawingml/2006/main">
              <a:ext uri="{FF2B5EF4-FFF2-40B4-BE49-F238E27FC236}">
                <a16:creationId xmlns:a16="http://schemas.microsoft.com/office/drawing/2014/main" id="{3965A73C-6913-47EC-921C-E878597FA974}"/>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3_o2">
            <a:extLst xmlns:a="http://schemas.openxmlformats.org/drawingml/2006/main">
              <a:ext uri="{FF2B5EF4-FFF2-40B4-BE49-F238E27FC236}">
                <a16:creationId xmlns:a16="http://schemas.microsoft.com/office/drawing/2014/main" id="{5DD89080-EC9C-42D0-B121-EC85B5DE37FE}"/>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3_o3">
            <a:extLst xmlns:a="http://schemas.openxmlformats.org/drawingml/2006/main">
              <a:ext uri="{FF2B5EF4-FFF2-40B4-BE49-F238E27FC236}">
                <a16:creationId xmlns:a16="http://schemas.microsoft.com/office/drawing/2014/main" id="{E9B0906D-6BC9-4C80-911A-3AEA2390F7EB}"/>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55</a:t>
            </a:r>
          </a:p>
        </p:txBody>
      </p:sp>
      <p:sp>
        <p:nvSpPr>
          <p:cNvPr id="4" name="capability_v2_s23_o4">
            <a:extLst xmlns:a="http://schemas.openxmlformats.org/drawingml/2006/main">
              <a:ext uri="{FF2B5EF4-FFF2-40B4-BE49-F238E27FC236}">
                <a16:creationId xmlns:a16="http://schemas.microsoft.com/office/drawing/2014/main" id="{BDA7908F-5060-4FCA-A4AC-AE199ACCD818}"/>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V37 · expression-semantics · read-argv</a:t>
            </a:r>
          </a:p>
        </p:txBody>
      </p:sp>
      <p:sp>
        <p:nvSpPr>
          <p:cNvPr id="5" name="capability_v2_s23_o5">
            <a:extLst xmlns:a="http://schemas.openxmlformats.org/drawingml/2006/main">
              <a:ext uri="{FF2B5EF4-FFF2-40B4-BE49-F238E27FC236}">
                <a16:creationId xmlns:a16="http://schemas.microsoft.com/office/drawing/2014/main" id="{F5699571-2192-4B87-9749-3E96BE56D53D}"/>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PROVIDER_ASSUMPTION_REQUIRED</a:t>
            </a:r>
          </a:p>
        </p:txBody>
      </p:sp>
      <p:sp>
        <p:nvSpPr>
          <p:cNvPr id="6" name="capability_v2_s23_o6">
            <a:extLst xmlns:a="http://schemas.openxmlformats.org/drawingml/2006/main">
              <a:ext uri="{FF2B5EF4-FFF2-40B4-BE49-F238E27FC236}">
                <a16:creationId xmlns:a16="http://schemas.microsoft.com/office/drawing/2014/main" id="{95457756-2808-472F-8EB1-9AD42EC3F147}"/>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effectful observation operator; no pure-mechanics ruling file exists</a:t>
            </a:r>
          </a:p>
        </p:txBody>
      </p:sp>
      <p:sp>
        <p:nvSpPr>
          <p:cNvPr id="7" name="capability_v2_s23_o7">
            <a:extLst xmlns:a="http://schemas.openxmlformats.org/drawingml/2006/main">
              <a:ext uri="{FF2B5EF4-FFF2-40B4-BE49-F238E27FC236}">
                <a16:creationId xmlns:a16="http://schemas.microsoft.com/office/drawing/2014/main" id="{CCFE31E7-A744-4B51-A76C-A4BFB305A097}"/>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V38 · expression-totality · procedural-dungeon-governed-execution-transform.v1</a:t>
            </a:r>
          </a:p>
        </p:txBody>
      </p:sp>
      <p:sp>
        <p:nvSpPr>
          <p:cNvPr id="8" name="capability_v2_s23_o8">
            <a:extLst xmlns:a="http://schemas.openxmlformats.org/drawingml/2006/main">
              <a:ext uri="{FF2B5EF4-FFF2-40B4-BE49-F238E27FC236}">
                <a16:creationId xmlns:a16="http://schemas.microsoft.com/office/drawing/2014/main" id="{17F55168-30D5-4127-BD67-89EC9EA9AD47}"/>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23_o9">
            <a:extLst xmlns:a="http://schemas.openxmlformats.org/drawingml/2006/main">
              <a:ext uri="{FF2B5EF4-FFF2-40B4-BE49-F238E27FC236}">
                <a16:creationId xmlns:a16="http://schemas.microsoft.com/office/drawing/2014/main" id="{DF36843C-8E0A-4E0D-A9F7-033872BB7F74}"/>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if node; totality holds vacuously</a:t>
            </a:r>
          </a:p>
        </p:txBody>
      </p:sp>
      <p:sp>
        <p:nvSpPr>
          <p:cNvPr id="10" name="capability_v2_s23_o10">
            <a:extLst xmlns:a="http://schemas.openxmlformats.org/drawingml/2006/main">
              <a:ext uri="{FF2B5EF4-FFF2-40B4-BE49-F238E27FC236}">
                <a16:creationId xmlns:a16="http://schemas.microsoft.com/office/drawing/2014/main" id="{B9A449DA-3161-47F5-A2F5-554EB450F3A8}"/>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V39 · route-variant-coverage</a:t>
            </a:r>
          </a:p>
        </p:txBody>
      </p:sp>
      <p:sp>
        <p:nvSpPr>
          <p:cNvPr id="11" name="capability_v2_s23_o11">
            <a:extLst xmlns:a="http://schemas.openxmlformats.org/drawingml/2006/main">
              <a:ext uri="{FF2B5EF4-FFF2-40B4-BE49-F238E27FC236}">
                <a16:creationId xmlns:a16="http://schemas.microsoft.com/office/drawing/2014/main" id="{19AD83F0-F436-4932-842F-28C52EAB9917}"/>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NO_ROWS</a:t>
            </a:r>
          </a:p>
        </p:txBody>
      </p:sp>
      <p:sp>
        <p:nvSpPr>
          <p:cNvPr id="12" name="capability_v2_s23_o12">
            <a:extLst xmlns:a="http://schemas.openxmlformats.org/drawingml/2006/main">
              <a:ext uri="{FF2B5EF4-FFF2-40B4-BE49-F238E27FC236}">
                <a16:creationId xmlns:a16="http://schemas.microsoft.com/office/drawing/2014/main" id="{C8211430-FC8B-4779-8064-F9FFFC9CBAD3}"/>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property rows returned; not a proof</a:t>
            </a:r>
          </a:p>
        </p:txBody>
      </p:sp>
      <p:sp>
        <p:nvSpPr>
          <p:cNvPr id="13" name="capability_v2_s23_o13">
            <a:extLst xmlns:a="http://schemas.openxmlformats.org/drawingml/2006/main">
              <a:ext uri="{FF2B5EF4-FFF2-40B4-BE49-F238E27FC236}">
                <a16:creationId xmlns:a16="http://schemas.microsoft.com/office/drawing/2014/main" id="{08A1A805-3443-4D5F-8AFA-D61B242208E2}"/>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dbead681939a43d3" action="ppaction://hlinksldjump"/>
              </a:rPr>
              <a:t>Inspection coverage</a:t>
            </a:r>
          </a:p>
        </p:txBody>
      </p:sp>
      <p:sp>
        <p:nvSpPr>
          <p:cNvPr id="14" name="capability_v2_s23_o14">
            <a:extLst xmlns:a="http://schemas.openxmlformats.org/drawingml/2006/main">
              <a:ext uri="{FF2B5EF4-FFF2-40B4-BE49-F238E27FC236}">
                <a16:creationId xmlns:a16="http://schemas.microsoft.com/office/drawing/2014/main" id="{E8942A30-0A02-4DBE-947B-703220D139E1}"/>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29133644"/>
      </p:ext>
    </p:extLst>
  </p:cSld>
</p:sld>
</file>

<file path=ppt/slides/slide56.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4_o1">
            <a:extLst xmlns:a="http://schemas.openxmlformats.org/drawingml/2006/main">
              <a:ext uri="{FF2B5EF4-FFF2-40B4-BE49-F238E27FC236}">
                <a16:creationId xmlns:a16="http://schemas.microsoft.com/office/drawing/2014/main" id="{D6B58D0D-12CD-471E-9FE0-02C50680BBEE}"/>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4_o2">
            <a:extLst xmlns:a="http://schemas.openxmlformats.org/drawingml/2006/main">
              <a:ext uri="{FF2B5EF4-FFF2-40B4-BE49-F238E27FC236}">
                <a16:creationId xmlns:a16="http://schemas.microsoft.com/office/drawing/2014/main" id="{5D52D112-5476-4376-A943-F39485C6F919}"/>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4_o3">
            <a:extLst xmlns:a="http://schemas.openxmlformats.org/drawingml/2006/main">
              <a:ext uri="{FF2B5EF4-FFF2-40B4-BE49-F238E27FC236}">
                <a16:creationId xmlns:a16="http://schemas.microsoft.com/office/drawing/2014/main" id="{5C4E042A-A6EE-4621-B425-303FD4EB6519}"/>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56</a:t>
            </a:r>
          </a:p>
        </p:txBody>
      </p:sp>
      <p:sp>
        <p:nvSpPr>
          <p:cNvPr id="4" name="capability_v2_s24_o4">
            <a:extLst xmlns:a="http://schemas.openxmlformats.org/drawingml/2006/main">
              <a:ext uri="{FF2B5EF4-FFF2-40B4-BE49-F238E27FC236}">
                <a16:creationId xmlns:a16="http://schemas.microsoft.com/office/drawing/2014/main" id="{413B9F7B-B06A-4325-B522-07A389F700B5}"/>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V40 · reachability-cycles</a:t>
            </a:r>
          </a:p>
        </p:txBody>
      </p:sp>
      <p:sp>
        <p:nvSpPr>
          <p:cNvPr id="5" name="capability_v2_s24_o5">
            <a:extLst xmlns:a="http://schemas.openxmlformats.org/drawingml/2006/main">
              <a:ext uri="{FF2B5EF4-FFF2-40B4-BE49-F238E27FC236}">
                <a16:creationId xmlns:a16="http://schemas.microsoft.com/office/drawing/2014/main" id="{BC15333B-1705-449E-9E17-0A81CC49CEFF}"/>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24_o6">
            <a:extLst xmlns:a="http://schemas.openxmlformats.org/drawingml/2006/main">
              <a:ext uri="{FF2B5EF4-FFF2-40B4-BE49-F238E27FC236}">
                <a16:creationId xmlns:a16="http://schemas.microsoft.com/office/drawing/2014/main" id="{DD93ACDA-3146-41EE-9E0D-D1F44B63AB87}"/>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invoke-scenario edge; acyclicity holds vacuously</a:t>
            </a:r>
          </a:p>
        </p:txBody>
      </p:sp>
      <p:sp>
        <p:nvSpPr>
          <p:cNvPr id="7" name="capability_v2_s24_o7">
            <a:extLst xmlns:a="http://schemas.openxmlformats.org/drawingml/2006/main">
              <a:ext uri="{FF2B5EF4-FFF2-40B4-BE49-F238E27FC236}">
                <a16:creationId xmlns:a16="http://schemas.microsoft.com/office/drawing/2014/main" id="{841905EF-27F4-4419-AB41-0C5C8987677E}"/>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V41 · contract-face-compatibility</a:t>
            </a:r>
          </a:p>
        </p:txBody>
      </p:sp>
      <p:sp>
        <p:nvSpPr>
          <p:cNvPr id="8" name="capability_v2_s24_o8">
            <a:extLst xmlns:a="http://schemas.openxmlformats.org/drawingml/2006/main">
              <a:ext uri="{FF2B5EF4-FFF2-40B4-BE49-F238E27FC236}">
                <a16:creationId xmlns:a16="http://schemas.microsoft.com/office/drawing/2014/main" id="{4937DEAC-CB66-4053-8529-E91471BF8D8D}"/>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NO_ROWS</a:t>
            </a:r>
          </a:p>
        </p:txBody>
      </p:sp>
      <p:sp>
        <p:nvSpPr>
          <p:cNvPr id="9" name="capability_v2_s24_o9">
            <a:extLst xmlns:a="http://schemas.openxmlformats.org/drawingml/2006/main">
              <a:ext uri="{FF2B5EF4-FFF2-40B4-BE49-F238E27FC236}">
                <a16:creationId xmlns:a16="http://schemas.microsoft.com/office/drawing/2014/main" id="{4B9B6EC3-C788-45ED-A2E8-47746E413661}"/>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property rows returned; not a proof</a:t>
            </a:r>
          </a:p>
        </p:txBody>
      </p:sp>
      <p:sp>
        <p:nvSpPr>
          <p:cNvPr id="10" name="capability_v2_s24_o10">
            <a:extLst xmlns:a="http://schemas.openxmlformats.org/drawingml/2006/main">
              <a:ext uri="{FF2B5EF4-FFF2-40B4-BE49-F238E27FC236}">
                <a16:creationId xmlns:a16="http://schemas.microsoft.com/office/drawing/2014/main" id="{DC27A55A-7342-45D4-BA2D-7E0AE65FAF9B}"/>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V42 · witnesses</a:t>
            </a:r>
          </a:p>
        </p:txBody>
      </p:sp>
      <p:sp>
        <p:nvSpPr>
          <p:cNvPr id="11" name="capability_v2_s24_o11">
            <a:extLst xmlns:a="http://schemas.openxmlformats.org/drawingml/2006/main">
              <a:ext uri="{FF2B5EF4-FFF2-40B4-BE49-F238E27FC236}">
                <a16:creationId xmlns:a16="http://schemas.microsoft.com/office/drawing/2014/main" id="{3BF61C13-08F2-4B33-BC47-DAFFB6477427}"/>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NO_ROWS</a:t>
            </a:r>
          </a:p>
        </p:txBody>
      </p:sp>
      <p:sp>
        <p:nvSpPr>
          <p:cNvPr id="12" name="capability_v2_s24_o12">
            <a:extLst xmlns:a="http://schemas.openxmlformats.org/drawingml/2006/main">
              <a:ext uri="{FF2B5EF4-FFF2-40B4-BE49-F238E27FC236}">
                <a16:creationId xmlns:a16="http://schemas.microsoft.com/office/drawing/2014/main" id="{0F59DE02-1901-4843-8D7C-6F3D903E113E}"/>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property rows returned; not a proof</a:t>
            </a:r>
          </a:p>
        </p:txBody>
      </p:sp>
      <p:sp>
        <p:nvSpPr>
          <p:cNvPr id="13" name="capability_v2_s24_o13">
            <a:extLst xmlns:a="http://schemas.openxmlformats.org/drawingml/2006/main">
              <a:ext uri="{FF2B5EF4-FFF2-40B4-BE49-F238E27FC236}">
                <a16:creationId xmlns:a16="http://schemas.microsoft.com/office/drawing/2014/main" id="{E1CF9744-739C-4805-8287-32AFFFF172F0}"/>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4b25f46c1d154d8a" action="ppaction://hlinksldjump"/>
              </a:rPr>
              <a:t>Inspection coverage</a:t>
            </a:r>
          </a:p>
        </p:txBody>
      </p:sp>
      <p:sp>
        <p:nvSpPr>
          <p:cNvPr id="14" name="capability_v2_s24_o14">
            <a:extLst xmlns:a="http://schemas.openxmlformats.org/drawingml/2006/main">
              <a:ext uri="{FF2B5EF4-FFF2-40B4-BE49-F238E27FC236}">
                <a16:creationId xmlns:a16="http://schemas.microsoft.com/office/drawing/2014/main" id="{26058601-D4CD-4E1B-9255-4F14D5ACAFC8}"/>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813579138"/>
      </p:ext>
    </p:extLst>
  </p:cSld>
</p:sld>
</file>

<file path=ppt/slides/slide57.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5_o1">
            <a:extLst xmlns:a="http://schemas.openxmlformats.org/drawingml/2006/main">
              <a:ext uri="{FF2B5EF4-FFF2-40B4-BE49-F238E27FC236}">
                <a16:creationId xmlns:a16="http://schemas.microsoft.com/office/drawing/2014/main" id="{0CB3A6FC-1F7A-400B-BA2C-423DB6478BC9}"/>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5_o2">
            <a:extLst xmlns:a="http://schemas.openxmlformats.org/drawingml/2006/main">
              <a:ext uri="{FF2B5EF4-FFF2-40B4-BE49-F238E27FC236}">
                <a16:creationId xmlns:a16="http://schemas.microsoft.com/office/drawing/2014/main" id="{444F72D1-2C04-4995-8FAB-9968A2222749}"/>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5_o3">
            <a:extLst xmlns:a="http://schemas.openxmlformats.org/drawingml/2006/main">
              <a:ext uri="{FF2B5EF4-FFF2-40B4-BE49-F238E27FC236}">
                <a16:creationId xmlns:a16="http://schemas.microsoft.com/office/drawing/2014/main" id="{B69AE717-FA27-448F-BC73-487AC68859FC}"/>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57</a:t>
            </a:r>
          </a:p>
        </p:txBody>
      </p:sp>
      <p:sp>
        <p:nvSpPr>
          <p:cNvPr id="4" name="capability_v2_s25_o4">
            <a:extLst xmlns:a="http://schemas.openxmlformats.org/drawingml/2006/main">
              <a:ext uri="{FF2B5EF4-FFF2-40B4-BE49-F238E27FC236}">
                <a16:creationId xmlns:a16="http://schemas.microsoft.com/office/drawing/2014/main" id="{2938EEB5-768E-4593-9F20-78C7C3C46752}"/>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V43 · contract-satisfiability</a:t>
            </a:r>
          </a:p>
        </p:txBody>
      </p:sp>
      <p:sp>
        <p:nvSpPr>
          <p:cNvPr id="5" name="capability_v2_s25_o5">
            <a:extLst xmlns:a="http://schemas.openxmlformats.org/drawingml/2006/main">
              <a:ext uri="{FF2B5EF4-FFF2-40B4-BE49-F238E27FC236}">
                <a16:creationId xmlns:a16="http://schemas.microsoft.com/office/drawing/2014/main" id="{A7B5DEA3-B442-4218-8F53-D70C70D6EFC2}"/>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25_o6">
            <a:extLst xmlns:a="http://schemas.openxmlformats.org/drawingml/2006/main">
              <a:ext uri="{FF2B5EF4-FFF2-40B4-BE49-F238E27FC236}">
                <a16:creationId xmlns:a16="http://schemas.microsoft.com/office/drawing/2014/main" id="{51DB7D25-4BD9-46D1-8EFF-E04AAD3B974F}"/>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2 contract(s) resolve with no unsatisfiable root pattern</a:t>
            </a:r>
          </a:p>
        </p:txBody>
      </p:sp>
      <p:sp>
        <p:nvSpPr>
          <p:cNvPr id="7" name="capability_v2_s25_o7">
            <a:extLst xmlns:a="http://schemas.openxmlformats.org/drawingml/2006/main">
              <a:ext uri="{FF2B5EF4-FFF2-40B4-BE49-F238E27FC236}">
                <a16:creationId xmlns:a16="http://schemas.microsoft.com/office/drawing/2014/main" id="{A1A29E57-9F47-48C2-A58C-F525ACCB7BA2}"/>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V44 · input-outcome-predicates</a:t>
            </a:r>
          </a:p>
        </p:txBody>
      </p:sp>
      <p:sp>
        <p:nvSpPr>
          <p:cNvPr id="8" name="capability_v2_s25_o8">
            <a:extLst xmlns:a="http://schemas.openxmlformats.org/drawingml/2006/main">
              <a:ext uri="{FF2B5EF4-FFF2-40B4-BE49-F238E27FC236}">
                <a16:creationId xmlns:a16="http://schemas.microsoft.com/office/drawing/2014/main" id="{49BD3B97-8C83-4A35-A49E-F1973533ACF7}"/>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9" name="capability_v2_s25_o9">
            <a:extLst xmlns:a="http://schemas.openxmlformats.org/drawingml/2006/main">
              <a:ext uri="{FF2B5EF4-FFF2-40B4-BE49-F238E27FC236}">
                <a16:creationId xmlns:a16="http://schemas.microsoft.com/office/drawing/2014/main" id="{4F45EA47-F9D2-4C46-82F9-E53E7033E001}"/>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1/1 input predicates, 1/1 outcome predicates</a:t>
            </a:r>
          </a:p>
        </p:txBody>
      </p:sp>
      <p:sp>
        <p:nvSpPr>
          <p:cNvPr id="10" name="capability_v2_s25_o10">
            <a:extLst xmlns:a="http://schemas.openxmlformats.org/drawingml/2006/main">
              <a:ext uri="{FF2B5EF4-FFF2-40B4-BE49-F238E27FC236}">
                <a16:creationId xmlns:a16="http://schemas.microsoft.com/office/drawing/2014/main" id="{9026875C-25D9-4CE0-B97A-E0EB767058C0}"/>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V45 · expression-semantics</a:t>
            </a:r>
          </a:p>
        </p:txBody>
      </p:sp>
      <p:sp>
        <p:nvSpPr>
          <p:cNvPr id="11" name="capability_v2_s25_o11">
            <a:extLst xmlns:a="http://schemas.openxmlformats.org/drawingml/2006/main">
              <a:ext uri="{FF2B5EF4-FFF2-40B4-BE49-F238E27FC236}">
                <a16:creationId xmlns:a16="http://schemas.microsoft.com/office/drawing/2014/main" id="{1055D3D4-C6D4-4201-BADA-4ABD71E47DD0}"/>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25_o12">
            <a:extLst xmlns:a="http://schemas.openxmlformats.org/drawingml/2006/main">
              <a:ext uri="{FF2B5EF4-FFF2-40B4-BE49-F238E27FC236}">
                <a16:creationId xmlns:a16="http://schemas.microsoft.com/office/drawing/2014/main" id="{6547A8A7-B08F-4B5E-8B25-33E3D9A74C5B}"/>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4 operator(s) used; every one is transcribed by an SDA ruling file</a:t>
            </a:r>
          </a:p>
        </p:txBody>
      </p:sp>
      <p:sp>
        <p:nvSpPr>
          <p:cNvPr id="13" name="capability_v2_s25_o13">
            <a:extLst xmlns:a="http://schemas.openxmlformats.org/drawingml/2006/main">
              <a:ext uri="{FF2B5EF4-FFF2-40B4-BE49-F238E27FC236}">
                <a16:creationId xmlns:a16="http://schemas.microsoft.com/office/drawing/2014/main" id="{A88E5D9E-340A-4C9A-A0A6-1CFB88AF4934}"/>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4bfeb8b106f74b15" action="ppaction://hlinksldjump"/>
              </a:rPr>
              <a:t>Inspection coverage</a:t>
            </a:r>
          </a:p>
        </p:txBody>
      </p:sp>
      <p:sp>
        <p:nvSpPr>
          <p:cNvPr id="14" name="capability_v2_s25_o14">
            <a:extLst xmlns:a="http://schemas.openxmlformats.org/drawingml/2006/main">
              <a:ext uri="{FF2B5EF4-FFF2-40B4-BE49-F238E27FC236}">
                <a16:creationId xmlns:a16="http://schemas.microsoft.com/office/drawing/2014/main" id="{312E810E-F2DD-4B75-A83E-20B8FA8891A9}"/>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307723251"/>
      </p:ext>
    </p:extLst>
  </p:cSld>
</p:sld>
</file>

<file path=ppt/slides/slide58.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6_o1">
            <a:extLst xmlns:a="http://schemas.openxmlformats.org/drawingml/2006/main">
              <a:ext uri="{FF2B5EF4-FFF2-40B4-BE49-F238E27FC236}">
                <a16:creationId xmlns:a16="http://schemas.microsoft.com/office/drawing/2014/main" id="{3F47DEC5-50AC-4693-B422-ACE0B6E3414E}"/>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6_o2">
            <a:extLst xmlns:a="http://schemas.openxmlformats.org/drawingml/2006/main">
              <a:ext uri="{FF2B5EF4-FFF2-40B4-BE49-F238E27FC236}">
                <a16:creationId xmlns:a16="http://schemas.microsoft.com/office/drawing/2014/main" id="{2819776B-5A27-4873-9276-C11BCD22D537}"/>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6_o3">
            <a:extLst xmlns:a="http://schemas.openxmlformats.org/drawingml/2006/main">
              <a:ext uri="{FF2B5EF4-FFF2-40B4-BE49-F238E27FC236}">
                <a16:creationId xmlns:a16="http://schemas.microsoft.com/office/drawing/2014/main" id="{AE52F4E5-9597-493D-9B95-8979F004CC97}"/>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58</a:t>
            </a:r>
          </a:p>
        </p:txBody>
      </p:sp>
      <p:sp>
        <p:nvSpPr>
          <p:cNvPr id="4" name="capability_v2_s26_o4">
            <a:extLst xmlns:a="http://schemas.openxmlformats.org/drawingml/2006/main">
              <a:ext uri="{FF2B5EF4-FFF2-40B4-BE49-F238E27FC236}">
                <a16:creationId xmlns:a16="http://schemas.microsoft.com/office/drawing/2014/main" id="{0C55F8AC-6B2E-4818-9B64-BA3910086BF5}"/>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V46 · expression-totality</a:t>
            </a:r>
          </a:p>
        </p:txBody>
      </p:sp>
      <p:sp>
        <p:nvSpPr>
          <p:cNvPr id="5" name="capability_v2_s26_o5">
            <a:extLst xmlns:a="http://schemas.openxmlformats.org/drawingml/2006/main">
              <a:ext uri="{FF2B5EF4-FFF2-40B4-BE49-F238E27FC236}">
                <a16:creationId xmlns:a16="http://schemas.microsoft.com/office/drawing/2014/main" id="{DA1A5FFB-6AE6-4863-A8EB-D29CD7574FBD}"/>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6" name="capability_v2_s26_o6">
            <a:extLst xmlns:a="http://schemas.openxmlformats.org/drawingml/2006/main">
              <a:ext uri="{FF2B5EF4-FFF2-40B4-BE49-F238E27FC236}">
                <a16:creationId xmlns:a16="http://schemas.microsoft.com/office/drawing/2014/main" id="{F9F01EB6-7C9E-4A88-AB9E-2B3E61CD8D14}"/>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if node; totality holds vacuously</a:t>
            </a:r>
          </a:p>
        </p:txBody>
      </p:sp>
      <p:sp>
        <p:nvSpPr>
          <p:cNvPr id="7" name="capability_v2_s26_o7">
            <a:extLst xmlns:a="http://schemas.openxmlformats.org/drawingml/2006/main">
              <a:ext uri="{FF2B5EF4-FFF2-40B4-BE49-F238E27FC236}">
                <a16:creationId xmlns:a16="http://schemas.microsoft.com/office/drawing/2014/main" id="{D1B6FCFA-2656-4694-A251-D61412E68583}"/>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V47 · route-variant-coverage</a:t>
            </a:r>
          </a:p>
        </p:txBody>
      </p:sp>
      <p:sp>
        <p:nvSpPr>
          <p:cNvPr id="8" name="capability_v2_s26_o8">
            <a:extLst xmlns:a="http://schemas.openxmlformats.org/drawingml/2006/main">
              <a:ext uri="{FF2B5EF4-FFF2-40B4-BE49-F238E27FC236}">
                <a16:creationId xmlns:a16="http://schemas.microsoft.com/office/drawing/2014/main" id="{313EF829-7423-4BD0-9F49-DE01C343767E}"/>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9" name="capability_v2_s26_o9">
            <a:extLst xmlns:a="http://schemas.openxmlformats.org/drawingml/2006/main">
              <a:ext uri="{FF2B5EF4-FFF2-40B4-BE49-F238E27FC236}">
                <a16:creationId xmlns:a16="http://schemas.microsoft.com/office/drawing/2014/main" id="{72604061-E97E-4FCE-9E52-7D197E164ECB}"/>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declared routing entry reaches this capability</a:t>
            </a:r>
          </a:p>
        </p:txBody>
      </p:sp>
      <p:sp>
        <p:nvSpPr>
          <p:cNvPr id="10" name="capability_v2_s26_o10">
            <a:extLst xmlns:a="http://schemas.openxmlformats.org/drawingml/2006/main">
              <a:ext uri="{FF2B5EF4-FFF2-40B4-BE49-F238E27FC236}">
                <a16:creationId xmlns:a16="http://schemas.microsoft.com/office/drawing/2014/main" id="{4F0BAACB-5664-4BD7-95BE-BF483AEAA97E}"/>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V48 · reachability-acyclicity</a:t>
            </a:r>
          </a:p>
        </p:txBody>
      </p:sp>
      <p:sp>
        <p:nvSpPr>
          <p:cNvPr id="11" name="capability_v2_s26_o11">
            <a:extLst xmlns:a="http://schemas.openxmlformats.org/drawingml/2006/main">
              <a:ext uri="{FF2B5EF4-FFF2-40B4-BE49-F238E27FC236}">
                <a16:creationId xmlns:a16="http://schemas.microsoft.com/office/drawing/2014/main" id="{C32349A1-A53A-4C75-880E-FB342F5A3567}"/>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PROVED</a:t>
            </a:r>
          </a:p>
        </p:txBody>
      </p:sp>
      <p:sp>
        <p:nvSpPr>
          <p:cNvPr id="12" name="capability_v2_s26_o12">
            <a:extLst xmlns:a="http://schemas.openxmlformats.org/drawingml/2006/main">
              <a:ext uri="{FF2B5EF4-FFF2-40B4-BE49-F238E27FC236}">
                <a16:creationId xmlns:a16="http://schemas.microsoft.com/office/drawing/2014/main" id="{67D47F58-C561-4C6F-801D-54CB92C7A1F7}"/>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invoke-scenario edge; acyclicity holds vacuously</a:t>
            </a:r>
          </a:p>
        </p:txBody>
      </p:sp>
      <p:sp>
        <p:nvSpPr>
          <p:cNvPr id="13" name="capability_v2_s26_o13">
            <a:extLst xmlns:a="http://schemas.openxmlformats.org/drawingml/2006/main">
              <a:ext uri="{FF2B5EF4-FFF2-40B4-BE49-F238E27FC236}">
                <a16:creationId xmlns:a16="http://schemas.microsoft.com/office/drawing/2014/main" id="{37CD5D0E-CB47-4A7F-932F-1578FB9E8145}"/>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1c492cf0a6e240c7" action="ppaction://hlinksldjump"/>
              </a:rPr>
              <a:t>Inspection coverage</a:t>
            </a:r>
          </a:p>
        </p:txBody>
      </p:sp>
      <p:sp>
        <p:nvSpPr>
          <p:cNvPr id="14" name="capability_v2_s26_o14">
            <a:extLst xmlns:a="http://schemas.openxmlformats.org/drawingml/2006/main">
              <a:ext uri="{FF2B5EF4-FFF2-40B4-BE49-F238E27FC236}">
                <a16:creationId xmlns:a16="http://schemas.microsoft.com/office/drawing/2014/main" id="{60C7719F-0AE2-4D14-BD68-4508207392EE}"/>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069716356"/>
      </p:ext>
    </p:extLst>
  </p:cSld>
</p:sld>
</file>

<file path=ppt/slides/slide59.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7_o1">
            <a:extLst xmlns:a="http://schemas.openxmlformats.org/drawingml/2006/main">
              <a:ext uri="{FF2B5EF4-FFF2-40B4-BE49-F238E27FC236}">
                <a16:creationId xmlns:a16="http://schemas.microsoft.com/office/drawing/2014/main" id="{687FB036-5623-467B-B7C4-EDAFC5AEF386}"/>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7_o2">
            <a:extLst xmlns:a="http://schemas.openxmlformats.org/drawingml/2006/main">
              <a:ext uri="{FF2B5EF4-FFF2-40B4-BE49-F238E27FC236}">
                <a16:creationId xmlns:a16="http://schemas.microsoft.com/office/drawing/2014/main" id="{193CC9B7-1E16-4A6F-BE34-5142F8F42803}"/>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7_o3">
            <a:extLst xmlns:a="http://schemas.openxmlformats.org/drawingml/2006/main">
              <a:ext uri="{FF2B5EF4-FFF2-40B4-BE49-F238E27FC236}">
                <a16:creationId xmlns:a16="http://schemas.microsoft.com/office/drawing/2014/main" id="{FA387AFD-6983-4D08-A3A0-9F75D0CAE3DA}"/>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59</a:t>
            </a:r>
          </a:p>
        </p:txBody>
      </p:sp>
      <p:sp>
        <p:nvSpPr>
          <p:cNvPr id="4" name="capability_v2_s27_o4">
            <a:extLst xmlns:a="http://schemas.openxmlformats.org/drawingml/2006/main">
              <a:ext uri="{FF2B5EF4-FFF2-40B4-BE49-F238E27FC236}">
                <a16:creationId xmlns:a16="http://schemas.microsoft.com/office/drawing/2014/main" id="{3F1B5623-C4B9-4BF2-8010-BA7C3DFFC884}"/>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V49 · contract-face-compatibility</a:t>
            </a:r>
          </a:p>
        </p:txBody>
      </p:sp>
      <p:sp>
        <p:nvSpPr>
          <p:cNvPr id="5" name="capability_v2_s27_o5">
            <a:extLst xmlns:a="http://schemas.openxmlformats.org/drawingml/2006/main">
              <a:ext uri="{FF2B5EF4-FFF2-40B4-BE49-F238E27FC236}">
                <a16:creationId xmlns:a16="http://schemas.microsoft.com/office/drawing/2014/main" id="{92E00999-F044-4152-8C56-D9853933DBA4}"/>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6" name="capability_v2_s27_o6">
            <a:extLst xmlns:a="http://schemas.openxmlformats.org/drawingml/2006/main">
              <a:ext uri="{FF2B5EF4-FFF2-40B4-BE49-F238E27FC236}">
                <a16:creationId xmlns:a16="http://schemas.microsoft.com/office/drawing/2014/main" id="{EA4E3E95-DD47-4790-A392-FEF79EE1BAD4}"/>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route or terminal invoke-scenario edge declared</a:t>
            </a:r>
          </a:p>
        </p:txBody>
      </p:sp>
      <p:sp>
        <p:nvSpPr>
          <p:cNvPr id="7" name="capability_v2_s27_o7">
            <a:extLst xmlns:a="http://schemas.openxmlformats.org/drawingml/2006/main">
              <a:ext uri="{FF2B5EF4-FFF2-40B4-BE49-F238E27FC236}">
                <a16:creationId xmlns:a16="http://schemas.microsoft.com/office/drawing/2014/main" id="{97834B04-B0AD-4977-8C07-19372F7F4A9A}"/>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V50 · witnesses</a:t>
            </a:r>
          </a:p>
        </p:txBody>
      </p:sp>
      <p:sp>
        <p:nvSpPr>
          <p:cNvPr id="8" name="capability_v2_s27_o8">
            <a:extLst xmlns:a="http://schemas.openxmlformats.org/drawingml/2006/main">
              <a:ext uri="{FF2B5EF4-FFF2-40B4-BE49-F238E27FC236}">
                <a16:creationId xmlns:a16="http://schemas.microsoft.com/office/drawing/2014/main" id="{09D0F94C-AC24-4F00-B9AE-3A097EA9BAAC}"/>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9" name="capability_v2_s27_o9">
            <a:extLst xmlns:a="http://schemas.openxmlformats.org/drawingml/2006/main">
              <a:ext uri="{FF2B5EF4-FFF2-40B4-BE49-F238E27FC236}">
                <a16:creationId xmlns:a16="http://schemas.microsoft.com/office/drawing/2014/main" id="{4AC79C7B-6929-4122-B23D-1D6AE961CFEA}"/>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fixture owned by this capability or its scenarios</a:t>
            </a:r>
          </a:p>
        </p:txBody>
      </p:sp>
      <p:sp>
        <p:nvSpPr>
          <p:cNvPr id="10" name="capability_v2_s27_o10">
            <a:extLst xmlns:a="http://schemas.openxmlformats.org/drawingml/2006/main">
              <a:ext uri="{FF2B5EF4-FFF2-40B4-BE49-F238E27FC236}">
                <a16:creationId xmlns:a16="http://schemas.microsoft.com/office/drawing/2014/main" id="{30B117AD-625C-43A9-B160-A9349F10D8CD}"/>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V51 · invariants</a:t>
            </a:r>
          </a:p>
        </p:txBody>
      </p:sp>
      <p:sp>
        <p:nvSpPr>
          <p:cNvPr id="11" name="capability_v2_s27_o11">
            <a:extLst xmlns:a="http://schemas.openxmlformats.org/drawingml/2006/main">
              <a:ext uri="{FF2B5EF4-FFF2-40B4-BE49-F238E27FC236}">
                <a16:creationId xmlns:a16="http://schemas.microsoft.com/office/drawing/2014/main" id="{52643757-B876-42A1-AAC9-9DA39E55B1AE}"/>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12" name="capability_v2_s27_o12">
            <a:extLst xmlns:a="http://schemas.openxmlformats.org/drawingml/2006/main">
              <a:ext uri="{FF2B5EF4-FFF2-40B4-BE49-F238E27FC236}">
                <a16:creationId xmlns:a16="http://schemas.microsoft.com/office/drawing/2014/main" id="{22548D86-2E7C-47F5-89F5-82269920BC3A}"/>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0 observable condition(s) owned, 0 with a formal expression statement</a:t>
            </a:r>
          </a:p>
        </p:txBody>
      </p:sp>
      <p:sp>
        <p:nvSpPr>
          <p:cNvPr id="13" name="capability_v2_s27_o13">
            <a:extLst xmlns:a="http://schemas.openxmlformats.org/drawingml/2006/main">
              <a:ext uri="{FF2B5EF4-FFF2-40B4-BE49-F238E27FC236}">
                <a16:creationId xmlns:a16="http://schemas.microsoft.com/office/drawing/2014/main" id="{EB985D1A-E2B4-47AA-822F-82F07AE66C54}"/>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3d5d8daf26574f4d" action="ppaction://hlinksldjump"/>
              </a:rPr>
              <a:t>Inspection coverage</a:t>
            </a:r>
          </a:p>
        </p:txBody>
      </p:sp>
      <p:sp>
        <p:nvSpPr>
          <p:cNvPr id="14" name="capability_v2_s27_o14">
            <a:extLst xmlns:a="http://schemas.openxmlformats.org/drawingml/2006/main">
              <a:ext uri="{FF2B5EF4-FFF2-40B4-BE49-F238E27FC236}">
                <a16:creationId xmlns:a16="http://schemas.microsoft.com/office/drawing/2014/main" id="{7FAA3A5C-4F3D-43CE-92BC-8420A31DEF96}"/>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857437240"/>
      </p:ext>
    </p:extLst>
  </p:cSld>
</p:sld>
</file>

<file path=ppt/slides/slide60.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5" name="capability_v2_s28_o1">
            <a:extLst xmlns:a="http://schemas.openxmlformats.org/drawingml/2006/main">
              <a:ext uri="{FF2B5EF4-FFF2-40B4-BE49-F238E27FC236}">
                <a16:creationId xmlns:a16="http://schemas.microsoft.com/office/drawing/2014/main" id="{9D1EB5EA-43EB-45A1-BE43-DCE83AC35418}"/>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8_o2">
            <a:extLst xmlns:a="http://schemas.openxmlformats.org/drawingml/2006/main">
              <a:ext uri="{FF2B5EF4-FFF2-40B4-BE49-F238E27FC236}">
                <a16:creationId xmlns:a16="http://schemas.microsoft.com/office/drawing/2014/main" id="{9031C640-60A4-418D-8257-AE2670F9E022}"/>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8_o3">
            <a:extLst xmlns:a="http://schemas.openxmlformats.org/drawingml/2006/main">
              <a:ext uri="{FF2B5EF4-FFF2-40B4-BE49-F238E27FC236}">
                <a16:creationId xmlns:a16="http://schemas.microsoft.com/office/drawing/2014/main" id="{F729EA1E-BDFD-4CFD-A85F-E51762D0D604}"/>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60</a:t>
            </a:r>
          </a:p>
        </p:txBody>
      </p:sp>
      <p:sp>
        <p:nvSpPr>
          <p:cNvPr id="4" name="capability_v2_s28_o4">
            <a:extLst xmlns:a="http://schemas.openxmlformats.org/drawingml/2006/main">
              <a:ext uri="{FF2B5EF4-FFF2-40B4-BE49-F238E27FC236}">
                <a16:creationId xmlns:a16="http://schemas.microsoft.com/office/drawing/2014/main" id="{ED28F835-9700-494A-93F2-2092C4DB6890}"/>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V52 · provider-assumptions</a:t>
            </a:r>
          </a:p>
        </p:txBody>
      </p:sp>
      <p:sp>
        <p:nvSpPr>
          <p:cNvPr id="5" name="capability_v2_s28_o5">
            <a:extLst xmlns:a="http://schemas.openxmlformats.org/drawingml/2006/main">
              <a:ext uri="{FF2B5EF4-FFF2-40B4-BE49-F238E27FC236}">
                <a16:creationId xmlns:a16="http://schemas.microsoft.com/office/drawing/2014/main" id="{812C421A-184E-4078-9433-E744A642EEA4}"/>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6" name="capability_v2_s28_o6">
            <a:extLst xmlns:a="http://schemas.openxmlformats.org/drawingml/2006/main">
              <a:ext uri="{FF2B5EF4-FFF2-40B4-BE49-F238E27FC236}">
                <a16:creationId xmlns:a16="http://schemas.microsoft.com/office/drawing/2014/main" id="{78286255-B057-4E36-9F4A-5D25356AF37F}"/>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provider-facing port declared</a:t>
            </a:r>
          </a:p>
        </p:txBody>
      </p:sp>
      <p:sp>
        <p:nvSpPr>
          <p:cNvPr id="7" name="capability_v2_s28_o7">
            <a:extLst xmlns:a="http://schemas.openxmlformats.org/drawingml/2006/main">
              <a:ext uri="{FF2B5EF4-FFF2-40B4-BE49-F238E27FC236}">
                <a16:creationId xmlns:a16="http://schemas.microsoft.com/office/drawing/2014/main" id="{FB3B1BEA-DBA5-4E37-BD4D-1747F819E09A}"/>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V53 · mechanic-contracts</a:t>
            </a:r>
          </a:p>
        </p:txBody>
      </p:sp>
      <p:sp>
        <p:nvSpPr>
          <p:cNvPr id="8" name="capability_v2_s28_o8">
            <a:extLst xmlns:a="http://schemas.openxmlformats.org/drawingml/2006/main">
              <a:ext uri="{FF2B5EF4-FFF2-40B4-BE49-F238E27FC236}">
                <a16:creationId xmlns:a16="http://schemas.microsoft.com/office/drawing/2014/main" id="{8BAF195D-D446-496E-86BD-EC460DB1E9EA}"/>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9" name="capability_v2_s28_o9">
            <a:extLst xmlns:a="http://schemas.openxmlformats.org/drawingml/2006/main">
              <a:ext uri="{FF2B5EF4-FFF2-40B4-BE49-F238E27FC236}">
                <a16:creationId xmlns:a16="http://schemas.microsoft.com/office/drawing/2014/main" id="{0743BE04-A987-4C7D-B06C-28BFD86F2A63}"/>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platform mechanic referenced by this capability's ports</a:t>
            </a:r>
          </a:p>
        </p:txBody>
      </p:sp>
      <p:sp>
        <p:nvSpPr>
          <p:cNvPr id="10" name="capability_v2_s28_o10">
            <a:extLst xmlns:a="http://schemas.openxmlformats.org/drawingml/2006/main">
              <a:ext uri="{FF2B5EF4-FFF2-40B4-BE49-F238E27FC236}">
                <a16:creationId xmlns:a16="http://schemas.microsoft.com/office/drawing/2014/main" id="{E3524F9B-B569-4F7F-B038-EDC08BF37A21}"/>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V54 · pattern-vocabulary-binding</a:t>
            </a:r>
          </a:p>
        </p:txBody>
      </p:sp>
      <p:sp>
        <p:nvSpPr>
          <p:cNvPr id="11" name="capability_v2_s28_o11">
            <a:extLst xmlns:a="http://schemas.openxmlformats.org/drawingml/2006/main">
              <a:ext uri="{FF2B5EF4-FFF2-40B4-BE49-F238E27FC236}">
                <a16:creationId xmlns:a16="http://schemas.microsoft.com/office/drawing/2014/main" id="{B7CBC1EE-626E-4F22-9CC5-5D3C7F87E902}"/>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12" name="capability_v2_s28_o12">
            <a:extLst xmlns:a="http://schemas.openxmlformats.org/drawingml/2006/main">
              <a:ext uri="{FF2B5EF4-FFF2-40B4-BE49-F238E27FC236}">
                <a16:creationId xmlns:a16="http://schemas.microsoft.com/office/drawing/2014/main" id="{3F00C684-84F0-41E0-88B3-3CB931B0C9AB}"/>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75" b="0">
                <a:solidFill>
                  <a:srgbClr val="F4F7FB"/>
                </a:solidFill>
                <a:latin typeface="Arial"/>
                <a:ea typeface="Arial"/>
                <a:cs typeface="Arial"/>
              </a:defRPr>
            </a:defPPr>
          </a:lstStyle>
          <a:p xmlns:a="http://schemas.openxmlformats.org/drawingml/2006/main">
            <a:pPr algn="l">
              <a:lnSpc>
                <a:spcPct val="108000"/>
              </a:lnSpc>
              <a:buNone/>
              <a:defRPr sz="1275" b="0">
                <a:solidFill>
                  <a:srgbClr val="F4F7FB"/>
                </a:solidFill>
                <a:latin typeface="Arial"/>
                <a:ea typeface="Arial"/>
                <a:cs typeface="Arial"/>
              </a:defRPr>
            </a:pPr>
            <a:r>
              <a:rPr sz="1275" b="0">
                <a:solidFill>
                  <a:srgbClr val="F4F7FB"/>
                </a:solidFill>
                <a:latin typeface="Arial"/>
                <a:ea typeface="Arial"/>
                <a:cs typeface="Arial"/>
              </a:rPr>
              <a:t>0 of 4571 selected estate definitions with a pattern key; the mapping from the ordinal operation list to the declared pattern semantics is</a:t>
            </a:r>
          </a:p>
          <a:p xmlns:a="http://schemas.openxmlformats.org/drawingml/2006/main">
            <a:pPr algn="l">
              <a:lnSpc>
                <a:spcPct val="108000"/>
              </a:lnSpc>
              <a:buNone/>
              <a:defRPr sz="1275" b="0">
                <a:solidFill>
                  <a:srgbClr val="F4F7FB"/>
                </a:solidFill>
                <a:latin typeface="Arial"/>
                <a:ea typeface="Arial"/>
                <a:cs typeface="Arial"/>
              </a:defRPr>
            </a:pPr>
            <a:r>
              <a:rPr sz="1275" b="0">
                <a:solidFill>
                  <a:srgbClr val="F4F7FB"/>
                </a:solidFill>
                <a:latin typeface="Arial"/>
                <a:ea typeface="Arial"/>
                <a:cs typeface="Arial"/>
              </a:rPr>
              <a:t>compiler behaviour, not a declared row</a:t>
            </a:r>
          </a:p>
        </p:txBody>
      </p:sp>
      <p:sp>
        <p:nvSpPr>
          <p:cNvPr id="13" name="capability_v2_s28_o13">
            <a:extLst xmlns:a="http://schemas.openxmlformats.org/drawingml/2006/main">
              <a:ext uri="{FF2B5EF4-FFF2-40B4-BE49-F238E27FC236}">
                <a16:creationId xmlns:a16="http://schemas.microsoft.com/office/drawing/2014/main" id="{57CB77AF-BA0D-4045-A02F-211E3C27A8D8}"/>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caa9b1497df146bd" action="ppaction://hlinksldjump"/>
              </a:rPr>
              <a:t>Inspection coverage</a:t>
            </a:r>
          </a:p>
        </p:txBody>
      </p:sp>
      <p:sp>
        <p:nvSpPr>
          <p:cNvPr id="14" name="capability_v2_s28_o14">
            <a:extLst xmlns:a="http://schemas.openxmlformats.org/drawingml/2006/main">
              <a:ext uri="{FF2B5EF4-FFF2-40B4-BE49-F238E27FC236}">
                <a16:creationId xmlns:a16="http://schemas.microsoft.com/office/drawing/2014/main" id="{B2D34DCF-DAD3-4A85-A012-3DEBA9B4E172}"/>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259196859"/>
      </p:ext>
    </p:extLst>
  </p:cSld>
</p:sld>
</file>

<file path=ppt/slides/slide61.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7" name="capability_v2_s29_o1">
            <a:extLst xmlns:a="http://schemas.openxmlformats.org/drawingml/2006/main">
              <a:ext uri="{FF2B5EF4-FFF2-40B4-BE49-F238E27FC236}">
                <a16:creationId xmlns:a16="http://schemas.microsoft.com/office/drawing/2014/main" id="{A5B0ECAA-A9D8-4273-A2A3-B82113F62323}"/>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29_o2">
            <a:extLst xmlns:a="http://schemas.openxmlformats.org/drawingml/2006/main">
              <a:ext uri="{FF2B5EF4-FFF2-40B4-BE49-F238E27FC236}">
                <a16:creationId xmlns:a16="http://schemas.microsoft.com/office/drawing/2014/main" id="{802B197E-ED82-4CB7-87B5-BFACF02802EC}"/>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29_o3">
            <a:extLst xmlns:a="http://schemas.openxmlformats.org/drawingml/2006/main">
              <a:ext uri="{FF2B5EF4-FFF2-40B4-BE49-F238E27FC236}">
                <a16:creationId xmlns:a16="http://schemas.microsoft.com/office/drawing/2014/main" id="{7BC9A5A6-69A7-4BED-849C-F1EAB2F7BD7A}"/>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61</a:t>
            </a:r>
          </a:p>
        </p:txBody>
      </p:sp>
      <p:sp>
        <p:nvSpPr>
          <p:cNvPr id="4" name="capability_v2_s29_o4">
            <a:extLst xmlns:a="http://schemas.openxmlformats.org/drawingml/2006/main">
              <a:ext uri="{FF2B5EF4-FFF2-40B4-BE49-F238E27FC236}">
                <a16:creationId xmlns:a16="http://schemas.microsoft.com/office/drawing/2014/main" id="{261E5899-532B-4E50-A780-891CD5BE4C95}"/>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V55 · interpreter-conformance</a:t>
            </a:r>
          </a:p>
        </p:txBody>
      </p:sp>
      <p:sp>
        <p:nvSpPr>
          <p:cNvPr id="5" name="capability_v2_s29_o5">
            <a:extLst xmlns:a="http://schemas.openxmlformats.org/drawingml/2006/main">
              <a:ext uri="{FF2B5EF4-FFF2-40B4-BE49-F238E27FC236}">
                <a16:creationId xmlns:a16="http://schemas.microsoft.com/office/drawing/2014/main" id="{ED3D3822-AEF1-41A3-8488-7ADC72E1AAC1}"/>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NOT_FORMALLY_OBSERVABLE</a:t>
            </a:r>
          </a:p>
        </p:txBody>
      </p:sp>
      <p:sp>
        <p:nvSpPr>
          <p:cNvPr id="6" name="capability_v2_s29_o6">
            <a:extLst xmlns:a="http://schemas.openxmlformats.org/drawingml/2006/main">
              <a:ext uri="{FF2B5EF4-FFF2-40B4-BE49-F238E27FC236}">
                <a16:creationId xmlns:a16="http://schemas.microsoft.com/office/drawing/2014/main" id="{B816407D-F334-4743-9F15-6B3209654CF8}"/>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installed kernel is csharp and has no execution-pattern-vector conformance test; node and python run the vectors</a:t>
            </a:r>
          </a:p>
        </p:txBody>
      </p:sp>
      <p:sp>
        <p:nvSpPr>
          <p:cNvPr id="7" name="capability_v2_s29_o7">
            <a:extLst xmlns:a="http://schemas.openxmlformats.org/drawingml/2006/main">
              <a:ext uri="{FF2B5EF4-FFF2-40B4-BE49-F238E27FC236}">
                <a16:creationId xmlns:a16="http://schemas.microsoft.com/office/drawing/2014/main" id="{04B08F40-094E-4251-9B1D-FC514E1855A3}"/>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R01 · BINDING_NOT_INVOKED</a:t>
            </a:r>
          </a:p>
        </p:txBody>
      </p:sp>
      <p:sp>
        <p:nvSpPr>
          <p:cNvPr id="8" name="capability_v2_s29_o8">
            <a:extLst xmlns:a="http://schemas.openxmlformats.org/drawingml/2006/main">
              <a:ext uri="{FF2B5EF4-FFF2-40B4-BE49-F238E27FC236}">
                <a16:creationId xmlns:a16="http://schemas.microsoft.com/office/drawing/2014/main" id="{4397105C-B9FE-4CA0-8BE5-F695DB6BFC04}"/>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WARNING · LOCATED</a:t>
            </a:r>
          </a:p>
        </p:txBody>
      </p:sp>
      <p:sp>
        <p:nvSpPr>
          <p:cNvPr id="9" name="capability_v2_s29_o9">
            <a:extLst xmlns:a="http://schemas.openxmlformats.org/drawingml/2006/main">
              <a:ext uri="{FF2B5EF4-FFF2-40B4-BE49-F238E27FC236}">
                <a16:creationId xmlns:a16="http://schemas.microsoft.com/office/drawing/2014/main" id="{6F0521E7-6F9D-44CA-A97A-9F39ECC98501}"/>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Binding procedural-dungeon-governed-execution-port has no invoking operation in the selected graph.</a:t>
            </a:r>
          </a:p>
        </p:txBody>
      </p:sp>
      <p:sp>
        <p:nvSpPr>
          <p:cNvPr id="10" name="capability_v2_s29_o10">
            <a:extLst xmlns:a="http://schemas.openxmlformats.org/drawingml/2006/main">
              <a:ext uri="{FF2B5EF4-FFF2-40B4-BE49-F238E27FC236}">
                <a16:creationId xmlns:a16="http://schemas.microsoft.com/office/drawing/2014/main" id="{AD482D35-3CD8-4216-A19B-0CE3837DB9C4}"/>
              </a:ext>
            </a:extLst>
          </p:cNvPr>
          <p:cNvSpPr>
            <a:spLocks xmlns:a="http://schemas.openxmlformats.org/drawingml/2006/main" noGrp="1"/>
          </p:cNvSpPr>
          <p:nvPr/>
        </p:nvSpPr>
        <p:spPr>
          <a:xfrm xmlns:a="http://schemas.openxmlformats.org/drawingml/2006/main">
            <a:off x="457200" y="4267200"/>
            <a:ext cx="11252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Repair: MAPPED · required: capability_id, scenario</a:t>
            </a:r>
          </a:p>
        </p:txBody>
      </p:sp>
      <p:sp>
        <p:nvSpPr>
          <p:cNvPr id="11" name="capability_v2_s29_o11">
            <a:extLst xmlns:a="http://schemas.openxmlformats.org/drawingml/2006/main">
              <a:ext uri="{FF2B5EF4-FFF2-40B4-BE49-F238E27FC236}">
                <a16:creationId xmlns:a16="http://schemas.microsoft.com/office/drawing/2014/main" id="{F25169C6-8276-4C0B-B7E0-84D98D15B570}"/>
              </a:ext>
            </a:extLst>
          </p:cNvPr>
          <p:cNvSpPr>
            <a:spLocks xmlns:a="http://schemas.openxmlformats.org/drawingml/2006/main" noGrp="1"/>
          </p:cNvSpPr>
          <p:nvPr/>
        </p:nvSpPr>
        <p:spPr>
          <a:xfrm xmlns:a="http://schemas.openxmlformats.org/drawingml/2006/main">
            <a:off x="457200" y="45720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R02 · CANONICAL_BLUEPRINT_EDGES_NOT_AVAILABLE</a:t>
            </a:r>
          </a:p>
        </p:txBody>
      </p:sp>
      <p:sp>
        <p:nvSpPr>
          <p:cNvPr id="12" name="capability_v2_s29_o12">
            <a:extLst xmlns:a="http://schemas.openxmlformats.org/drawingml/2006/main">
              <a:ext uri="{FF2B5EF4-FFF2-40B4-BE49-F238E27FC236}">
                <a16:creationId xmlns:a16="http://schemas.microsoft.com/office/drawing/2014/main" id="{F6C96865-072B-49CE-8D15-8B225796AB0F}"/>
              </a:ext>
            </a:extLst>
          </p:cNvPr>
          <p:cNvSpPr>
            <a:spLocks xmlns:a="http://schemas.openxmlformats.org/drawingml/2006/main" noGrp="1"/>
          </p:cNvSpPr>
          <p:nvPr/>
        </p:nvSpPr>
        <p:spPr>
          <a:xfrm xmlns:a="http://schemas.openxmlformats.org/drawingml/2006/main">
            <a:off x="457200" y="49276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WARNING · UNLOCATED</a:t>
            </a:r>
          </a:p>
        </p:txBody>
      </p:sp>
      <p:sp>
        <p:nvSpPr>
          <p:cNvPr id="13" name="capability_v2_s29_o13">
            <a:extLst xmlns:a="http://schemas.openxmlformats.org/drawingml/2006/main">
              <a:ext uri="{FF2B5EF4-FFF2-40B4-BE49-F238E27FC236}">
                <a16:creationId xmlns:a16="http://schemas.microsoft.com/office/drawing/2014/main" id="{755FD5BD-FC65-455C-BD37-5326389DD45D}"/>
              </a:ext>
            </a:extLst>
          </p:cNvPr>
          <p:cNvSpPr>
            <a:spLocks xmlns:a="http://schemas.openxmlformats.org/drawingml/2006/main" noGrp="1"/>
          </p:cNvSpPr>
          <p:nvPr/>
        </p:nvSpPr>
        <p:spPr>
          <a:xfrm xmlns:a="http://schemas.openxmlformats.org/drawingml/2006/main">
            <a:off x="457200" y="52197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selected canonical blueprint with edge records was returned. Operation order is not a proof of complete canonical semantics.</a:t>
            </a:r>
          </a:p>
        </p:txBody>
      </p:sp>
      <p:sp>
        <p:nvSpPr>
          <p:cNvPr id="14" name="capability_v2_s29_o14">
            <a:extLst xmlns:a="http://schemas.openxmlformats.org/drawingml/2006/main">
              <a:ext uri="{FF2B5EF4-FFF2-40B4-BE49-F238E27FC236}">
                <a16:creationId xmlns:a16="http://schemas.microsoft.com/office/drawing/2014/main" id="{FCD37948-7299-4AC2-B9E2-C6254A39F4A4}"/>
              </a:ext>
            </a:extLst>
          </p:cNvPr>
          <p:cNvSpPr>
            <a:spLocks xmlns:a="http://schemas.openxmlformats.org/drawingml/2006/main" noGrp="1"/>
          </p:cNvSpPr>
          <p:nvPr/>
        </p:nvSpPr>
        <p:spPr>
          <a:xfrm xmlns:a="http://schemas.openxmlformats.org/drawingml/2006/main">
            <a:off x="457200" y="5715000"/>
            <a:ext cx="11252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Repair: HELD</a:t>
            </a:r>
          </a:p>
        </p:txBody>
      </p:sp>
      <p:sp>
        <p:nvSpPr>
          <p:cNvPr id="15" name="capability_v2_s29_o15">
            <a:extLst xmlns:a="http://schemas.openxmlformats.org/drawingml/2006/main">
              <a:ext uri="{FF2B5EF4-FFF2-40B4-BE49-F238E27FC236}">
                <a16:creationId xmlns:a16="http://schemas.microsoft.com/office/drawing/2014/main" id="{C3830238-B9C0-49DE-A382-522380F5AFBD}"/>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6f45f92ae7d84d9f" action="ppaction://hlinksldjump"/>
              </a:rPr>
              <a:t>Inspection coverage</a:t>
            </a:r>
          </a:p>
        </p:txBody>
      </p:sp>
      <p:sp>
        <p:nvSpPr>
          <p:cNvPr id="16" name="capability_v2_s29_o16">
            <a:extLst xmlns:a="http://schemas.openxmlformats.org/drawingml/2006/main">
              <a:ext uri="{FF2B5EF4-FFF2-40B4-BE49-F238E27FC236}">
                <a16:creationId xmlns:a16="http://schemas.microsoft.com/office/drawing/2014/main" id="{5722FD6D-C4FE-4361-B0BF-A6ED36B4AADA}"/>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551860602"/>
      </p:ext>
    </p:extLst>
  </p:cSld>
</p:sld>
</file>

<file path=ppt/slides/slide62.xml><?xml version="1.0" encoding="utf-8"?>
<p:sld xmlns:p="http://schemas.openxmlformats.org/presentationml/2006/main">
  <p:cSld>
    <p:bg>
      <p:bgPr>
        <a:solidFill xmlns:a="http://schemas.openxmlformats.org/drawingml/2006/main">
          <a:srgbClr val="06111F"/>
        </a:solidFill>
      </p:bgPr>
    </p:bg>
    <p:spTree>
      <p:nvGrpSpPr>
        <p:cNvPr id="1" name=""/>
        <p:cNvGrpSpPr/>
        <p:nvPr/>
      </p:nvGrpSpPr>
      <p:grpSpPr>
        <a:xfrm xmlns:a="http://schemas.openxmlformats.org/drawingml/2006/main"/>
      </p:grpSpPr>
      <p:sp>
        <p:nvSpPr>
          <p:cNvPr id="14" name="capability_v2_s30_o1">
            <a:extLst xmlns:a="http://schemas.openxmlformats.org/drawingml/2006/main">
              <a:ext uri="{FF2B5EF4-FFF2-40B4-BE49-F238E27FC236}">
                <a16:creationId xmlns:a16="http://schemas.microsoft.com/office/drawing/2014/main" id="{7FDDA30C-5FA7-4FFB-A8F3-78E00C60D60B}"/>
              </a:ext>
            </a:extLst>
          </p:cNvPr>
          <p:cNvSpPr>
            <a:spLocks xmlns:a="http://schemas.openxmlformats.org/drawingml/2006/main" noGrp="1"/>
          </p:cNvSpPr>
          <p:nvPr/>
        </p:nvSpPr>
        <p:spPr>
          <a:xfrm xmlns:a="http://schemas.openxmlformats.org/drawingml/2006/main">
            <a:off x="431800" y="279400"/>
            <a:ext cx="11176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3100" b="1">
                <a:solidFill>
                  <a:srgbClr val="F4F7FB"/>
                </a:solidFill>
                <a:latin typeface="Arial"/>
                <a:ea typeface="Arial"/>
                <a:cs typeface="Arial"/>
              </a:defRPr>
            </a:defPPr>
          </a:lstStyle>
          <a:p xmlns:a="http://schemas.openxmlformats.org/drawingml/2006/main">
            <a:pPr algn="l">
              <a:lnSpc>
                <a:spcPct val="108000"/>
              </a:lnSpc>
              <a:buNone/>
              <a:defRPr sz="3100" b="1">
                <a:solidFill>
                  <a:srgbClr val="F4F7FB"/>
                </a:solidFill>
                <a:latin typeface="Arial"/>
                <a:ea typeface="Arial"/>
                <a:cs typeface="Arial"/>
              </a:defRPr>
            </a:pPr>
            <a:r>
              <a:rPr sz="3100" b="1">
                <a:solidFill>
                  <a:srgbClr val="F4F7FB"/>
                </a:solidFill>
                <a:latin typeface="Arial"/>
                <a:ea typeface="Arial"/>
                <a:cs typeface="Arial"/>
              </a:rPr>
              <a:t>Inspection evidence</a:t>
            </a:r>
          </a:p>
        </p:txBody>
      </p:sp>
      <p:sp>
        <p:nvSpPr>
          <p:cNvPr id="2" name="capability_v2_s30_o2">
            <a:extLst xmlns:a="http://schemas.openxmlformats.org/drawingml/2006/main">
              <a:ext uri="{FF2B5EF4-FFF2-40B4-BE49-F238E27FC236}">
                <a16:creationId xmlns:a16="http://schemas.microsoft.com/office/drawing/2014/main" id="{1D879F0D-0410-4B42-AFAA-CD197A7F0836}"/>
              </a:ext>
            </a:extLst>
          </p:cNvPr>
          <p:cNvSpPr>
            <a:spLocks xmlns:a="http://schemas.openxmlformats.org/drawingml/2006/main" noGrp="1"/>
          </p:cNvSpPr>
          <p:nvPr/>
        </p:nvSpPr>
        <p:spPr>
          <a:xfrm xmlns:a="http://schemas.openxmlformats.org/drawingml/2006/main">
            <a:off x="457200" y="977900"/>
            <a:ext cx="111252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400" b="0">
                <a:solidFill>
                  <a:srgbClr val="A8B8CA"/>
                </a:solidFill>
                <a:latin typeface="Arial"/>
                <a:ea typeface="Arial"/>
                <a:cs typeface="Arial"/>
              </a:defRPr>
            </a:defPPr>
          </a:lstStyle>
          <a:p xmlns:a="http://schemas.openxmlformats.org/drawingml/2006/main">
            <a:pPr algn="l">
              <a:lnSpc>
                <a:spcPct val="108000"/>
              </a:lnSpc>
              <a:buNone/>
              <a:defRPr sz="1400" b="0">
                <a:solidFill>
                  <a:srgbClr val="A8B8CA"/>
                </a:solidFill>
                <a:latin typeface="Arial"/>
                <a:ea typeface="Arial"/>
                <a:cs typeface="Arial"/>
              </a:defRPr>
            </a:pPr>
            <a:r>
              <a:rPr sz="1400" b="0">
                <a:solidFill>
                  <a:srgbClr val="A8B8CA"/>
                </a:solidFill>
                <a:latin typeface="Arial"/>
                <a:ea typeface="Arial"/>
                <a:cs typeface="Arial"/>
              </a:rPr>
              <a:t>SOURCE RESULTS · PROPERTY SCOPE · REPAIR READINESS</a:t>
            </a:r>
          </a:p>
        </p:txBody>
      </p:sp>
      <p:sp>
        <p:nvSpPr>
          <p:cNvPr id="3" name="capability_v2_s30_o3">
            <a:extLst xmlns:a="http://schemas.openxmlformats.org/drawingml/2006/main">
              <a:ext uri="{FF2B5EF4-FFF2-40B4-BE49-F238E27FC236}">
                <a16:creationId xmlns:a16="http://schemas.microsoft.com/office/drawing/2014/main" id="{4040CEA7-2D70-438D-93C0-DAC77F9CB709}"/>
              </a:ext>
            </a:extLst>
          </p:cNvPr>
          <p:cNvSpPr>
            <a:spLocks xmlns:a="http://schemas.openxmlformats.org/drawingml/2006/main" noGrp="1"/>
          </p:cNvSpPr>
          <p:nvPr/>
        </p:nvSpPr>
        <p:spPr>
          <a:xfrm xmlns:a="http://schemas.openxmlformats.org/drawingml/2006/main">
            <a:off x="11366500" y="6477000"/>
            <a:ext cx="457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r">
              <a:defRPr sz="1000" b="0">
                <a:solidFill>
                  <a:srgbClr val="A8B8CA"/>
                </a:solidFill>
                <a:latin typeface="Arial"/>
                <a:ea typeface="Arial"/>
                <a:cs typeface="Arial"/>
              </a:defRPr>
            </a:defPPr>
          </a:lstStyle>
          <a:p xmlns:a="http://schemas.openxmlformats.org/drawingml/2006/main">
            <a:pPr algn="r">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62</a:t>
            </a:r>
          </a:p>
        </p:txBody>
      </p:sp>
      <p:sp>
        <p:nvSpPr>
          <p:cNvPr id="4" name="capability_v2_s30_o4">
            <a:extLst xmlns:a="http://schemas.openxmlformats.org/drawingml/2006/main">
              <a:ext uri="{FF2B5EF4-FFF2-40B4-BE49-F238E27FC236}">
                <a16:creationId xmlns:a16="http://schemas.microsoft.com/office/drawing/2014/main" id="{8785F448-BAA2-4015-9870-D8E6CAFC4466}"/>
              </a:ext>
            </a:extLst>
          </p:cNvPr>
          <p:cNvSpPr>
            <a:spLocks xmlns:a="http://schemas.openxmlformats.org/drawingml/2006/main" noGrp="1"/>
          </p:cNvSpPr>
          <p:nvPr/>
        </p:nvSpPr>
        <p:spPr>
          <a:xfrm xmlns:a="http://schemas.openxmlformats.org/drawingml/2006/main">
            <a:off x="457200" y="16764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R03 · OBSERVABILITY_CONTRACT_NOT_RETAINED</a:t>
            </a:r>
          </a:p>
        </p:txBody>
      </p:sp>
      <p:sp>
        <p:nvSpPr>
          <p:cNvPr id="5" name="capability_v2_s30_o5">
            <a:extLst xmlns:a="http://schemas.openxmlformats.org/drawingml/2006/main">
              <a:ext uri="{FF2B5EF4-FFF2-40B4-BE49-F238E27FC236}">
                <a16:creationId xmlns:a16="http://schemas.microsoft.com/office/drawing/2014/main" id="{F24A8DA7-A919-4F2A-A596-C0C1769CEC52}"/>
              </a:ext>
            </a:extLst>
          </p:cNvPr>
          <p:cNvSpPr>
            <a:spLocks xmlns:a="http://schemas.openxmlformats.org/drawingml/2006/main" noGrp="1"/>
          </p:cNvSpPr>
          <p:nvPr/>
        </p:nvSpPr>
        <p:spPr>
          <a:xfrm xmlns:a="http://schemas.openxmlformats.org/drawingml/2006/main">
            <a:off x="457200" y="20320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WARNING · UNLOCATED</a:t>
            </a:r>
          </a:p>
        </p:txBody>
      </p:sp>
      <p:sp>
        <p:nvSpPr>
          <p:cNvPr id="6" name="capability_v2_s30_o6">
            <a:extLst xmlns:a="http://schemas.openxmlformats.org/drawingml/2006/main">
              <a:ext uri="{FF2B5EF4-FFF2-40B4-BE49-F238E27FC236}">
                <a16:creationId xmlns:a16="http://schemas.microsoft.com/office/drawing/2014/main" id="{BE55BCC1-DA09-4771-A1A7-6303CAFB0CDB}"/>
              </a:ext>
            </a:extLst>
          </p:cNvPr>
          <p:cNvSpPr>
            <a:spLocks xmlns:a="http://schemas.openxmlformats.org/drawingml/2006/main" noGrp="1"/>
          </p:cNvSpPr>
          <p:nvPr/>
        </p:nvSpPr>
        <p:spPr>
          <a:xfrm xmlns:a="http://schemas.openxmlformats.org/drawingml/2006/main">
            <a:off x="457200" y="23241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The reader did not retain a per-cell observation contract. Runtime state is separate and unobserved.</a:t>
            </a:r>
          </a:p>
        </p:txBody>
      </p:sp>
      <p:sp>
        <p:nvSpPr>
          <p:cNvPr id="7" name="capability_v2_s30_o7">
            <a:extLst xmlns:a="http://schemas.openxmlformats.org/drawingml/2006/main">
              <a:ext uri="{FF2B5EF4-FFF2-40B4-BE49-F238E27FC236}">
                <a16:creationId xmlns:a16="http://schemas.microsoft.com/office/drawing/2014/main" id="{61116666-D71E-411D-914E-45857D58BADD}"/>
              </a:ext>
            </a:extLst>
          </p:cNvPr>
          <p:cNvSpPr>
            <a:spLocks xmlns:a="http://schemas.openxmlformats.org/drawingml/2006/main" noGrp="1"/>
          </p:cNvSpPr>
          <p:nvPr/>
        </p:nvSpPr>
        <p:spPr>
          <a:xfrm xmlns:a="http://schemas.openxmlformats.org/drawingml/2006/main">
            <a:off x="457200" y="2819400"/>
            <a:ext cx="11252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Repair: HELD</a:t>
            </a:r>
          </a:p>
        </p:txBody>
      </p:sp>
      <p:sp>
        <p:nvSpPr>
          <p:cNvPr id="8" name="capability_v2_s30_o8">
            <a:extLst xmlns:a="http://schemas.openxmlformats.org/drawingml/2006/main">
              <a:ext uri="{FF2B5EF4-FFF2-40B4-BE49-F238E27FC236}">
                <a16:creationId xmlns:a16="http://schemas.microsoft.com/office/drawing/2014/main" id="{F5F77030-3C67-4506-8E1B-CB68C45940A0}"/>
              </a:ext>
            </a:extLst>
          </p:cNvPr>
          <p:cNvSpPr>
            <a:spLocks xmlns:a="http://schemas.openxmlformats.org/drawingml/2006/main" noGrp="1"/>
          </p:cNvSpPr>
          <p:nvPr/>
        </p:nvSpPr>
        <p:spPr>
          <a:xfrm xmlns:a="http://schemas.openxmlformats.org/drawingml/2006/main">
            <a:off x="457200" y="3124200"/>
            <a:ext cx="1125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500" b="1">
                <a:solidFill>
                  <a:srgbClr val="45A7FF"/>
                </a:solidFill>
                <a:latin typeface="Arial"/>
                <a:ea typeface="Arial"/>
                <a:cs typeface="Arial"/>
              </a:defRPr>
            </a:defPPr>
          </a:lstStyle>
          <a:p xmlns:a="http://schemas.openxmlformats.org/drawingml/2006/main">
            <a:pPr algn="l">
              <a:lnSpc>
                <a:spcPct val="108000"/>
              </a:lnSpc>
              <a:buNone/>
              <a:defRPr sz="1500" b="1">
                <a:solidFill>
                  <a:srgbClr val="45A7FF"/>
                </a:solidFill>
                <a:latin typeface="Arial"/>
                <a:ea typeface="Arial"/>
                <a:cs typeface="Arial"/>
              </a:defRPr>
            </a:pPr>
            <a:r>
              <a:rPr sz="1500" b="1">
                <a:solidFill>
                  <a:srgbClr val="45A7FF"/>
                </a:solidFill>
                <a:latin typeface="Arial"/>
                <a:ea typeface="Arial"/>
                <a:cs typeface="Arial"/>
              </a:rPr>
              <a:t>R04 · MONOTONIC_PROGRESS_NOT_PROVEN</a:t>
            </a:r>
          </a:p>
        </p:txBody>
      </p:sp>
      <p:sp>
        <p:nvSpPr>
          <p:cNvPr id="9" name="capability_v2_s30_o9">
            <a:extLst xmlns:a="http://schemas.openxmlformats.org/drawingml/2006/main">
              <a:ext uri="{FF2B5EF4-FFF2-40B4-BE49-F238E27FC236}">
                <a16:creationId xmlns:a16="http://schemas.microsoft.com/office/drawing/2014/main" id="{6C34E809-1DF7-494A-AA86-6F9FE4D3F6A4}"/>
              </a:ext>
            </a:extLst>
          </p:cNvPr>
          <p:cNvSpPr>
            <a:spLocks xmlns:a="http://schemas.openxmlformats.org/drawingml/2006/main" noGrp="1"/>
          </p:cNvSpPr>
          <p:nvPr/>
        </p:nvSpPr>
        <p:spPr>
          <a:xfrm xmlns:a="http://schemas.openxmlformats.org/drawingml/2006/main">
            <a:off x="457200" y="3479800"/>
            <a:ext cx="11252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F6B94D"/>
                </a:solidFill>
                <a:latin typeface="Arial"/>
                <a:ea typeface="Arial"/>
                <a:cs typeface="Arial"/>
              </a:defRPr>
            </a:defPPr>
          </a:lstStyle>
          <a:p xmlns:a="http://schemas.openxmlformats.org/drawingml/2006/main">
            <a:pPr algn="l">
              <a:lnSpc>
                <a:spcPct val="108000"/>
              </a:lnSpc>
              <a:buNone/>
              <a:defRPr sz="1200" b="1">
                <a:solidFill>
                  <a:srgbClr val="F6B94D"/>
                </a:solidFill>
                <a:latin typeface="Arial"/>
                <a:ea typeface="Arial"/>
                <a:cs typeface="Arial"/>
              </a:defRPr>
            </a:pPr>
            <a:r>
              <a:rPr sz="1200" b="1">
                <a:solidFill>
                  <a:srgbClr val="F6B94D"/>
                </a:solidFill>
                <a:latin typeface="Arial"/>
                <a:ea typeface="Arial"/>
                <a:cs typeface="Arial"/>
              </a:rPr>
              <a:t>WARNING · UNLOCATED</a:t>
            </a:r>
          </a:p>
        </p:txBody>
      </p:sp>
      <p:sp>
        <p:nvSpPr>
          <p:cNvPr id="10" name="capability_v2_s30_o10">
            <a:extLst xmlns:a="http://schemas.openxmlformats.org/drawingml/2006/main">
              <a:ext uri="{FF2B5EF4-FFF2-40B4-BE49-F238E27FC236}">
                <a16:creationId xmlns:a16="http://schemas.microsoft.com/office/drawing/2014/main" id="{AFDF2B75-E78E-464D-9261-6337A01F42CC}"/>
              </a:ext>
            </a:extLst>
          </p:cNvPr>
          <p:cNvSpPr>
            <a:spLocks xmlns:a="http://schemas.openxmlformats.org/drawingml/2006/main" noGrp="1"/>
          </p:cNvSpPr>
          <p:nvPr/>
        </p:nvSpPr>
        <p:spPr>
          <a:xfrm xmlns:a="http://schemas.openxmlformats.org/drawingml/2006/main">
            <a:off x="457200" y="3771900"/>
            <a:ext cx="1125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300" b="0">
                <a:solidFill>
                  <a:srgbClr val="F4F7FB"/>
                </a:solidFill>
                <a:latin typeface="Arial"/>
                <a:ea typeface="Arial"/>
                <a:cs typeface="Arial"/>
              </a:defRPr>
            </a:defPPr>
          </a:lstStyle>
          <a:p xmlns:a="http://schemas.openxmlformats.org/drawingml/2006/main">
            <a:pPr algn="l">
              <a:lnSpc>
                <a:spcPct val="108000"/>
              </a:lnSpc>
              <a:buNone/>
              <a:defRPr sz="1300" b="0">
                <a:solidFill>
                  <a:srgbClr val="F4F7FB"/>
                </a:solidFill>
                <a:latin typeface="Arial"/>
                <a:ea typeface="Arial"/>
                <a:cs typeface="Arial"/>
              </a:defRPr>
            </a:pPr>
            <a:r>
              <a:rPr sz="1300" b="0">
                <a:solidFill>
                  <a:srgbClr val="F4F7FB"/>
                </a:solidFill>
                <a:latin typeface="Arial"/>
                <a:ea typeface="Arial"/>
                <a:cs typeface="Arial"/>
              </a:rPr>
              <a:t>No complete semantic-progress proof was retained. Forward placement must not imply proven monotonicity.</a:t>
            </a:r>
          </a:p>
        </p:txBody>
      </p:sp>
      <p:sp>
        <p:nvSpPr>
          <p:cNvPr id="11" name="capability_v2_s30_o11">
            <a:extLst xmlns:a="http://schemas.openxmlformats.org/drawingml/2006/main">
              <a:ext uri="{FF2B5EF4-FFF2-40B4-BE49-F238E27FC236}">
                <a16:creationId xmlns:a16="http://schemas.microsoft.com/office/drawing/2014/main" id="{F8E8DE1B-D20B-4CB5-BFE4-5861CD2C4104}"/>
              </a:ext>
            </a:extLst>
          </p:cNvPr>
          <p:cNvSpPr>
            <a:spLocks xmlns:a="http://schemas.openxmlformats.org/drawingml/2006/main" noGrp="1"/>
          </p:cNvSpPr>
          <p:nvPr/>
        </p:nvSpPr>
        <p:spPr>
          <a:xfrm xmlns:a="http://schemas.openxmlformats.org/drawingml/2006/main">
            <a:off x="457200" y="4267200"/>
            <a:ext cx="11252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000" b="0">
                <a:solidFill>
                  <a:srgbClr val="A8B8CA"/>
                </a:solidFill>
                <a:latin typeface="Arial"/>
                <a:ea typeface="Arial"/>
                <a:cs typeface="Arial"/>
              </a:defRPr>
            </a:defPPr>
          </a:lstStyle>
          <a:p xmlns:a="http://schemas.openxmlformats.org/drawingml/2006/main">
            <a:pPr algn="l">
              <a:lnSpc>
                <a:spcPct val="108000"/>
              </a:lnSpc>
              <a:buNone/>
              <a:defRPr sz="1000" b="0">
                <a:solidFill>
                  <a:srgbClr val="A8B8CA"/>
                </a:solidFill>
                <a:latin typeface="Arial"/>
                <a:ea typeface="Arial"/>
                <a:cs typeface="Arial"/>
              </a:defRPr>
            </a:pPr>
            <a:r>
              <a:rPr sz="1000" b="0">
                <a:solidFill>
                  <a:srgbClr val="A8B8CA"/>
                </a:solidFill>
                <a:latin typeface="Arial"/>
                <a:ea typeface="Arial"/>
                <a:cs typeface="Arial"/>
              </a:rPr>
              <a:t>Repair: HELD</a:t>
            </a:r>
          </a:p>
        </p:txBody>
      </p:sp>
      <p:sp>
        <p:nvSpPr>
          <p:cNvPr id="12" name="capability_v2_s30_o12">
            <a:extLst xmlns:a="http://schemas.openxmlformats.org/drawingml/2006/main">
              <a:ext uri="{FF2B5EF4-FFF2-40B4-BE49-F238E27FC236}">
                <a16:creationId xmlns:a16="http://schemas.microsoft.com/office/drawing/2014/main" id="{3D094177-C10C-4CCA-A984-813E09FAE12E}"/>
              </a:ext>
            </a:extLst>
          </p:cNvPr>
          <p:cNvSpPr>
            <a:spLocks xmlns:a="http://schemas.openxmlformats.org/drawingml/2006/main" noGrp="1"/>
          </p:cNvSpPr>
          <p:nvPr/>
        </p:nvSpPr>
        <p:spPr>
          <a:xfrm xmlns:a="http://schemas.openxmlformats.org/drawingml/2006/main">
            <a:off x="457200" y="6261100"/>
            <a:ext cx="381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1200" b="1">
                <a:solidFill>
                  <a:srgbClr val="45A7FF"/>
                </a:solidFill>
                <a:latin typeface="Arial"/>
                <a:ea typeface="Arial"/>
                <a:cs typeface="Arial"/>
              </a:defRPr>
            </a:defPPr>
          </a:lstStyle>
          <a:p xmlns:a="http://schemas.openxmlformats.org/drawingml/2006/main">
            <a:pPr algn="l">
              <a:lnSpc>
                <a:spcPct val="108000"/>
              </a:lnSpc>
              <a:buNone/>
              <a:defRPr sz="1200" b="1">
                <a:solidFill>
                  <a:srgbClr val="45A7FF"/>
                </a:solidFill>
                <a:latin typeface="Arial"/>
                <a:ea typeface="Arial"/>
                <a:cs typeface="Arial"/>
              </a:defRPr>
            </a:pPr>
            <a:r>
              <a:rPr sz="1200" b="1">
                <a:solidFill>
                  <a:srgbClr val="45A7FF"/>
                </a:solidFill>
                <a:latin typeface="Arial"/>
                <a:ea typeface="Arial"/>
                <a:cs typeface="Arial"/>
                <a:hlinkClick xmlns:r="http://schemas.openxmlformats.org/officeDocument/2006/relationships" r:id="R1b3b8fe6c22243fe" action="ppaction://hlinksldjump"/>
              </a:rPr>
              <a:t>Inspection coverage</a:t>
            </a:r>
          </a:p>
        </p:txBody>
      </p:sp>
      <p:sp>
        <p:nvSpPr>
          <p:cNvPr id="13" name="capability_v2_s30_o13">
            <a:extLst xmlns:a="http://schemas.openxmlformats.org/drawingml/2006/main">
              <a:ext uri="{FF2B5EF4-FFF2-40B4-BE49-F238E27FC236}">
                <a16:creationId xmlns:a16="http://schemas.microsoft.com/office/drawing/2014/main" id="{66FD88CB-9EDF-4BCB-8A27-868B83148B3F}"/>
              </a:ext>
            </a:extLst>
          </p:cNvPr>
          <p:cNvSpPr>
            <a:spLocks xmlns:a="http://schemas.openxmlformats.org/drawingml/2006/main" noGrp="1"/>
          </p:cNvSpPr>
          <p:nvPr/>
        </p:nvSpPr>
        <p:spPr>
          <a:xfrm xmlns:a="http://schemas.openxmlformats.org/drawingml/2006/main">
            <a:off x="457200" y="6629400"/>
            <a:ext cx="10668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0800" tIns="38100" rIns="50800" bIns="0" anchor="t">
            <a:noAutofit/>
          </a:bodyPr>
          <a:lstStyle xmlns:a="http://schemas.openxmlformats.org/drawingml/2006/main">
            <a:defPPr algn="l">
              <a:defRPr sz="800" b="0">
                <a:solidFill>
                  <a:srgbClr val="A8B8CA"/>
                </a:solidFill>
                <a:latin typeface="Arial"/>
                <a:ea typeface="Arial"/>
                <a:cs typeface="Arial"/>
              </a:defRPr>
            </a:defPPr>
          </a:lstStyle>
          <a:p xmlns:a="http://schemas.openxmlformats.org/drawingml/2006/main">
            <a:pPr algn="l">
              <a:lnSpc>
                <a:spcPct val="108000"/>
              </a:lnSpc>
              <a:buNone/>
              <a:defRPr sz="800" b="0">
                <a:solidFill>
                  <a:srgbClr val="A8B8CA"/>
                </a:solidFill>
                <a:latin typeface="Arial"/>
                <a:ea typeface="Arial"/>
                <a:cs typeface="Arial"/>
              </a:defRPr>
            </a:pPr>
            <a:r>
              <a:rPr sz="800" b="0">
                <a:solidFill>
                  <a:srgbClr val="A8B8CA"/>
                </a:solidFill>
                <a:latin typeface="Arial"/>
                <a:ea typeface="Arial"/>
                <a:cs typeface="Arial"/>
              </a:rPr>
              <a:t>Estate 34 · capability view · snapshot d33bac21fecf</a:t>
            </a:r>
          </a:p>
        </p:txBody>
      </p:sp>
    </p:spTree>
    <p:extLst>
      <p:ext uri="{BB962C8B-B14F-4D97-AF65-F5344CB8AC3E}">
        <p14:creationId xmlns:p14="http://schemas.microsoft.com/office/powerpoint/2010/main" val="1449582602"/>
      </p:ext>
    </p:extLst>
  </p:cSld>
</p:sld>
</file>

<file path=ppt/theme/theme1.xml><?xml version="1.0" encoding="utf-8"?>
<a:theme xmlns:a="http://schemas.openxmlformats.org/drawingml/2006/main" name="ChatGPT">
  <a:themeElements>
    <a:clrScheme name="SideFX circuit">
      <a:dk1>
        <a:srgbClr val="06111F"/>
      </a:dk1>
      <a:lt1>
        <a:srgbClr val="F4F7FB"/>
      </a:lt1>
      <a:dk2>
        <a:srgbClr val="102238"/>
      </a:dk2>
      <a:lt2>
        <a:srgbClr val="A8B8CA"/>
      </a:lt2>
      <a:accent1>
        <a:srgbClr val="45A7FF"/>
      </a:accent1>
      <a:accent2>
        <a:srgbClr val="4DE0B0"/>
      </a:accent2>
      <a:accent3>
        <a:srgbClr val="A98AF2"/>
      </a:accent3>
      <a:accent4>
        <a:srgbClr val="F6B94D"/>
      </a:accent4>
      <a:accent5>
        <a:srgbClr val="FF5F70"/>
      </a:accent5>
      <a:accent6>
        <a:srgbClr val="A8B8CA"/>
      </a:accent6>
      <a:hlink>
        <a:srgbClr val="80C9FF"/>
      </a:hlink>
      <a:folHlink>
        <a:srgbClr val="B9A2FF"/>
      </a:folHlink>
    </a:clrScheme>
    <a:fontScheme name="">
      <a:majorFont>
        <a:latin typeface="Aptos"/>
        <a:ea typeface=""/>
        <a:cs typeface=""/>
      </a:majorFont>
      <a:minorFont>
        <a:latin typeface="Aptos"/>
        <a:ea typeface=""/>
        <a:cs typeface=""/>
      </a:minorFont>
    </a:fontScheme>
    <a:fmtScheme name="SideFX circui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2026-10-15T22:10:48.1420000Z</dcterms:created>
  <dcterms:modified xsi:type="dcterms:W3CDTF">2026-10-15T22:10:48.1430000Z</dcterms:modified>
</coreProperties>
</file>