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cae2ed75084768" /><Relationship Type="http://schemas.openxmlformats.org/officeDocument/2006/relationships/extended-properties" Target="/docProps/app.xml" Id="R084100be31ae42d9" /><Relationship Type="http://schemas.openxmlformats.org/officeDocument/2006/relationships/officeDocument" Target="/ppt/presentation.xml" Id="R9f611f14ae0046e3" /></Relationships>
</file>

<file path=ppt/presentation.xml><?xml version="1.0" encoding="utf-8"?>
<p:presentation xmlns:p="http://schemas.openxmlformats.org/presentationml/2006/main">
  <p:sldMasterIdLst>
    <p:sldMasterId xmlns:r="http://schemas.openxmlformats.org/officeDocument/2006/relationships" id="2147483648" r:id="Rbc51d59f24684c46"/>
  </p:sldMasterIdLst>
  <p:notesMasterIdLst>
    <p:notesMasterId xmlns:r="http://schemas.openxmlformats.org/officeDocument/2006/relationships" r:id="Rf349b60def2546bc"/>
  </p:notesMasterIdLst>
  <p:sldIdLst>
    <p:sldId xmlns:r="http://schemas.openxmlformats.org/officeDocument/2006/relationships" id="256" r:id="Rfd571a6c2dd145d6"/>
    <p:sldId xmlns:r="http://schemas.openxmlformats.org/officeDocument/2006/relationships" id="257" r:id="R86b206d3103d457a"/>
    <p:sldId xmlns:r="http://schemas.openxmlformats.org/officeDocument/2006/relationships" id="258" r:id="Rc70e5458713d44a4"/>
    <p:sldId xmlns:r="http://schemas.openxmlformats.org/officeDocument/2006/relationships" id="259" r:id="Rb98da0f40f7c4e48"/>
    <p:sldId xmlns:r="http://schemas.openxmlformats.org/officeDocument/2006/relationships" id="260" r:id="R488c8a5a71014161"/>
    <p:sldId xmlns:r="http://schemas.openxmlformats.org/officeDocument/2006/relationships" id="261" r:id="Ra03b32bf5aa84804"/>
    <p:sldId xmlns:r="http://schemas.openxmlformats.org/officeDocument/2006/relationships" id="262" r:id="R8f6a3460af0a43d9"/>
    <p:sldId xmlns:r="http://schemas.openxmlformats.org/officeDocument/2006/relationships" id="263" r:id="Rc8453eaa9c754f06"/>
    <p:sldId xmlns:r="http://schemas.openxmlformats.org/officeDocument/2006/relationships" id="264" r:id="Ra005265a507f4dac"/>
    <p:sldId xmlns:r="http://schemas.openxmlformats.org/officeDocument/2006/relationships" id="265" r:id="R5b4168dcd1c94db3"/>
    <p:sldId xmlns:r="http://schemas.openxmlformats.org/officeDocument/2006/relationships" id="266" r:id="R061b7dd6721e466d"/>
    <p:sldId xmlns:r="http://schemas.openxmlformats.org/officeDocument/2006/relationships" id="267" r:id="R8c8accce176c4298"/>
    <p:sldId xmlns:r="http://schemas.openxmlformats.org/officeDocument/2006/relationships" id="268" r:id="R817b65fccfb4460d"/>
    <p:sldId xmlns:r="http://schemas.openxmlformats.org/officeDocument/2006/relationships" id="269" r:id="R786bb2137acc4e72"/>
    <p:sldId xmlns:r="http://schemas.openxmlformats.org/officeDocument/2006/relationships" id="270" r:id="Re5a5daa900d94c7e"/>
    <p:sldId xmlns:r="http://schemas.openxmlformats.org/officeDocument/2006/relationships" id="271" r:id="R699dbde43e5d4319"/>
    <p:sldId xmlns:r="http://schemas.openxmlformats.org/officeDocument/2006/relationships" id="272" r:id="Re8a077a3a8b346c2"/>
    <p:sldId xmlns:r="http://schemas.openxmlformats.org/officeDocument/2006/relationships" id="273" r:id="R13a43419fada497c"/>
    <p:sldId xmlns:r="http://schemas.openxmlformats.org/officeDocument/2006/relationships" id="274" r:id="R365bbd69a4c84890"/>
    <p:sldId xmlns:r="http://schemas.openxmlformats.org/officeDocument/2006/relationships" id="275" r:id="R46e3fb3bf9f84434"/>
    <p:sldId xmlns:r="http://schemas.openxmlformats.org/officeDocument/2006/relationships" id="276" r:id="R651995640409457c"/>
    <p:sldId xmlns:r="http://schemas.openxmlformats.org/officeDocument/2006/relationships" id="277" r:id="Rbd035808bd0a4f03"/>
    <p:sldId xmlns:r="http://schemas.openxmlformats.org/officeDocument/2006/relationships" id="278" r:id="R89820ab2319a4d0e"/>
    <p:sldId xmlns:r="http://schemas.openxmlformats.org/officeDocument/2006/relationships" id="279" r:id="Re81a2baf2c48490e"/>
    <p:sldId xmlns:r="http://schemas.openxmlformats.org/officeDocument/2006/relationships" id="280" r:id="R3feefbe7c34447de"/>
    <p:sldId xmlns:r="http://schemas.openxmlformats.org/officeDocument/2006/relationships" id="281" r:id="R39cae6c4d2d54bba"/>
    <p:sldId xmlns:r="http://schemas.openxmlformats.org/officeDocument/2006/relationships" id="282" r:id="Rad058e204c9744f9"/>
    <p:sldId xmlns:r="http://schemas.openxmlformats.org/officeDocument/2006/relationships" id="283" r:id="R645a35872c60408a"/>
    <p:sldId xmlns:r="http://schemas.openxmlformats.org/officeDocument/2006/relationships" id="284" r:id="Rf8f09c90c90d42cf"/>
    <p:sldId xmlns:r="http://schemas.openxmlformats.org/officeDocument/2006/relationships" id="285" r:id="R913c0667b48d4279"/>
    <p:sldId xmlns:r="http://schemas.openxmlformats.org/officeDocument/2006/relationships" id="286" r:id="Rc8f7845ef67d4476"/>
    <p:sldId xmlns:r="http://schemas.openxmlformats.org/officeDocument/2006/relationships" id="287" r:id="R15dddc7842b54426"/>
    <p:sldId xmlns:r="http://schemas.openxmlformats.org/officeDocument/2006/relationships" id="288" r:id="R58db94fe3c714ab0"/>
    <p:sldId xmlns:r="http://schemas.openxmlformats.org/officeDocument/2006/relationships" id="289" r:id="R42d9249a7daa48a3"/>
    <p:sldId xmlns:r="http://schemas.openxmlformats.org/officeDocument/2006/relationships" id="290" r:id="R1f5cef2b02024d1c"/>
    <p:sldId xmlns:r="http://schemas.openxmlformats.org/officeDocument/2006/relationships" id="291" r:id="R20222afcebd04ad8"/>
    <p:sldId xmlns:r="http://schemas.openxmlformats.org/officeDocument/2006/relationships" id="292" r:id="R6d7f9867f29b4fe4"/>
    <p:sldId xmlns:r="http://schemas.openxmlformats.org/officeDocument/2006/relationships" id="293" r:id="R5d03b3266c0a4c87"/>
    <p:sldId xmlns:r="http://schemas.openxmlformats.org/officeDocument/2006/relationships" id="294" r:id="R8138e491e04f474f"/>
    <p:sldId xmlns:r="http://schemas.openxmlformats.org/officeDocument/2006/relationships" id="295" r:id="Rdeba1e21a0f84d63"/>
    <p:sldId xmlns:r="http://schemas.openxmlformats.org/officeDocument/2006/relationships" id="296" r:id="R20a2cee762fd43a3"/>
    <p:sldId xmlns:r="http://schemas.openxmlformats.org/officeDocument/2006/relationships" id="297" r:id="R19aaf261cb914c8b"/>
    <p:sldId xmlns:r="http://schemas.openxmlformats.org/officeDocument/2006/relationships" id="298" r:id="R1719b25ba0234ebd"/>
    <p:sldId xmlns:r="http://schemas.openxmlformats.org/officeDocument/2006/relationships" id="299" r:id="R404c466c0f6449d4"/>
    <p:sldId xmlns:r="http://schemas.openxmlformats.org/officeDocument/2006/relationships" id="300" r:id="Ra49ce5b6e2324a65"/>
    <p:sldId xmlns:r="http://schemas.openxmlformats.org/officeDocument/2006/relationships" id="301" r:id="Rbacfbf6b50c24cfe"/>
    <p:sldId xmlns:r="http://schemas.openxmlformats.org/officeDocument/2006/relationships" id="302" r:id="Re4ccdbde75f643c7"/>
    <p:sldId xmlns:r="http://schemas.openxmlformats.org/officeDocument/2006/relationships" id="303" r:id="Ra317632143764fc6"/>
    <p:sldId xmlns:r="http://schemas.openxmlformats.org/officeDocument/2006/relationships" id="304" r:id="R71957d6a1b4d4bf1"/>
    <p:sldId xmlns:r="http://schemas.openxmlformats.org/officeDocument/2006/relationships" id="305" r:id="R9070763184f84da7"/>
    <p:sldId xmlns:r="http://schemas.openxmlformats.org/officeDocument/2006/relationships" id="306" r:id="R5d2f9a3b0f9e437b"/>
    <p:sldId xmlns:r="http://schemas.openxmlformats.org/officeDocument/2006/relationships" id="307" r:id="R659a27956e134afc"/>
    <p:sldId xmlns:r="http://schemas.openxmlformats.org/officeDocument/2006/relationships" id="308" r:id="R3f91d526b6a94d0c"/>
    <p:sldId xmlns:r="http://schemas.openxmlformats.org/officeDocument/2006/relationships" id="309" r:id="R4c4ffc6115f34de0"/>
    <p:sldId xmlns:r="http://schemas.openxmlformats.org/officeDocument/2006/relationships" id="310" r:id="R9c77fdcc913c4df0"/>
    <p:sldId xmlns:r="http://schemas.openxmlformats.org/officeDocument/2006/relationships" id="311" r:id="Rc711b42815014908"/>
    <p:sldId xmlns:r="http://schemas.openxmlformats.org/officeDocument/2006/relationships" id="312" r:id="Rc3b1eec35192415e"/>
    <p:sldId xmlns:r="http://schemas.openxmlformats.org/officeDocument/2006/relationships" id="313" r:id="R9db2c8b73d574f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1972595378440a" /><Relationship Type="http://schemas.openxmlformats.org/officeDocument/2006/relationships/slideMaster" Target="/ppt/slideMasters/slideMaster1.xml" Id="Rbc51d59f24684c46" /><Relationship Type="http://schemas.openxmlformats.org/officeDocument/2006/relationships/notesMaster" Target="/ppt/notesMasters/notesMaster1.xml" Id="Rf349b60def2546bc" /><Relationship Type="http://schemas.openxmlformats.org/officeDocument/2006/relationships/presProps" Target="/ppt/presProps.xml" Id="Rdf9d1d3b69f949c3" /><Relationship Type="http://schemas.openxmlformats.org/officeDocument/2006/relationships/tableStyles" Target="/ppt/tableStyles.xml" Id="Rb57e5b258a234e33" /><Relationship Type="http://schemas.openxmlformats.org/officeDocument/2006/relationships/slide" Target="/ppt/slides/slide1.xml" Id="Rfd571a6c2dd145d6" /><Relationship Type="http://schemas.openxmlformats.org/officeDocument/2006/relationships/slide" Target="/ppt/slides/slide2.xml" Id="R86b206d3103d457a" /><Relationship Type="http://schemas.openxmlformats.org/officeDocument/2006/relationships/slide" Target="/ppt/slides/slide3.xml" Id="Rc70e5458713d44a4" /><Relationship Type="http://schemas.openxmlformats.org/officeDocument/2006/relationships/slide" Target="/ppt/slides/slide4.xml" Id="Rb98da0f40f7c4e48" /><Relationship Type="http://schemas.openxmlformats.org/officeDocument/2006/relationships/slide" Target="/ppt/slides/slide5.xml" Id="R488c8a5a71014161" /><Relationship Type="http://schemas.openxmlformats.org/officeDocument/2006/relationships/slide" Target="/ppt/slides/slide6.xml" Id="Ra03b32bf5aa84804" /><Relationship Type="http://schemas.openxmlformats.org/officeDocument/2006/relationships/slide" Target="/ppt/slides/slide7.xml" Id="R8f6a3460af0a43d9" /><Relationship Type="http://schemas.openxmlformats.org/officeDocument/2006/relationships/slide" Target="/ppt/slides/slide8.xml" Id="Rc8453eaa9c754f06" /><Relationship Type="http://schemas.openxmlformats.org/officeDocument/2006/relationships/slide" Target="/ppt/slides/slide9.xml" Id="Ra005265a507f4dac" /><Relationship Type="http://schemas.openxmlformats.org/officeDocument/2006/relationships/slide" Target="/ppt/slides/slide10.xml" Id="R5b4168dcd1c94db3" /><Relationship Type="http://schemas.openxmlformats.org/officeDocument/2006/relationships/slide" Target="/ppt/slides/slide11.xml" Id="R061b7dd6721e466d" /><Relationship Type="http://schemas.openxmlformats.org/officeDocument/2006/relationships/slide" Target="/ppt/slides/slide12.xml" Id="R8c8accce176c4298" /><Relationship Type="http://schemas.openxmlformats.org/officeDocument/2006/relationships/slide" Target="/ppt/slides/slide13.xml" Id="R817b65fccfb4460d" /><Relationship Type="http://schemas.openxmlformats.org/officeDocument/2006/relationships/slide" Target="/ppt/slides/slide14.xml" Id="R786bb2137acc4e72" /><Relationship Type="http://schemas.openxmlformats.org/officeDocument/2006/relationships/slide" Target="/ppt/slides/slide15.xml" Id="Re5a5daa900d94c7e" /><Relationship Type="http://schemas.openxmlformats.org/officeDocument/2006/relationships/slide" Target="/ppt/slides/slide16.xml" Id="R699dbde43e5d4319" /><Relationship Type="http://schemas.openxmlformats.org/officeDocument/2006/relationships/slide" Target="/ppt/slides/slide17.xml" Id="Re8a077a3a8b346c2" /><Relationship Type="http://schemas.openxmlformats.org/officeDocument/2006/relationships/slide" Target="/ppt/slides/slide18.xml" Id="R13a43419fada497c" /><Relationship Type="http://schemas.openxmlformats.org/officeDocument/2006/relationships/slide" Target="/ppt/slides/slide19.xml" Id="R365bbd69a4c84890" /><Relationship Type="http://schemas.openxmlformats.org/officeDocument/2006/relationships/slide" Target="/ppt/slides/slide20.xml" Id="R46e3fb3bf9f84434" /><Relationship Type="http://schemas.openxmlformats.org/officeDocument/2006/relationships/slide" Target="/ppt/slides/slide21.xml" Id="R651995640409457c" /><Relationship Type="http://schemas.openxmlformats.org/officeDocument/2006/relationships/slide" Target="/ppt/slides/slide22.xml" Id="Rbd035808bd0a4f03" /><Relationship Type="http://schemas.openxmlformats.org/officeDocument/2006/relationships/slide" Target="/ppt/slides/slide23.xml" Id="R89820ab2319a4d0e" /><Relationship Type="http://schemas.openxmlformats.org/officeDocument/2006/relationships/slide" Target="/ppt/slides/slide24.xml" Id="Re81a2baf2c48490e" /><Relationship Type="http://schemas.openxmlformats.org/officeDocument/2006/relationships/slide" Target="/ppt/slides/slide25.xml" Id="R3feefbe7c34447de" /><Relationship Type="http://schemas.openxmlformats.org/officeDocument/2006/relationships/slide" Target="/ppt/slides/slide26.xml" Id="R39cae6c4d2d54bba" /><Relationship Type="http://schemas.openxmlformats.org/officeDocument/2006/relationships/slide" Target="/ppt/slides/slide27.xml" Id="Rad058e204c9744f9" /><Relationship Type="http://schemas.openxmlformats.org/officeDocument/2006/relationships/slide" Target="/ppt/slides/slide28.xml" Id="R645a35872c60408a" /><Relationship Type="http://schemas.openxmlformats.org/officeDocument/2006/relationships/slide" Target="/ppt/slides/slide29.xml" Id="Rf8f09c90c90d42cf" /><Relationship Type="http://schemas.openxmlformats.org/officeDocument/2006/relationships/slide" Target="/ppt/slides/slide30.xml" Id="R913c0667b48d4279" /><Relationship Type="http://schemas.openxmlformats.org/officeDocument/2006/relationships/slide" Target="/ppt/slides/slide31.xml" Id="Rc8f7845ef67d4476" /><Relationship Type="http://schemas.openxmlformats.org/officeDocument/2006/relationships/slide" Target="/ppt/slides/slide32.xml" Id="R15dddc7842b54426" /><Relationship Type="http://schemas.openxmlformats.org/officeDocument/2006/relationships/slide" Target="/ppt/slides/slide33.xml" Id="R58db94fe3c714ab0" /><Relationship Type="http://schemas.openxmlformats.org/officeDocument/2006/relationships/slide" Target="/ppt/slides/slide34.xml" Id="R42d9249a7daa48a3" /><Relationship Type="http://schemas.openxmlformats.org/officeDocument/2006/relationships/slide" Target="/ppt/slides/slide35.xml" Id="R1f5cef2b02024d1c" /><Relationship Type="http://schemas.openxmlformats.org/officeDocument/2006/relationships/slide" Target="/ppt/slides/slide36.xml" Id="R20222afcebd04ad8" /><Relationship Type="http://schemas.openxmlformats.org/officeDocument/2006/relationships/slide" Target="/ppt/slides/slide37.xml" Id="R6d7f9867f29b4fe4" /><Relationship Type="http://schemas.openxmlformats.org/officeDocument/2006/relationships/slide" Target="/ppt/slides/slide38.xml" Id="R5d03b3266c0a4c87" /><Relationship Type="http://schemas.openxmlformats.org/officeDocument/2006/relationships/slide" Target="/ppt/slides/slide39.xml" Id="R8138e491e04f474f" /><Relationship Type="http://schemas.openxmlformats.org/officeDocument/2006/relationships/slide" Target="/ppt/slides/slide40.xml" Id="Rdeba1e21a0f84d63" /><Relationship Type="http://schemas.openxmlformats.org/officeDocument/2006/relationships/slide" Target="/ppt/slides/slide41.xml" Id="R20a2cee762fd43a3" /><Relationship Type="http://schemas.openxmlformats.org/officeDocument/2006/relationships/slide" Target="/ppt/slides/slide42.xml" Id="R19aaf261cb914c8b" /><Relationship Type="http://schemas.openxmlformats.org/officeDocument/2006/relationships/slide" Target="/ppt/slides/slide43.xml" Id="R1719b25ba0234ebd" /><Relationship Type="http://schemas.openxmlformats.org/officeDocument/2006/relationships/slide" Target="/ppt/slides/slide44.xml" Id="R404c466c0f6449d4" /><Relationship Type="http://schemas.openxmlformats.org/officeDocument/2006/relationships/slide" Target="/ppt/slides/slide45.xml" Id="Ra49ce5b6e2324a65" /><Relationship Type="http://schemas.openxmlformats.org/officeDocument/2006/relationships/slide" Target="/ppt/slides/slide46.xml" Id="Rbacfbf6b50c24cfe" /><Relationship Type="http://schemas.openxmlformats.org/officeDocument/2006/relationships/slide" Target="/ppt/slides/slide47.xml" Id="Re4ccdbde75f643c7" /><Relationship Type="http://schemas.openxmlformats.org/officeDocument/2006/relationships/slide" Target="/ppt/slides/slide48.xml" Id="Ra317632143764fc6" /><Relationship Type="http://schemas.openxmlformats.org/officeDocument/2006/relationships/slide" Target="/ppt/slides/slide49.xml" Id="R71957d6a1b4d4bf1" /><Relationship Type="http://schemas.openxmlformats.org/officeDocument/2006/relationships/slide" Target="/ppt/slides/slide50.xml" Id="R9070763184f84da7" /><Relationship Type="http://schemas.openxmlformats.org/officeDocument/2006/relationships/slide" Target="/ppt/slides/slide51.xml" Id="R5d2f9a3b0f9e437b" /><Relationship Type="http://schemas.openxmlformats.org/officeDocument/2006/relationships/slide" Target="/ppt/slides/slide52.xml" Id="R659a27956e134afc" /><Relationship Type="http://schemas.openxmlformats.org/officeDocument/2006/relationships/slide" Target="/ppt/slides/slide53.xml" Id="R3f91d526b6a94d0c" /><Relationship Type="http://schemas.openxmlformats.org/officeDocument/2006/relationships/slide" Target="/ppt/slides/slide54.xml" Id="R4c4ffc6115f34de0" /><Relationship Type="http://schemas.openxmlformats.org/officeDocument/2006/relationships/slide" Target="/ppt/slides/slide55.xml" Id="R9c77fdcc913c4df0" /><Relationship Type="http://schemas.openxmlformats.org/officeDocument/2006/relationships/slide" Target="/ppt/slides/slide56.xml" Id="Rc711b42815014908" /><Relationship Type="http://schemas.openxmlformats.org/officeDocument/2006/relationships/slide" Target="/ppt/slides/slide57.xml" Id="Rc3b1eec35192415e" /><Relationship Type="http://schemas.openxmlformats.org/officeDocument/2006/relationships/slide" Target="/ppt/slides/slide58.xml" Id="R9db2c8b73d574f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93bae7c937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2a2925cf754607" /><Relationship Type="http://schemas.openxmlformats.org/officeDocument/2006/relationships/notesMaster" Target="/ppt/notesMasters/notesMaster1.xml" Id="R77896b2c2cc645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5a25809b614e80" /><Relationship Type="http://schemas.openxmlformats.org/officeDocument/2006/relationships/notesMaster" Target="/ppt/notesMasters/notesMaster1.xml" Id="Rba9ffd7f42a647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75a8322fc843e5" /><Relationship Type="http://schemas.openxmlformats.org/officeDocument/2006/relationships/notesMaster" Target="/ppt/notesMasters/notesMaster1.xml" Id="R9989122dcaaa48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bd361aff574ba6" /><Relationship Type="http://schemas.openxmlformats.org/officeDocument/2006/relationships/notesMaster" Target="/ppt/notesMasters/notesMaster1.xml" Id="R14c355b995614a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5e5d4c5a3545cd" /><Relationship Type="http://schemas.openxmlformats.org/officeDocument/2006/relationships/notesMaster" Target="/ppt/notesMasters/notesMaster1.xml" Id="Rcf650ef15ac747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762bbe186c49c2" /><Relationship Type="http://schemas.openxmlformats.org/officeDocument/2006/relationships/notesMaster" Target="/ppt/notesMasters/notesMaster1.xml" Id="R75b2d4f32dcd43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9eb2b2eeff48f2" /><Relationship Type="http://schemas.openxmlformats.org/officeDocument/2006/relationships/notesMaster" Target="/ppt/notesMasters/notesMaster1.xml" Id="R362181a832a2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34a20029a34bcb" /><Relationship Type="http://schemas.openxmlformats.org/officeDocument/2006/relationships/notesMaster" Target="/ppt/notesMasters/notesMaster1.xml" Id="R2bb743d60eba4b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bb826b92ca4146" /><Relationship Type="http://schemas.openxmlformats.org/officeDocument/2006/relationships/notesMaster" Target="/ppt/notesMasters/notesMaster1.xml" Id="R5aa9801d7c9842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cc16e6c89e4e0b" /><Relationship Type="http://schemas.openxmlformats.org/officeDocument/2006/relationships/notesMaster" Target="/ppt/notesMasters/notesMaster1.xml" Id="R287045567b50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be07a5a4f349e1" /><Relationship Type="http://schemas.openxmlformats.org/officeDocument/2006/relationships/notesMaster" Target="/ppt/notesMasters/notesMaster1.xml" Id="Raae9c2cbb5b04e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d59b3e2238456b" /><Relationship Type="http://schemas.openxmlformats.org/officeDocument/2006/relationships/notesMaster" Target="/ppt/notesMasters/notesMaster1.xml" Id="R539d3aa01d6e42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ad1615ec994075" /><Relationship Type="http://schemas.openxmlformats.org/officeDocument/2006/relationships/notesMaster" Target="/ppt/notesMasters/notesMaster1.xml" Id="R08593ba6446a4f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562ef89f4d4582" /><Relationship Type="http://schemas.openxmlformats.org/officeDocument/2006/relationships/notesMaster" Target="/ppt/notesMasters/notesMaster1.xml" Id="Rc895b80513304f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637e4663374ba2" /><Relationship Type="http://schemas.openxmlformats.org/officeDocument/2006/relationships/notesMaster" Target="/ppt/notesMasters/notesMaster1.xml" Id="Rcc1fef2dd26244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9ad9cf86124487" /><Relationship Type="http://schemas.openxmlformats.org/officeDocument/2006/relationships/notesMaster" Target="/ppt/notesMasters/notesMaster1.xml" Id="R67a76d8daec344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73f7e45d594054" /><Relationship Type="http://schemas.openxmlformats.org/officeDocument/2006/relationships/notesMaster" Target="/ppt/notesMasters/notesMaster1.xml" Id="R2e9265d5d4324d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947504fc8e45f5" /><Relationship Type="http://schemas.openxmlformats.org/officeDocument/2006/relationships/notesMaster" Target="/ppt/notesMasters/notesMaster1.xml" Id="Re8f50565168d4d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d1091ac64e42b6" /><Relationship Type="http://schemas.openxmlformats.org/officeDocument/2006/relationships/notesMaster" Target="/ppt/notesMasters/notesMaster1.xml" Id="R791cb21186f4405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0f2eafbea54d77" /><Relationship Type="http://schemas.openxmlformats.org/officeDocument/2006/relationships/notesMaster" Target="/ppt/notesMasters/notesMaster1.xml" Id="R538366c75fc94d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80b7d07e134c7d" /><Relationship Type="http://schemas.openxmlformats.org/officeDocument/2006/relationships/notesMaster" Target="/ppt/notesMasters/notesMaster1.xml" Id="R96a17fbe083f4fe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64914b13364344" /><Relationship Type="http://schemas.openxmlformats.org/officeDocument/2006/relationships/notesMaster" Target="/ppt/notesMasters/notesMaster1.xml" Id="R9931894933e040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c43877a5db4fce" /><Relationship Type="http://schemas.openxmlformats.org/officeDocument/2006/relationships/notesMaster" Target="/ppt/notesMasters/notesMaster1.xml" Id="Reada3529dab946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c2217fdb814af3" /><Relationship Type="http://schemas.openxmlformats.org/officeDocument/2006/relationships/notesMaster" Target="/ppt/notesMasters/notesMaster1.xml" Id="R2ea18581e2864e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03d071921264dec" /><Relationship Type="http://schemas.openxmlformats.org/officeDocument/2006/relationships/notesMaster" Target="/ppt/notesMasters/notesMaster1.xml" Id="R7cda90fc27564a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3fe91ce71845a8" /><Relationship Type="http://schemas.openxmlformats.org/officeDocument/2006/relationships/notesMaster" Target="/ppt/notesMasters/notesMaster1.xml" Id="Rf68509edd2c94c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004725140a14a00" /><Relationship Type="http://schemas.openxmlformats.org/officeDocument/2006/relationships/notesMaster" Target="/ppt/notesMasters/notesMaster1.xml" Id="Rd855e160473e45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88ea6801d74ed1" /><Relationship Type="http://schemas.openxmlformats.org/officeDocument/2006/relationships/notesMaster" Target="/ppt/notesMasters/notesMaster1.xml" Id="R4792a455a19745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d886e481c314276" /><Relationship Type="http://schemas.openxmlformats.org/officeDocument/2006/relationships/notesMaster" Target="/ppt/notesMasters/notesMaster1.xml" Id="R2b19bb4b4a67452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023c417237d407b" /><Relationship Type="http://schemas.openxmlformats.org/officeDocument/2006/relationships/notesMaster" Target="/ppt/notesMasters/notesMaster1.xml" Id="R4d6e2ce1889549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b6ec15a2a254f63" /><Relationship Type="http://schemas.openxmlformats.org/officeDocument/2006/relationships/notesMaster" Target="/ppt/notesMasters/notesMaster1.xml" Id="R39a759d92ac44de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70d43a02eaf4f75" /><Relationship Type="http://schemas.openxmlformats.org/officeDocument/2006/relationships/notesMaster" Target="/ppt/notesMasters/notesMaster1.xml" Id="Rdb5da884a9b04a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936445a92344dee" /><Relationship Type="http://schemas.openxmlformats.org/officeDocument/2006/relationships/notesMaster" Target="/ppt/notesMasters/notesMaster1.xml" Id="R3846ca1026aa411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131ed879a6424f" /><Relationship Type="http://schemas.openxmlformats.org/officeDocument/2006/relationships/notesMaster" Target="/ppt/notesMasters/notesMaster1.xml" Id="R1ccf3d420ebc48c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b03d4fa22d14624" /><Relationship Type="http://schemas.openxmlformats.org/officeDocument/2006/relationships/notesMaster" Target="/ppt/notesMasters/notesMaster1.xml" Id="Rc4e998111e6c49e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33e9aef4ae344d3" /><Relationship Type="http://schemas.openxmlformats.org/officeDocument/2006/relationships/notesMaster" Target="/ppt/notesMasters/notesMaster1.xml" Id="R751753b63f1f46c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2e936d3c5644fdf" /><Relationship Type="http://schemas.openxmlformats.org/officeDocument/2006/relationships/notesMaster" Target="/ppt/notesMasters/notesMaster1.xml" Id="Re4bac4f08b1443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03d6ef7ea54080" /><Relationship Type="http://schemas.openxmlformats.org/officeDocument/2006/relationships/notesMaster" Target="/ppt/notesMasters/notesMaster1.xml" Id="R1aa83edbeead4eb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a933b71a90742c0" /><Relationship Type="http://schemas.openxmlformats.org/officeDocument/2006/relationships/notesMaster" Target="/ppt/notesMasters/notesMaster1.xml" Id="R1aadbf8cf482484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4a27ee8c1394671" /><Relationship Type="http://schemas.openxmlformats.org/officeDocument/2006/relationships/notesMaster" Target="/ppt/notesMasters/notesMaster1.xml" Id="R1dcf915e50c8428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5a4a90cbec143ad" /><Relationship Type="http://schemas.openxmlformats.org/officeDocument/2006/relationships/notesMaster" Target="/ppt/notesMasters/notesMaster1.xml" Id="Rbb441c3530bf4f1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c8e71cdf7a9480e" /><Relationship Type="http://schemas.openxmlformats.org/officeDocument/2006/relationships/notesMaster" Target="/ppt/notesMasters/notesMaster1.xml" Id="Ra2a98664053c4ea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544126ec30c4f70" /><Relationship Type="http://schemas.openxmlformats.org/officeDocument/2006/relationships/notesMaster" Target="/ppt/notesMasters/notesMaster1.xml" Id="R8686c28624c3442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76826c9c17b43e7" /><Relationship Type="http://schemas.openxmlformats.org/officeDocument/2006/relationships/notesMaster" Target="/ppt/notesMasters/notesMaster1.xml" Id="R19ebf81949234e6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c98190947a74bc3" /><Relationship Type="http://schemas.openxmlformats.org/officeDocument/2006/relationships/notesMaster" Target="/ppt/notesMasters/notesMaster1.xml" Id="Rfd0f97307e6c4c2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445512b33d84e1a" /><Relationship Type="http://schemas.openxmlformats.org/officeDocument/2006/relationships/notesMaster" Target="/ppt/notesMasters/notesMaster1.xml" Id="R268728a76ff946b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7c834a670c34741" /><Relationship Type="http://schemas.openxmlformats.org/officeDocument/2006/relationships/notesMaster" Target="/ppt/notesMasters/notesMaster1.xml" Id="R32a5d69476b7430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3578bfd6bd94d98" /><Relationship Type="http://schemas.openxmlformats.org/officeDocument/2006/relationships/notesMaster" Target="/ppt/notesMasters/notesMaster1.xml" Id="Rb8170a6699af444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c54b8c9ec60412c" /><Relationship Type="http://schemas.openxmlformats.org/officeDocument/2006/relationships/notesMaster" Target="/ppt/notesMasters/notesMaster1.xml" Id="R8c1aed2fe6654e4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448c08ff6864eed" /><Relationship Type="http://schemas.openxmlformats.org/officeDocument/2006/relationships/notesMaster" Target="/ppt/notesMasters/notesMaster1.xml" Id="Rc691e156cad44c0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9ecde93cf4e4663" /><Relationship Type="http://schemas.openxmlformats.org/officeDocument/2006/relationships/notesMaster" Target="/ppt/notesMasters/notesMaster1.xml" Id="R12fed9e726ab4e8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249afe7ab3642ac" /><Relationship Type="http://schemas.openxmlformats.org/officeDocument/2006/relationships/notesMaster" Target="/ppt/notesMasters/notesMaster1.xml" Id="Rf5aa732e6ab5404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cbf2887077f4156" /><Relationship Type="http://schemas.openxmlformats.org/officeDocument/2006/relationships/notesMaster" Target="/ppt/notesMasters/notesMaster1.xml" Id="R4147d0e13984461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4868f6ef16e471d" /><Relationship Type="http://schemas.openxmlformats.org/officeDocument/2006/relationships/notesMaster" Target="/ppt/notesMasters/notesMaster1.xml" Id="Rf6bd78b2cd494ae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c62aa6efe0644f4" /><Relationship Type="http://schemas.openxmlformats.org/officeDocument/2006/relationships/notesMaster" Target="/ppt/notesMasters/notesMaster1.xml" Id="Rbbb8bfea6e8645c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14aaecbd75c401e" /><Relationship Type="http://schemas.openxmlformats.org/officeDocument/2006/relationships/notesMaster" Target="/ppt/notesMasters/notesMaster1.xml" Id="R9c4e8d4d7fb8427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ffbf5f0c76743af" /><Relationship Type="http://schemas.openxmlformats.org/officeDocument/2006/relationships/notesMaster" Target="/ppt/notesMasters/notesMaster1.xml" Id="R66092252ad6f438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c54d52a86b24e40" /><Relationship Type="http://schemas.openxmlformats.org/officeDocument/2006/relationships/notesMaster" Target="/ppt/notesMasters/notesMaster1.xml" Id="R7c5b503d432c4e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"capabilityId": "read-capability-dsl-source",</a:t>
            </a:r>
          </a:p>
          <a:p xmlns:a="http://schemas.openxmlformats.org/drawingml/2006/main">
            <a:r>
              <a:t>  "namespaceId": "sidefx:capabilities",</a:t>
            </a:r>
          </a:p>
          <a:p xmlns:a="http://schemas.openxmlformats.org/drawingml/2006/main">
            <a:r>
              <a:t>  "estateModelId": "34",</a:t>
            </a:r>
          </a:p>
          <a:p xmlns:a="http://schemas.openxmlformats.org/drawingml/2006/main">
            <a:r>
              <a:t>  "capabilityPk": "111389",</a:t>
            </a:r>
          </a:p>
          <a:p xmlns:a="http://schemas.openxmlformats.org/drawingml/2006/main">
            <a:r>
              <a:t>  "capabilityVersionPk": "4852209",</a:t>
            </a:r>
          </a:p>
          <a:p xmlns:a="http://schemas.openxmlformats.org/drawingml/2006/main">
            <a:r>
              <a:t>  "definitionPk": "242218",</a:t>
            </a:r>
          </a:p>
          <a:p xmlns:a="http://schemas.openxmlformats.org/drawingml/2006/main">
            <a:r>
              <a:t>  "definitionDigest": "42a00796d772c0a9e75b98707a4ba98aecb907effae0a66020e4f4edb4c60c60",</a:t>
            </a:r>
          </a:p>
          <a:p xmlns:a="http://schemas.openxmlformats.org/drawingml/2006/main">
            <a:r>
              <a:t>  "name": "read-capability-dsl-source",</a:t>
            </a:r>
          </a:p>
          <a:p xmlns:a="http://schemas.openxmlformats.org/drawingml/2006/main">
            <a:r>
              <a:t>  "actor": "caller",</a:t>
            </a:r>
          </a:p>
          <a:p xmlns:a="http://schemas.openxmlformats.org/drawingml/2006/main">
            <a:r>
              <a:t>  "intent": "Read the DSL authoring sources retained at capability authoring time, byte-exact with digests and authoring references",</a:t>
            </a:r>
          </a:p>
          <a:p xmlns:a="http://schemas.openxmlformats.org/drawingml/2006/main">
            <a:r>
              <a:t>  "outcome": "The retained sources READ; an invalid request refuses",</a:t>
            </a:r>
          </a:p>
          <a:p xmlns:a="http://schemas.openxmlformats.org/drawingml/2006/main">
            <a:r>
              <a:t>  "experiencePromise": "Read the DSL authoring sources retained at capability authoring time, byte-exact with digests and authoring references",</a:t>
            </a:r>
          </a:p>
          <a:p xmlns:a="http://schemas.openxmlformats.org/drawingml/2006/main">
            <a:r>
              <a:t>  "rootScenarioId": "read-capability-dsl-source",</a:t>
            </a:r>
          </a:p>
          <a:p xmlns:a="http://schemas.openxmlformats.org/drawingml/2006/main">
            <a:r>
              <a:t>  "declaredRootScenarioId": "read-capability-dsl-source",</a:t>
            </a:r>
          </a:p>
          <a:p xmlns:a="http://schemas.openxmlformats.org/drawingml/2006/main">
            <a:r>
              <a:t>  "mode": "capability",</a:t>
            </a:r>
          </a:p>
          <a:p xmlns:a="http://schemas.openxmlformats.org/drawingml/2006/main">
            <a:r>
              <a:t>  "experienceId": "read-capability-dsl-source.v1",</a:t>
            </a:r>
          </a:p>
          <a:p xmlns:a="http://schemas.openxmlformats.org/drawingml/2006/main">
            <a:r>
              <a:t>  "observableConditions": [</a:t>
            </a:r>
          </a:p>
          <a:p xmlns:a="http://schemas.openxmlformats.org/drawingml/2006/main">
            <a:r>
              <a:t>    {</a:t>
            </a:r>
          </a:p>
          <a:p xmlns:a="http://schemas.openxmlformats.org/drawingml/2006/main">
            <a:r>
              <a:t>      "id": "read-capability-dsl-source",</a:t>
            </a:r>
          </a:p>
          <a:p xmlns:a="http://schemas.openxmlformats.org/drawingml/2006/main">
            <a:r>
              <a:t>      "statement": ""</a:t>
            </a:r>
          </a:p>
          <a:p xmlns:a="http://schemas.openxmlformats.org/drawingml/2006/main">
            <a:r>
              <a:t>    }</a:t>
            </a:r>
          </a:p>
          <a:p xmlns:a="http://schemas.openxmlformats.org/drawingml/2006/main">
            <a:r>
              <a:t>  ],</a:t>
            </a:r>
          </a:p>
          <a:p xmlns:a="http://schemas.openxmlformats.org/drawingml/2006/main">
            <a:r>
              <a:t>  "meaningSourceRef": "model:semantic_object_definition/242218/semantics/authority"</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model:capability_version/4852209</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"scenario": {</a:t>
            </a:r>
          </a:p>
          <a:p xmlns:a="http://schemas.openxmlformats.org/drawingml/2006/main">
            <a:r>
              <a:t>    "id": "read-capability-dsl-source",</a:t>
            </a:r>
          </a:p>
          <a:p xmlns:a="http://schemas.openxmlformats.org/drawingml/2006/main">
            <a:r>
              <a:t>    "name": "Read capability dsl source",</a:t>
            </a:r>
          </a:p>
          <a:p xmlns:a="http://schemas.openxmlformats.org/drawingml/2006/main">
            <a:r>
              <a:t>    "versionPk": "113594",</a:t>
            </a:r>
          </a:p>
          <a:p xmlns:a="http://schemas.openxmlformats.org/drawingml/2006/main">
            <a:r>
              <a:t>    "definitionDigest": "d8d861d6bb685aa9cbc3fd5e345c3a284cbb6b5d7e45662ed7ce903ee09830f1",</a:t>
            </a:r>
          </a:p>
          <a:p xmlns:a="http://schemas.openxmlformats.org/drawingml/2006/main">
            <a:r>
              <a:t>    "authorityId": "read-capability-dsl-source.v1",</a:t>
            </a:r>
          </a:p>
          <a:p xmlns:a="http://schemas.openxmlformats.org/drawingml/2006/main">
            <a:r>
              <a:t>    "eventId": "read-capability-dsl-source-requested",</a:t>
            </a:r>
          </a:p>
          <a:p xmlns:a="http://schemas.openxmlformats.org/drawingml/2006/main">
            <a:r>
              <a:t>    "inputId": "read-capability-dsl-source-request",</a:t>
            </a:r>
          </a:p>
          <a:p xmlns:a="http://schemas.openxmlformats.org/drawingml/2006/main">
            <a:r>
              <a:t>    "inputContractId": "read-capability-dsl-source-request.v1",</a:t>
            </a:r>
          </a:p>
          <a:p xmlns:a="http://schemas.openxmlformats.org/drawingml/2006/main">
            <a:r>
              <a:t>    "outcomeId": "read-capability-dsl-source",</a:t>
            </a:r>
          </a:p>
          <a:p xmlns:a="http://schemas.openxmlformats.org/drawingml/2006/main">
            <a:r>
              <a:t>    "outcomeContractId": "read-capability-dsl-source-result.v1",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"Read capability dsl source",</a:t>
            </a:r>
          </a:p>
          <a:p xmlns:a="http://schemas.openxmlformats.org/drawingml/2006/main">
            <a:r>
              <a:t>      "description": "",</a:t>
            </a:r>
          </a:p>
          <a:p xmlns:a="http://schemas.openxmlformats.org/drawingml/2006/main">
            <a:r>
              <a:t>      "tags": [</a:t>
            </a:r>
          </a:p>
          <a:p xmlns:a="http://schemas.openxmlformats.org/drawingml/2006/main">
            <a:r>
              <a:t>        "@capability:read-capability-dsl-source",</a:t>
            </a:r>
          </a:p>
          <a:p xmlns:a="http://schemas.openxmlformats.org/drawingml/2006/main">
            <a:r>
              <a:t>        "@event:read-capability-dsl-source-requested",</a:t>
            </a:r>
          </a:p>
          <a:p xmlns:a="http://schemas.openxmlformats.org/drawingml/2006/main">
            <a:r>
              <a:t>        "@event-authority:read-capability-dsl-source.v1",</a:t>
            </a:r>
          </a:p>
          <a:p xmlns:a="http://schemas.openxmlformats.org/drawingml/2006/main">
            <a:r>
              <a:t>        "@input:read-capability-dsl-source-request",</a:t>
            </a:r>
          </a:p>
          <a:p xmlns:a="http://schemas.openxmlformats.org/drawingml/2006/main">
            <a:r>
              <a:t>        "@input-contract:read-capability-dsl-source-request.v1",</a:t>
            </a:r>
          </a:p>
          <a:p xmlns:a="http://schemas.openxmlformats.org/drawingml/2006/main">
            <a:r>
              <a:t>        "@outcome:read-capability-dsl-source",</a:t>
            </a:r>
          </a:p>
          <a:p xmlns:a="http://schemas.openxmlformats.org/drawingml/2006/main">
            <a:r>
              <a:t>        "@outcome-contract:read-capability-dsl-source-result.v1",</a:t>
            </a:r>
          </a:p>
          <a:p xmlns:a="http://schemas.openxmlformats.org/drawingml/2006/main">
            <a:r>
              <a:t>        "@root-scenario:read-capability-dsl-source",</a:t>
            </a:r>
          </a:p>
          <a:p xmlns:a="http://schemas.openxmlformats.org/drawingml/2006/main">
            <a:r>
              <a:t>        "@scenario:read-capability-dsl-source",</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"capabilities authored from DSL exist in the estate with retained sources"</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"the retained sources are read over rows"</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"exact source bytes, digests and authoring references return"</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"capabilities authored from DSL exist in the estate with retained sources",</a:t>
            </a:r>
          </a:p>
          <a:p xmlns:a="http://schemas.openxmlformats.org/drawingml/2006/main">
            <a:r>
              <a:t>    "eventDescription": "the retained sources are read over rows",</a:t>
            </a:r>
          </a:p>
          <a:p xmlns:a="http://schemas.openxmlformats.org/drawingml/2006/main">
            <a:r>
              <a:t>    "outcomeDescription": "exact source bytes, digests and authoring references return",</a:t>
            </a:r>
          </a:p>
          <a:p xmlns:a="http://schemas.openxmlformats.org/drawingml/2006/main">
            <a:r>
              <a:t>    "terminalDisposition": "",</a:t>
            </a:r>
          </a:p>
          <a:p xmlns:a="http://schemas.openxmlformats.org/drawingml/2006/main">
            <a:r>
              <a:t>    "meaningSourceRef": "model:scenario_version/113594",</a:t>
            </a:r>
          </a:p>
          <a:p xmlns:a="http://schemas.openxmlformats.org/drawingml/2006/main">
            <a:r>
              <a:t>    "sourceRef": "graph:/scenarios/0",</a:t>
            </a:r>
          </a:p>
          <a:p xmlns:a="http://schemas.openxmlformats.org/drawingml/2006/main">
            <a:r>
              <a:t>    "ref": "graph:/scenarios/0",</a:t>
            </a:r>
          </a:p>
          <a:p xmlns:a="http://schemas.openxmlformats.org/drawingml/2006/main">
            <a:r>
              <a:t>    "root": true,</a:t>
            </a:r>
          </a:p>
          <a:p xmlns:a="http://schemas.openxmlformats.org/drawingml/2006/main">
            <a:r>
              <a:t>    "operationIds": [</a:t>
            </a:r>
          </a:p>
          <a:p xmlns:a="http://schemas.openxmlformats.org/drawingml/2006/main">
            <a:r>
              <a:t>      "operation:read-capability-dsl-source.v1:1"</a:t>
            </a:r>
          </a:p>
          <a:p xmlns:a="http://schemas.openxmlformats.org/drawingml/2006/main">
            <a:r>
              <a:t>    ]</a:t>
            </a:r>
          </a:p>
          <a:p xmlns:a="http://schemas.openxmlformats.org/drawingml/2006/main">
            <a:r>
              <a:t>  },</a:t>
            </a:r>
          </a:p>
          <a:p xmlns:a="http://schemas.openxmlformats.org/drawingml/2006/main">
            <a:r>
              <a:t>  "semantics": {</a:t>
            </a:r>
          </a:p>
          <a:p xmlns:a="http://schemas.openxmlformats.org/drawingml/2006/main">
            <a:r>
              <a:t>    "contractId": "capability-blueprint-projection.v1",</a:t>
            </a:r>
          </a:p>
          <a:p xmlns:a="http://schemas.openxmlformats.org/drawingml/2006/main">
            <a:r>
              <a:t>    "altitude": "scenario",</a:t>
            </a:r>
          </a:p>
          <a:p xmlns:a="http://schemas.openxmlformats.org/drawingml/2006/main">
            <a:r>
              <a:t>    "capabilityId": "read-capability-dsl-source",</a:t>
            </a:r>
          </a:p>
          <a:p xmlns:a="http://schemas.openxmlformats.org/drawingml/2006/main">
            <a:r>
              <a:t>    "scenarioId": "read-capability-dsl-source",</a:t>
            </a:r>
          </a:p>
          <a:p xmlns:a="http://schemas.openxmlformats.org/drawingml/2006/main">
            <a:r>
              <a:t>    "snapshotDigest": "734ca73fdf67e4726120180a2426181532ab2c9c02d15ae6c44a0d02aeaa1103",</a:t>
            </a:r>
          </a:p>
          <a:p xmlns:a="http://schemas.openxmlformats.org/drawingml/2006/main">
            <a:r>
              <a:t>    "nodes": [</a:t>
            </a:r>
          </a:p>
          <a:p xmlns:a="http://schemas.openxmlformats.org/drawingml/2006/main">
            <a:r>
              <a:t>      {</a:t>
            </a:r>
          </a:p>
          <a:p xmlns:a="http://schemas.openxmlformats.org/drawingml/2006/main">
            <a:r>
              <a:t>        "id": "input:read-capability-dsl-source",</a:t>
            </a:r>
          </a:p>
          <a:p xmlns:a="http://schemas.openxmlformats.org/drawingml/2006/main">
            <a:r>
              <a:t>        "kind": "input",</a:t>
            </a:r>
          </a:p>
          <a:p xmlns:a="http://schemas.openxmlformats.org/drawingml/2006/main">
            <a:r>
              <a:t>        "label": "read-capability-dsl-source-request",</a:t>
            </a:r>
          </a:p>
          <a:p xmlns:a="http://schemas.openxmlformats.org/drawingml/2006/main">
            <a:r>
              <a:t>        "ref": "graph:/scenarios/0",</a:t>
            </a:r>
          </a:p>
          <a:p xmlns:a="http://schemas.openxmlformats.org/drawingml/2006/main">
            <a:r>
              <a:t>        "scenarioId": "read-capability-dsl-source",</a:t>
            </a:r>
          </a:p>
          <a:p xmlns:a="http://schemas.openxmlformats.org/drawingml/2006/main">
            <a:r>
              <a:t>        "description": "capabilities authored from DSL exist in the estate with retained sources",</a:t>
            </a:r>
          </a:p>
          <a:p xmlns:a="http://schemas.openxmlformats.org/drawingml/2006/main">
            <a:r>
              <a:t>        "contractId": "read-capability-dsl-source-request.v1"</a:t>
            </a:r>
          </a:p>
          <a:p xmlns:a="http://schemas.openxmlformats.org/drawingml/2006/main">
            <a:r>
              <a:t>      },</a:t>
            </a:r>
          </a:p>
          <a:p xmlns:a="http://schemas.openxmlformats.org/drawingml/2006/main">
            <a:r>
              <a:t>      {</a:t>
            </a:r>
          </a:p>
          <a:p xmlns:a="http://schemas.openxmlformats.org/drawingml/2006/main">
            <a:r>
              <a:t>        "id": "event:read-capability-dsl-source",</a:t>
            </a:r>
          </a:p>
          <a:p xmlns:a="http://schemas.openxmlformats.org/drawingml/2006/main">
            <a:r>
              <a:t>        "kind": "event",</a:t>
            </a:r>
          </a:p>
          <a:p xmlns:a="http://schemas.openxmlformats.org/drawingml/2006/main">
            <a:r>
              <a:t>        "label": "read-capability-dsl-source-requested",</a:t>
            </a:r>
          </a:p>
          <a:p xmlns:a="http://schemas.openxmlformats.org/drawingml/2006/main">
            <a:r>
              <a:t>        "ref": "graph:/scenarios/0",</a:t>
            </a:r>
          </a:p>
          <a:p xmlns:a="http://schemas.openxmlformats.org/drawingml/2006/main">
            <a:r>
              <a:t>        "scenarioId": "read-capability-dsl-source",</a:t>
            </a:r>
          </a:p>
          <a:p xmlns:a="http://schemas.openxmlformats.org/drawingml/2006/main">
            <a:r>
              <a:t>        "description": "the retained sources are read over rows",</a:t>
            </a:r>
          </a:p>
          <a:p xmlns:a="http://schemas.openxmlformats.org/drawingml/2006/main">
            <a:r>
              <a:t>        "authorityId": "read-capability-dsl-source.v1"</a:t>
            </a:r>
          </a:p>
          <a:p xmlns:a="http://schemas.openxmlformats.org/drawingml/2006/main">
            <a:r>
              <a:t>      },</a:t>
            </a:r>
          </a:p>
          <a:p xmlns:a="http://schemas.openxmlformats.org/drawingml/2006/main">
            <a:r>
              <a:t>      {</a:t>
            </a:r>
          </a:p>
          <a:p xmlns:a="http://schemas.openxmlformats.org/drawingml/2006/main">
            <a:r>
              <a:t>        "id": "outcome:read-capability-dsl-source",</a:t>
            </a:r>
          </a:p>
          <a:p xmlns:a="http://schemas.openxmlformats.org/drawingml/2006/main">
            <a:r>
              <a:t>        "kind": "terminal",</a:t>
            </a:r>
          </a:p>
          <a:p xmlns:a="http://schemas.openxmlformats.org/drawingml/2006/main">
            <a:r>
              <a:t>        "label": "read-capability-dsl-source",</a:t>
            </a:r>
          </a:p>
          <a:p xmlns:a="http://schemas.openxmlformats.org/drawingml/2006/main">
            <a:r>
              <a:t>        "ref": "graph:/scenarios/0",</a:t>
            </a:r>
          </a:p>
          <a:p xmlns:a="http://schemas.openxmlformats.org/drawingml/2006/main">
            <a:r>
              <a:t>        "scenarioId": "read-capability-dsl-source",</a:t>
            </a:r>
          </a:p>
          <a:p xmlns:a="http://schemas.openxmlformats.org/drawingml/2006/main">
            <a:r>
              <a:t>        "description": "exact source bytes, digests and authoring references return",</a:t>
            </a:r>
          </a:p>
          <a:p xmlns:a="http://schemas.openxmlformats.org/drawingml/2006/main">
            <a:r>
              <a:t>        "contractId": "read-capability-dsl-source-result.v1"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"B1",</a:t>
            </a:r>
          </a:p>
          <a:p xmlns:a="http://schemas.openxmlformats.org/drawingml/2006/main">
            <a:r>
              <a:t>        "from": "input:read-capability-dsl-source",</a:t>
            </a:r>
          </a:p>
          <a:p xmlns:a="http://schemas.openxmlformats.org/drawingml/2006/main">
            <a:r>
              <a:t>        "to": "event:read-capability-dsl-source",</a:t>
            </a:r>
          </a:p>
          <a:p xmlns:a="http://schemas.openxmlformats.org/drawingml/2006/main">
            <a:r>
              <a:t>        "kind": "semantic-input",</a:t>
            </a:r>
          </a:p>
          <a:p xmlns:a="http://schemas.openxmlformats.org/drawingml/2006/main">
            <a:r>
              <a:t>        "ref": "graph:/scenarios/0",</a:t>
            </a:r>
          </a:p>
          <a:p xmlns:a="http://schemas.openxmlformats.org/drawingml/2006/main">
            <a:r>
              <a:t>        "label": "Given → When",</a:t>
            </a:r>
          </a:p>
          <a:p xmlns:a="http://schemas.openxmlformats.org/drawingml/2006/main">
            <a:r>
              <a:t>        "basis": "scenario semantic positions"</a:t>
            </a:r>
          </a:p>
          <a:p xmlns:a="http://schemas.openxmlformats.org/drawingml/2006/main">
            <a:r>
              <a:t>      },</a:t>
            </a:r>
          </a:p>
          <a:p xmlns:a="http://schemas.openxmlformats.org/drawingml/2006/main">
            <a:r>
              <a:t>      {</a:t>
            </a:r>
          </a:p>
          <a:p xmlns:a="http://schemas.openxmlformats.org/drawingml/2006/main">
            <a:r>
              <a:t>        "id": "B2",</a:t>
            </a:r>
          </a:p>
          <a:p xmlns:a="http://schemas.openxmlformats.org/drawingml/2006/main">
            <a:r>
              <a:t>        "from": "event:read-capability-dsl-source",</a:t>
            </a:r>
          </a:p>
          <a:p xmlns:a="http://schemas.openxmlformats.org/drawingml/2006/main">
            <a:r>
              <a:t>        "to": "outcome:read-capability-dsl-source",</a:t>
            </a:r>
          </a:p>
          <a:p xmlns:a="http://schemas.openxmlformats.org/drawingml/2006/main">
            <a:r>
              <a:t>        "kind": "semantic-outcome",</a:t>
            </a:r>
          </a:p>
          <a:p xmlns:a="http://schemas.openxmlformats.org/drawingml/2006/main">
            <a:r>
              <a:t>        "ref": "graph:/scenarios/0",</a:t>
            </a:r>
          </a:p>
          <a:p xmlns:a="http://schemas.openxmlformats.org/drawingml/2006/main">
            <a:r>
              <a:t>        "label": "When → Then",</a:t>
            </a:r>
          </a:p>
          <a:p xmlns:a="http://schemas.openxmlformats.org/drawingml/2006/main">
            <a:r>
              <a:t>        "basis": "scenario semantic positions; not an execution receipt"</a:t>
            </a:r>
          </a:p>
          <a:p xmlns:a="http://schemas.openxmlformats.org/drawingml/2006/main">
            <a:r>
              <a:t>      }</a:t>
            </a:r>
          </a:p>
          <a:p xmlns:a="http://schemas.openxmlformats.org/drawingml/2006/main">
            <a:r>
              <a:t>    ],</a:t>
            </a:r>
          </a:p>
          <a:p xmlns:a="http://schemas.openxmlformats.org/drawingml/2006/main">
            <a:r>
              <a:t>    "scope": "Scenario semantic positions; not execution sequencing.",</a:t>
            </a:r>
          </a:p>
          <a:p xmlns:a="http://schemas.openxmlformats.org/drawingml/2006/main">
            <a:r>
              <a:t>    "topologyDigest": "4a332bcaaceea99fbac02b474692fcb8372ce8fe18ce382095f5ca8623c08651"</a:t>
            </a:r>
          </a:p>
          <a:p xmlns:a="http://schemas.openxmlformats.org/drawingml/2006/main">
            <a:r>
              <a:t>  },</a:t>
            </a:r>
          </a:p>
          <a:p xmlns:a="http://schemas.openxmlformats.org/drawingml/2006/main">
            <a:r>
              <a:t>  "involvement": [</a:t>
            </a:r>
          </a:p>
          <a:p xmlns:a="http://schemas.openxmlformats.org/drawingml/2006/main">
            <a:r>
              <a:t>    {</a:t>
            </a:r>
          </a:p>
          <a:p xmlns:a="http://schemas.openxmlformats.org/drawingml/2006/main">
            <a:r>
              <a:t>      "id": "scenario-provider:read-capability-dsl-source:provider:sda-declared-read-graph-provider.v1",</a:t>
            </a:r>
          </a:p>
          <a:p xmlns:a="http://schemas.openxmlformats.org/drawingml/2006/main">
            <a:r>
              <a:t>      "from": "scenario:read-capability-dsl-source",</a:t>
            </a:r>
          </a:p>
          <a:p xmlns:a="http://schemas.openxmlformats.org/drawingml/2006/main">
            <a:r>
              <a:t>      "to": "provider:sda-declared-read-graph-provider.v1",</a:t>
            </a:r>
          </a:p>
          <a:p xmlns:a="http://schemas.openxmlformats.org/drawingml/2006/main">
            <a:r>
              <a:t>      "kind": "scenario-provider",</a:t>
            </a:r>
          </a:p>
          <a:p xmlns:a="http://schemas.openxmlformats.org/drawingml/2006/main">
            <a:r>
              <a:t>      "collapsed": true,</a:t>
            </a:r>
          </a:p>
          <a:p xmlns:a="http://schemas.openxmlformats.org/drawingml/2006/main">
            <a:r>
              <a:t>      "label": "declared provider involvement",</a:t>
            </a:r>
          </a:p>
          <a:p xmlns:a="http://schemas.openxmlformats.org/drawingml/2006/main">
            <a:r>
              <a:t>      "basis": "owning scenario operations and explicit port bindings",</a:t>
            </a:r>
          </a:p>
          <a:p xmlns:a="http://schemas.openxmlformats.org/drawingml/2006/main">
            <a:r>
              <a:t>      "ref": "graph:/scenarios/0",</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"via": [</a:t>
            </a:r>
          </a:p>
          <a:p xmlns:a="http://schemas.openxmlformats.org/drawingml/2006/main">
            <a:r>
              <a:t>        {</a:t>
            </a:r>
          </a:p>
          <a:p xmlns:a="http://schemas.openxmlformats.org/drawingml/2006/main">
            <a:r>
              <a:t>          "operationId": "operation:read-capability-dsl-source.v1:1",</a:t>
            </a:r>
          </a:p>
          <a:p xmlns:a="http://schemas.openxmlformats.org/drawingml/2006/main">
            <a:r>
              <a:t>          "portId": "capability-dsl-source-read",</a:t>
            </a:r>
          </a:p>
          <a:p xmlns:a="http://schemas.openxmlformats.org/drawingml/2006/main">
            <a:r>
              <a:t>          "bindingId": "binding:capability-dsl-source-read",</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"issues": []</a:t>
            </a:r>
          </a:p>
          <a:p xmlns:a="http://schemas.openxmlformats.org/drawingml/2006/main">
            <a:r>
              <a:t>}</a:t>
            </a:r>
          </a:p>
          <a:p xmlns:a="http://schemas.openxmlformats.org/drawingml/2006/main">
            <a:r>
              <a:t/>
            </a:r>
          </a:p>
          <a:p xmlns:a="http://schemas.openxmlformats.org/drawingml/2006/main">
            <a:r>
              <a:t>Interpretation / scope: Input/Event/Outcome are scenario semantics. Provider wires retain exact binding or testimony references. Disclosed operations are a subset; the complete Event is linked. Binding findings expose affected declared operations with amber inspection overlays, without adding provider nodes or edges. Their component shapes follow the same declared-binding rules as the complete execution circuit. Decorative contacts add no declared ports. No installation, execution or monotonic proof is asserted.</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"projection": {</a:t>
            </a:r>
          </a:p>
          <a:p xmlns:a="http://schemas.openxmlformats.org/drawingml/2006/main">
            <a:r>
              <a:t>    "contractId": "capability-blueprint-projection.v1",</a:t>
            </a:r>
          </a:p>
          <a:p xmlns:a="http://schemas.openxmlformats.org/drawingml/2006/main">
            <a:r>
              <a:t>    "altitude": "capability",</a:t>
            </a:r>
          </a:p>
          <a:p xmlns:a="http://schemas.openxmlformats.org/drawingml/2006/main">
            <a:r>
              <a:t>    "capabilityId": "read-capability-dsl-source",</a:t>
            </a:r>
          </a:p>
          <a:p xmlns:a="http://schemas.openxmlformats.org/drawingml/2006/main">
            <a:r>
              <a:t>    "scenarioId": "read-capability-dsl-source",</a:t>
            </a:r>
          </a:p>
          <a:p xmlns:a="http://schemas.openxmlformats.org/drawingml/2006/main">
            <a:r>
              <a:t>    "snapshotDigest": "734ca73fdf67e4726120180a2426181532ab2c9c02d15ae6c44a0d02aeaa1103",</a:t>
            </a:r>
          </a:p>
          <a:p xmlns:a="http://schemas.openxmlformats.org/drawingml/2006/main">
            <a:r>
              <a:t>    "nodes": [</a:t>
            </a:r>
          </a:p>
          <a:p xmlns:a="http://schemas.openxmlformats.org/drawingml/2006/main">
            <a:r>
              <a:t>      {</a:t>
            </a:r>
          </a:p>
          <a:p xmlns:a="http://schemas.openxmlformats.org/drawingml/2006/main">
            <a:r>
              <a:t>        "id": "scenario:read-capability-dsl-source",</a:t>
            </a:r>
          </a:p>
          <a:p xmlns:a="http://schemas.openxmlformats.org/drawingml/2006/main">
            <a:r>
              <a:t>        "kind": "scenario",</a:t>
            </a:r>
          </a:p>
          <a:p xmlns:a="http://schemas.openxmlformats.org/drawingml/2006/main">
            <a:r>
              <a:t>        "label": "Read capability dsl source",</a:t>
            </a:r>
          </a:p>
          <a:p xmlns:a="http://schemas.openxmlformats.org/drawingml/2006/main">
            <a:r>
              <a:t>        "ref": "graph:/scenarios/0",</a:t>
            </a:r>
          </a:p>
          <a:p xmlns:a="http://schemas.openxmlformats.org/drawingml/2006/main">
            <a:r>
              <a:t>        "scenarioId": "read-capability-dsl-source"</a:t>
            </a:r>
          </a:p>
          <a:p xmlns:a="http://schemas.openxmlformats.org/drawingml/2006/main">
            <a:r>
              <a:t>      },</a:t>
            </a:r>
          </a:p>
          <a:p xmlns:a="http://schemas.openxmlformats.org/drawingml/2006/main">
            <a:r>
              <a:t>      {</a:t>
            </a:r>
          </a:p>
          <a:p xmlns:a="http://schemas.openxmlformats.org/drawingml/2006/main">
            <a:r>
              <a:t>        "id": "provider:sda-declared-read-graph-provider.v1",</a:t>
            </a:r>
          </a:p>
          <a:p xmlns:a="http://schemas.openxmlformats.org/drawingml/2006/main">
            <a:r>
              <a:t>        "kind": "provider",</a:t>
            </a:r>
          </a:p>
          <a:p xmlns:a="http://schemas.openxmlformats.org/drawingml/2006/main">
            <a:r>
              <a:t>        "label": "Declared Read Graph Provider (query runner)",</a:t>
            </a:r>
          </a:p>
          <a:p xmlns:a="http://schemas.openxmlformats.org/drawingml/2006/main">
            <a:r>
              <a:t>        "ref": "graph:/interfaceAuthority/portBindings/1"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"scenario-provider:read-capability-dsl-source:provider:sda-declared-read-graph-provider.v1",</a:t>
            </a:r>
          </a:p>
          <a:p xmlns:a="http://schemas.openxmlformats.org/drawingml/2006/main">
            <a:r>
              <a:t>        "from": "scenario:read-capability-dsl-source",</a:t>
            </a:r>
          </a:p>
          <a:p xmlns:a="http://schemas.openxmlformats.org/drawingml/2006/main">
            <a:r>
              <a:t>        "to": "provider:sda-declared-read-graph-provider.v1",</a:t>
            </a:r>
          </a:p>
          <a:p xmlns:a="http://schemas.openxmlformats.org/drawingml/2006/main">
            <a:r>
              <a:t>        "kind": "scenario-provider",</a:t>
            </a:r>
          </a:p>
          <a:p xmlns:a="http://schemas.openxmlformats.org/drawingml/2006/main">
            <a:r>
              <a:t>        "collapsed": true,</a:t>
            </a:r>
          </a:p>
          <a:p xmlns:a="http://schemas.openxmlformats.org/drawingml/2006/main">
            <a:r>
              <a:t>        "label": "declared provider involvement",</a:t>
            </a:r>
          </a:p>
          <a:p xmlns:a="http://schemas.openxmlformats.org/drawingml/2006/main">
            <a:r>
              <a:t>        "basis": "owning scenario operations and explicit port bindings",</a:t>
            </a:r>
          </a:p>
          <a:p xmlns:a="http://schemas.openxmlformats.org/drawingml/2006/main">
            <a:r>
              <a:t>        "ref": "graph:/scenarios/0",</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"via": [</a:t>
            </a:r>
          </a:p>
          <a:p xmlns:a="http://schemas.openxmlformats.org/drawingml/2006/main">
            <a:r>
              <a:t>          {</a:t>
            </a:r>
          </a:p>
          <a:p xmlns:a="http://schemas.openxmlformats.org/drawingml/2006/main">
            <a:r>
              <a:t>            "operationId": "operation:read-capability-dsl-source.v1:1",</a:t>
            </a:r>
          </a:p>
          <a:p xmlns:a="http://schemas.openxmlformats.org/drawingml/2006/main">
            <a:r>
              <a:t>            "portId": "capability-dsl-source-read",</a:t>
            </a:r>
          </a:p>
          <a:p xmlns:a="http://schemas.openxmlformats.org/drawingml/2006/main">
            <a:r>
              <a:t>            "bindingId": "binding:capability-dsl-source-read",</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"scope": "Root-connected scenario topology and declared provider involvement; collapsed links retain exact operation and binding evidence, not observed execution.",</a:t>
            </a:r>
          </a:p>
          <a:p xmlns:a="http://schemas.openxmlformats.org/drawingml/2006/main">
            <a:r>
              <a:t>    "topologyDigest": "2bbf2c34dc23f540c80dc994ec69dfddb8430842d2dff3af48b9a6d5af0a825c"</a:t>
            </a:r>
          </a:p>
          <a:p xmlns:a="http://schemas.openxmlformats.org/drawingml/2006/main">
            <a:r>
              <a:t>  },</a:t>
            </a:r>
          </a:p>
          <a:p xmlns:a="http://schemas.openxmlformats.org/drawingml/2006/main">
            <a:r>
              <a:t>  "scenarioContext": [</a:t>
            </a:r>
          </a:p>
          <a:p xmlns:a="http://schemas.openxmlformats.org/drawingml/2006/main">
            <a:r>
              <a:t>    {</a:t>
            </a:r>
          </a:p>
          <a:p xmlns:a="http://schemas.openxmlformats.org/drawingml/2006/main">
            <a:r>
              <a:t>      "id": "read-capability-dsl-source",</a:t>
            </a:r>
          </a:p>
          <a:p xmlns:a="http://schemas.openxmlformats.org/drawingml/2006/main">
            <a:r>
              <a:t>      "name": "Read capability dsl source",</a:t>
            </a:r>
          </a:p>
          <a:p xmlns:a="http://schemas.openxmlformats.org/drawingml/2006/main">
            <a:r>
              <a:t>      "versionPk": "113594",</a:t>
            </a:r>
          </a:p>
          <a:p xmlns:a="http://schemas.openxmlformats.org/drawingml/2006/main">
            <a:r>
              <a:t>      "definitionDigest": "d8d861d6bb685aa9cbc3fd5e345c3a284cbb6b5d7e45662ed7ce903ee09830f1",</a:t>
            </a:r>
          </a:p>
          <a:p xmlns:a="http://schemas.openxmlformats.org/drawingml/2006/main">
            <a:r>
              <a:t>      "authorityId": "read-capability-dsl-source.v1",</a:t>
            </a:r>
          </a:p>
          <a:p xmlns:a="http://schemas.openxmlformats.org/drawingml/2006/main">
            <a:r>
              <a:t>      "eventId": "read-capability-dsl-source-requested",</a:t>
            </a:r>
          </a:p>
          <a:p xmlns:a="http://schemas.openxmlformats.org/drawingml/2006/main">
            <a:r>
              <a:t>      "inputId": "read-capability-dsl-source-request",</a:t>
            </a:r>
          </a:p>
          <a:p xmlns:a="http://schemas.openxmlformats.org/drawingml/2006/main">
            <a:r>
              <a:t>      "inputContractId": "read-capability-dsl-source-request.v1",</a:t>
            </a:r>
          </a:p>
          <a:p xmlns:a="http://schemas.openxmlformats.org/drawingml/2006/main">
            <a:r>
              <a:t>      "outcomeId": "read-capability-dsl-source",</a:t>
            </a:r>
          </a:p>
          <a:p xmlns:a="http://schemas.openxmlformats.org/drawingml/2006/main">
            <a:r>
              <a:t>      "outcomeContractId": "read-capability-dsl-source-result.v1",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"Read capability dsl source",</a:t>
            </a:r>
          </a:p>
          <a:p xmlns:a="http://schemas.openxmlformats.org/drawingml/2006/main">
            <a:r>
              <a:t>        "description": "",</a:t>
            </a:r>
          </a:p>
          <a:p xmlns:a="http://schemas.openxmlformats.org/drawingml/2006/main">
            <a:r>
              <a:t>        "tags": [</a:t>
            </a:r>
          </a:p>
          <a:p xmlns:a="http://schemas.openxmlformats.org/drawingml/2006/main">
            <a:r>
              <a:t>          "@capability:read-capability-dsl-source",</a:t>
            </a:r>
          </a:p>
          <a:p xmlns:a="http://schemas.openxmlformats.org/drawingml/2006/main">
            <a:r>
              <a:t>          "@event:read-capability-dsl-source-requested",</a:t>
            </a:r>
          </a:p>
          <a:p xmlns:a="http://schemas.openxmlformats.org/drawingml/2006/main">
            <a:r>
              <a:t>          "@event-authority:read-capability-dsl-source.v1",</a:t>
            </a:r>
          </a:p>
          <a:p xmlns:a="http://schemas.openxmlformats.org/drawingml/2006/main">
            <a:r>
              <a:t>          "@input:read-capability-dsl-source-request",</a:t>
            </a:r>
          </a:p>
          <a:p xmlns:a="http://schemas.openxmlformats.org/drawingml/2006/main">
            <a:r>
              <a:t>          "@input-contract:read-capability-dsl-source-request.v1",</a:t>
            </a:r>
          </a:p>
          <a:p xmlns:a="http://schemas.openxmlformats.org/drawingml/2006/main">
            <a:r>
              <a:t>          "@outcome:read-capability-dsl-source",</a:t>
            </a:r>
          </a:p>
          <a:p xmlns:a="http://schemas.openxmlformats.org/drawingml/2006/main">
            <a:r>
              <a:t>          "@outcome-contract:read-capability-dsl-source-result.v1",</a:t>
            </a:r>
          </a:p>
          <a:p xmlns:a="http://schemas.openxmlformats.org/drawingml/2006/main">
            <a:r>
              <a:t>          "@root-scenario:read-capability-dsl-source",</a:t>
            </a:r>
          </a:p>
          <a:p xmlns:a="http://schemas.openxmlformats.org/drawingml/2006/main">
            <a:r>
              <a:t>          "@scenario:read-capability-dsl-source",</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"capabilities authored from DSL exist in the estate with retained sources"</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"the retained sources are read over rows"</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"exact source bytes, digests and authoring references return"</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"capabilities authored from DSL exist in the estate with retained sources",</a:t>
            </a:r>
          </a:p>
          <a:p xmlns:a="http://schemas.openxmlformats.org/drawingml/2006/main">
            <a:r>
              <a:t>      "eventDescription": "the retained sources are read over rows",</a:t>
            </a:r>
          </a:p>
          <a:p xmlns:a="http://schemas.openxmlformats.org/drawingml/2006/main">
            <a:r>
              <a:t>      "outcomeDescription": "exact source bytes, digests and authoring references return",</a:t>
            </a:r>
          </a:p>
          <a:p xmlns:a="http://schemas.openxmlformats.org/drawingml/2006/main">
            <a:r>
              <a:t>      "terminalDisposition": "",</a:t>
            </a:r>
          </a:p>
          <a:p xmlns:a="http://schemas.openxmlformats.org/drawingml/2006/main">
            <a:r>
              <a:t>      "meaningSourceRef": "model:scenario_version/113594",</a:t>
            </a:r>
          </a:p>
          <a:p xmlns:a="http://schemas.openxmlformats.org/drawingml/2006/main">
            <a:r>
              <a:t>      "sourceRef": "graph:/scenarios/0",</a:t>
            </a:r>
          </a:p>
          <a:p xmlns:a="http://schemas.openxmlformats.org/drawingml/2006/main">
            <a:r>
              <a:t>      "ref": "graph:/scenarios/0",</a:t>
            </a:r>
          </a:p>
          <a:p xmlns:a="http://schemas.openxmlformats.org/drawingml/2006/main">
            <a:r>
              <a:t>      "root": true,</a:t>
            </a:r>
          </a:p>
          <a:p xmlns:a="http://schemas.openxmlformats.org/drawingml/2006/main">
            <a:r>
              <a:t>      "operationIds": [</a:t>
            </a:r>
          </a:p>
          <a:p xmlns:a="http://schemas.openxmlformats.org/drawingml/2006/main">
            <a:r>
              <a:t>        "operation:read-capability-dsl-source.v1:1"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"inputContract": {</a:t>
            </a:r>
          </a:p>
          <a:p xmlns:a="http://schemas.openxmlformats.org/drawingml/2006/main">
            <a:r>
              <a:t>    "id": "read-capability-dsl-source-request.v1",</a:t>
            </a:r>
          </a:p>
          <a:p xmlns:a="http://schemas.openxmlformats.org/drawingml/2006/main">
            <a:r>
              <a:t>    "schemaId": "",</a:t>
            </a:r>
          </a:p>
          <a:p xmlns:a="http://schemas.openxmlformats.org/drawingml/2006/main">
            <a:r>
              <a:t>    "title": "read-capability-dsl-source-request.v1",</a:t>
            </a:r>
          </a:p>
          <a:p xmlns:a="http://schemas.openxmlformats.org/drawingml/2006/main">
            <a:r>
              <a:t>    "type": "object",</a:t>
            </a:r>
          </a:p>
          <a:p xmlns:a="http://schemas.openxmlformats.org/drawingml/2006/main">
            <a:r>
              <a:t>    "required": [],</a:t>
            </a:r>
          </a:p>
          <a:p xmlns:a="http://schemas.openxmlformats.org/drawingml/2006/main">
            <a:r>
              <a:t>    "properties": [</a:t>
            </a:r>
          </a:p>
          <a:p xmlns:a="http://schemas.openxmlformats.org/drawingml/2006/main">
            <a:r>
              <a:t>      "capabilityId"</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"$/capabilityId",</a:t>
            </a:r>
          </a:p>
          <a:p xmlns:a="http://schemas.openxmlformats.org/drawingml/2006/main">
            <a:r>
              <a:t>        "type": "string",</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"minLength": 1,</a:t>
            </a:r>
          </a:p>
          <a:p xmlns:a="http://schemas.openxmlformats.org/drawingml/2006/main">
            <a:r>
              <a:t>        "maxLength": 200</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true,</a:t>
            </a:r>
          </a:p>
          <a:p xmlns:a="http://schemas.openxmlformats.org/drawingml/2006/main">
            <a:r>
              <a:t>      "witness": {},</a:t>
            </a:r>
          </a:p>
          <a:p xmlns:a="http://schemas.openxmlformats.org/drawingml/2006/main">
            <a:r>
              <a:t>      "rule": "empty-object-schema-witness.v1"</a:t>
            </a:r>
          </a:p>
          <a:p xmlns:a="http://schemas.openxmlformats.org/drawingml/2006/main">
            <a:r>
              <a:t>    },</a:t>
            </a:r>
          </a:p>
          <a:p xmlns:a="http://schemas.openxmlformats.org/drawingml/2006/main">
            <a:r>
              <a:t>    "schemaDigest": "752984d1c26b3ca3077f40b2066b9be8052afac0d1e658fa2266d9014730afe6",</a:t>
            </a:r>
          </a:p>
          <a:p xmlns:a="http://schemas.openxmlformats.org/drawingml/2006/main">
            <a:r>
              <a:t>    "sourceRef": "graph:/contractAuthorities/contracts/read-capability-dsl-source-request.v1"</a:t>
            </a:r>
          </a:p>
          <a:p xmlns:a="http://schemas.openxmlformats.org/drawingml/2006/main">
            <a:r>
              <a:t>  }</a:t>
            </a:r>
          </a:p>
          <a:p xmlns:a="http://schemas.openxmlformats.org/drawingml/2006/main">
            <a:r>
              <a:t>}</a:t>
            </a:r>
          </a:p>
          <a:p xmlns:a="http://schemas.openxmlformats.org/drawingml/2006/main">
            <a:r>
              <a:t/>
            </a:r>
          </a:p>
          <a:p xmlns:a="http://schemas.openxmlformats.org/drawingml/2006/main">
            <a:r>
              <a:t>Interpretation / scope: Only root-connected declared scenarios become scenario cards. Provider badges retain exact operation and binding paths, including testimony references. Input and outcome frames summarize the root scenario semantic contract; they do not prove execution routing or observed success. Selection denotes the drill-down target, not runtime state. Unconnected declarations remain in the inventory. No stages are promoted to scenarios.</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graph:/interfaceAuthority/portBindings/1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"contractId": "capability-blueprint-projection.v1",</a:t>
            </a:r>
          </a:p>
          <a:p xmlns:a="http://schemas.openxmlformats.org/drawingml/2006/main">
            <a:r>
              <a:t>  "altitude": "scenario",</a:t>
            </a:r>
          </a:p>
          <a:p xmlns:a="http://schemas.openxmlformats.org/drawingml/2006/main">
            <a:r>
              <a:t>  "capabilityId": "read-capability-dsl-source",</a:t>
            </a:r>
          </a:p>
          <a:p xmlns:a="http://schemas.openxmlformats.org/drawingml/2006/main">
            <a:r>
              <a:t>  "scenarioId": "read-capability-dsl-source",</a:t>
            </a:r>
          </a:p>
          <a:p xmlns:a="http://schemas.openxmlformats.org/drawingml/2006/main">
            <a:r>
              <a:t>  "snapshotDigest": "734ca73fdf67e4726120180a2426181532ab2c9c02d15ae6c44a0d02aeaa1103",</a:t>
            </a:r>
          </a:p>
          <a:p xmlns:a="http://schemas.openxmlformats.org/drawingml/2006/main">
            <a:r>
              <a:t>  "nodes": [</a:t>
            </a:r>
          </a:p>
          <a:p xmlns:a="http://schemas.openxmlformats.org/drawingml/2006/main">
            <a:r>
              <a:t>    {</a:t>
            </a:r>
          </a:p>
          <a:p xmlns:a="http://schemas.openxmlformats.org/drawingml/2006/main">
            <a:r>
              <a:t>      "id": "input:read-capability-dsl-source",</a:t>
            </a:r>
          </a:p>
          <a:p xmlns:a="http://schemas.openxmlformats.org/drawingml/2006/main">
            <a:r>
              <a:t>      "kind": "input",</a:t>
            </a:r>
          </a:p>
          <a:p xmlns:a="http://schemas.openxmlformats.org/drawingml/2006/main">
            <a:r>
              <a:t>      "label": "read-capability-dsl-source-request",</a:t>
            </a:r>
          </a:p>
          <a:p xmlns:a="http://schemas.openxmlformats.org/drawingml/2006/main">
            <a:r>
              <a:t>      "ref": "graph:/scenarios/0",</a:t>
            </a:r>
          </a:p>
          <a:p xmlns:a="http://schemas.openxmlformats.org/drawingml/2006/main">
            <a:r>
              <a:t>      "scenarioId": "read-capability-dsl-source",</a:t>
            </a:r>
          </a:p>
          <a:p xmlns:a="http://schemas.openxmlformats.org/drawingml/2006/main">
            <a:r>
              <a:t>      "description": "capabilities authored from DSL exist in the estate with retained sources",</a:t>
            </a:r>
          </a:p>
          <a:p xmlns:a="http://schemas.openxmlformats.org/drawingml/2006/main">
            <a:r>
              <a:t>      "contractId": "read-capability-dsl-source-request.v1"</a:t>
            </a:r>
          </a:p>
          <a:p xmlns:a="http://schemas.openxmlformats.org/drawingml/2006/main">
            <a:r>
              <a:t>    },</a:t>
            </a:r>
          </a:p>
          <a:p xmlns:a="http://schemas.openxmlformats.org/drawingml/2006/main">
            <a:r>
              <a:t>    {</a:t>
            </a:r>
          </a:p>
          <a:p xmlns:a="http://schemas.openxmlformats.org/drawingml/2006/main">
            <a:r>
              <a:t>      "id": "event:read-capability-dsl-source",</a:t>
            </a:r>
          </a:p>
          <a:p xmlns:a="http://schemas.openxmlformats.org/drawingml/2006/main">
            <a:r>
              <a:t>      "kind": "event",</a:t>
            </a:r>
          </a:p>
          <a:p xmlns:a="http://schemas.openxmlformats.org/drawingml/2006/main">
            <a:r>
              <a:t>      "label": "read-capability-dsl-source-requested",</a:t>
            </a:r>
          </a:p>
          <a:p xmlns:a="http://schemas.openxmlformats.org/drawingml/2006/main">
            <a:r>
              <a:t>      "ref": "graph:/scenarios/0",</a:t>
            </a:r>
          </a:p>
          <a:p xmlns:a="http://schemas.openxmlformats.org/drawingml/2006/main">
            <a:r>
              <a:t>      "scenarioId": "read-capability-dsl-source",</a:t>
            </a:r>
          </a:p>
          <a:p xmlns:a="http://schemas.openxmlformats.org/drawingml/2006/main">
            <a:r>
              <a:t>      "description": "the retained sources are read over rows",</a:t>
            </a:r>
          </a:p>
          <a:p xmlns:a="http://schemas.openxmlformats.org/drawingml/2006/main">
            <a:r>
              <a:t>      "authorityId": "read-capability-dsl-source.v1"</a:t>
            </a:r>
          </a:p>
          <a:p xmlns:a="http://schemas.openxmlformats.org/drawingml/2006/main">
            <a:r>
              <a:t>    },</a:t>
            </a:r>
          </a:p>
          <a:p xmlns:a="http://schemas.openxmlformats.org/drawingml/2006/main">
            <a:r>
              <a:t>    {</a:t>
            </a:r>
          </a:p>
          <a:p xmlns:a="http://schemas.openxmlformats.org/drawingml/2006/main">
            <a:r>
              <a:t>      "id": "outcome:read-capability-dsl-source",</a:t>
            </a:r>
          </a:p>
          <a:p xmlns:a="http://schemas.openxmlformats.org/drawingml/2006/main">
            <a:r>
              <a:t>      "kind": "terminal",</a:t>
            </a:r>
          </a:p>
          <a:p xmlns:a="http://schemas.openxmlformats.org/drawingml/2006/main">
            <a:r>
              <a:t>      "label": "read-capability-dsl-source",</a:t>
            </a:r>
          </a:p>
          <a:p xmlns:a="http://schemas.openxmlformats.org/drawingml/2006/main">
            <a:r>
              <a:t>      "ref": "graph:/scenarios/0",</a:t>
            </a:r>
          </a:p>
          <a:p xmlns:a="http://schemas.openxmlformats.org/drawingml/2006/main">
            <a:r>
              <a:t>      "scenarioId": "read-capability-dsl-source",</a:t>
            </a:r>
          </a:p>
          <a:p xmlns:a="http://schemas.openxmlformats.org/drawingml/2006/main">
            <a:r>
              <a:t>      "description": "exact source bytes, digests and authoring references return",</a:t>
            </a:r>
          </a:p>
          <a:p xmlns:a="http://schemas.openxmlformats.org/drawingml/2006/main">
            <a:r>
              <a:t>      "contractId": "read-capability-dsl-source-result.v1"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"B1",</a:t>
            </a:r>
          </a:p>
          <a:p xmlns:a="http://schemas.openxmlformats.org/drawingml/2006/main">
            <a:r>
              <a:t>      "from": "input:read-capability-dsl-source",</a:t>
            </a:r>
          </a:p>
          <a:p xmlns:a="http://schemas.openxmlformats.org/drawingml/2006/main">
            <a:r>
              <a:t>      "to": "event:read-capability-dsl-source",</a:t>
            </a:r>
          </a:p>
          <a:p xmlns:a="http://schemas.openxmlformats.org/drawingml/2006/main">
            <a:r>
              <a:t>      "kind": "semantic-input",</a:t>
            </a:r>
          </a:p>
          <a:p xmlns:a="http://schemas.openxmlformats.org/drawingml/2006/main">
            <a:r>
              <a:t>      "ref": "graph:/scenarios/0",</a:t>
            </a:r>
          </a:p>
          <a:p xmlns:a="http://schemas.openxmlformats.org/drawingml/2006/main">
            <a:r>
              <a:t>      "label": "Given → When",</a:t>
            </a:r>
          </a:p>
          <a:p xmlns:a="http://schemas.openxmlformats.org/drawingml/2006/main">
            <a:r>
              <a:t>      "basis": "scenario semantic positions"</a:t>
            </a:r>
          </a:p>
          <a:p xmlns:a="http://schemas.openxmlformats.org/drawingml/2006/main">
            <a:r>
              <a:t>    },</a:t>
            </a:r>
          </a:p>
          <a:p xmlns:a="http://schemas.openxmlformats.org/drawingml/2006/main">
            <a:r>
              <a:t>    {</a:t>
            </a:r>
          </a:p>
          <a:p xmlns:a="http://schemas.openxmlformats.org/drawingml/2006/main">
            <a:r>
              <a:t>      "id": "B2",</a:t>
            </a:r>
          </a:p>
          <a:p xmlns:a="http://schemas.openxmlformats.org/drawingml/2006/main">
            <a:r>
              <a:t>      "from": "event:read-capability-dsl-source",</a:t>
            </a:r>
          </a:p>
          <a:p xmlns:a="http://schemas.openxmlformats.org/drawingml/2006/main">
            <a:r>
              <a:t>      "to": "outcome:read-capability-dsl-source",</a:t>
            </a:r>
          </a:p>
          <a:p xmlns:a="http://schemas.openxmlformats.org/drawingml/2006/main">
            <a:r>
              <a:t>      "kind": "semantic-outcome",</a:t>
            </a:r>
          </a:p>
          <a:p xmlns:a="http://schemas.openxmlformats.org/drawingml/2006/main">
            <a:r>
              <a:t>      "ref": "graph:/scenarios/0",</a:t>
            </a:r>
          </a:p>
          <a:p xmlns:a="http://schemas.openxmlformats.org/drawingml/2006/main">
            <a:r>
              <a:t>      "label": "When → Then",</a:t>
            </a:r>
          </a:p>
          <a:p xmlns:a="http://schemas.openxmlformats.org/drawingml/2006/main">
            <a:r>
              <a:t>      "basis": "scenario semantic positions; not an execution receipt"</a:t>
            </a:r>
          </a:p>
          <a:p xmlns:a="http://schemas.openxmlformats.org/drawingml/2006/main">
            <a:r>
              <a:t>    }</a:t>
            </a:r>
          </a:p>
          <a:p xmlns:a="http://schemas.openxmlformats.org/drawingml/2006/main">
            <a:r>
              <a:t>  ],</a:t>
            </a:r>
          </a:p>
          <a:p xmlns:a="http://schemas.openxmlformats.org/drawingml/2006/main">
            <a:r>
              <a:t>  "scope": "Scenario semantic positions; not execution sequencing.",</a:t>
            </a:r>
          </a:p>
          <a:p xmlns:a="http://schemas.openxmlformats.org/drawingml/2006/main">
            <a:r>
              <a:t>  "topologyDigest": "4a332bcaaceea99fbac02b474692fcb8372ce8fe18ce382095f5ca8623c08651"</a:t>
            </a:r>
          </a:p>
          <a:p xmlns:a="http://schemas.openxmlformats.org/drawingml/2006/main">
            <a:r>
              <a:t>}</a:t>
            </a:r>
          </a:p>
          <a:p xmlns:a="http://schemas.openxmlformats.org/drawingml/2006/main">
            <a:r>
              <a:t/>
            </a:r>
          </a:p>
          <a:p xmlns:a="http://schemas.openxmlformats.org/drawingml/2006/main">
            <a:r>
              <a:t>Interpretation / scope: Scenario semantic positions; not execution sequencing.</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"contractId": "capability-blueprint-projection.v1",</a:t>
            </a:r>
          </a:p>
          <a:p xmlns:a="http://schemas.openxmlformats.org/drawingml/2006/main">
            <a:r>
              <a:t>  "altitude": "event",</a:t>
            </a:r>
          </a:p>
          <a:p xmlns:a="http://schemas.openxmlformats.org/drawingml/2006/main">
            <a:r>
              <a:t>  "capabilityId": "read-capability-dsl-source",</a:t>
            </a:r>
          </a:p>
          <a:p xmlns:a="http://schemas.openxmlformats.org/drawingml/2006/main">
            <a:r>
              <a:t>  "scenarioId": "read-capability-dsl-source",</a:t>
            </a:r>
          </a:p>
          <a:p xmlns:a="http://schemas.openxmlformats.org/drawingml/2006/main">
            <a:r>
              <a:t>  "snapshotDigest": "734ca73fdf67e4726120180a2426181532ab2c9c02d15ae6c44a0d02aeaa1103",</a:t>
            </a:r>
          </a:p>
          <a:p xmlns:a="http://schemas.openxmlformats.org/drawingml/2006/main">
            <a:r>
              <a:t>  "nodes": [</a:t>
            </a:r>
          </a:p>
          <a:p xmlns:a="http://schemas.openxmlformats.org/drawingml/2006/main">
            <a:r>
              <a:t>    {</a:t>
            </a:r>
          </a:p>
          <a:p xmlns:a="http://schemas.openxmlformats.org/drawingml/2006/main">
            <a:r>
              <a:t>      "id": "operation:read-capability-dsl-source.v1:1",</a:t>
            </a:r>
          </a:p>
          <a:p xmlns:a="http://schemas.openxmlformats.org/drawingml/2006/main">
            <a:r>
              <a:t>      "kind": "operation",</a:t>
            </a:r>
          </a:p>
          <a:p xmlns:a="http://schemas.openxmlformats.org/drawingml/2006/main">
            <a:r>
              <a:t>      "label": "capability-dsl-source-read",</a:t>
            </a:r>
          </a:p>
          <a:p xmlns:a="http://schemas.openxmlformats.org/drawingml/2006/main">
            <a:r>
              <a:t>      "ref": "graph:/executionAuthorities/0/operations/0",</a:t>
            </a:r>
          </a:p>
          <a:p xmlns:a="http://schemas.openxmlformats.org/drawingml/2006/main">
            <a:r>
              <a:t>      "semanticId": "read-capability-dsl-source.read",</a:t>
            </a:r>
          </a:p>
          <a:p xmlns:a="http://schemas.openxmlformats.org/drawingml/2006/main">
            <a:r>
              <a:t>      "scenarioId": "read-capability-dsl-source",</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"authorityId": "read-capability-dsl-source.v1",</a:t>
            </a:r>
          </a:p>
          <a:p xmlns:a="http://schemas.openxmlformats.org/drawingml/2006/main">
            <a:r>
              <a:t>      "operationKind": "invoke-port",</a:t>
            </a:r>
          </a:p>
          <a:p xmlns:a="http://schemas.openxmlformats.org/drawingml/2006/main">
            <a:r>
              <a:t>      "ordinal": 1,</a:t>
            </a:r>
          </a:p>
          <a:p xmlns:a="http://schemas.openxmlformats.org/drawingml/2006/main">
            <a:r>
              <a:t>      "portId": "capability-dsl-source-read",</a:t>
            </a:r>
          </a:p>
          <a:p xmlns:a="http://schemas.openxmlformats.org/drawingml/2006/main">
            <a:r>
              <a:t>      "variants": []</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"scope": "All selected Event operations; wires retain declared order, not proven runtime routing.",</a:t>
            </a:r>
          </a:p>
          <a:p xmlns:a="http://schemas.openxmlformats.org/drawingml/2006/main">
            <a:r>
              <a:t>  "topologyDigest": "658ae7b6764d039ef1a27cb886076e31bbd0034fd8cdd1ba457b1ad1f503142c"</a:t>
            </a:r>
          </a:p>
          <a:p xmlns:a="http://schemas.openxmlformats.org/drawingml/2006/main">
            <a:r>
              <a:t>}</a:t>
            </a:r>
          </a:p>
          <a:p xmlns:a="http://schemas.openxmlformats.org/drawingml/2006/main">
            <a:r>
              <a:t/>
            </a:r>
          </a:p>
          <a:p xmlns:a="http://schemas.openxmlformats.org/drawingml/2006/main">
            <a:r>
              <a:t>Interpretation / scope: All selected Event operations; wires retain declared order, not proven runtime routing. Rows are layout groups, not declared stages. Shapes follow exact platform bindings or operation kinds; unknown components remain unclassified. Glyph contacts are decorative, not additional declared ports. Action colors classify identifier prefixes only. All operation IDs and source edges are preserved. Canonical routing and monotonic proof remain unverified.</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"operation:read-capability-dsl-source.v1:1",</a:t>
            </a:r>
          </a:p>
          <a:p xmlns:a="http://schemas.openxmlformats.org/drawingml/2006/main">
            <a:r>
              <a:t>    "kind": "operation",</a:t>
            </a:r>
          </a:p>
          <a:p xmlns:a="http://schemas.openxmlformats.org/drawingml/2006/main">
            <a:r>
              <a:t>    "label": "capability-dsl-source-read",</a:t>
            </a:r>
          </a:p>
          <a:p xmlns:a="http://schemas.openxmlformats.org/drawingml/2006/main">
            <a:r>
              <a:t>    "ref": "graph:/executionAuthorities/0/operations/0",</a:t>
            </a:r>
          </a:p>
          <a:p xmlns:a="http://schemas.openxmlformats.org/drawingml/2006/main">
            <a:r>
              <a:t>    "semanticId": "read-capability-dsl-source.read",</a:t>
            </a:r>
          </a:p>
          <a:p xmlns:a="http://schemas.openxmlformats.org/drawingml/2006/main">
            <a:r>
              <a:t>    "scenarioId": "read-capability-dsl-source",</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"authorityId": "read-capability-dsl-source.v1",</a:t>
            </a:r>
          </a:p>
          <a:p xmlns:a="http://schemas.openxmlformats.org/drawingml/2006/main">
            <a:r>
              <a:t>    "operationKind": "invoke-port",</a:t>
            </a:r>
          </a:p>
          <a:p xmlns:a="http://schemas.openxmlformats.org/drawingml/2006/main">
            <a:r>
              <a:t>    "ordinal": 1,</a:t>
            </a:r>
          </a:p>
          <a:p xmlns:a="http://schemas.openxmlformats.org/drawingml/2006/main">
            <a:r>
              <a:t>    "portId": "capability-dsl-source-read",</a:t>
            </a:r>
          </a:p>
          <a:p xmlns:a="http://schemas.openxmlformats.org/drawingml/2006/main">
            <a:r>
              <a:t>    "variants":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contractId":"capability-blueprint-projection.v1","altitude":"provider","capabilityId":"read-capability-dsl-source","scenarioId":"read-capability-dsl-source","operationId":"operation:read-capability-dsl-source.v1:1","snapshotDigest":"734ca73fdf67e4726120180a2426181532ab2c9c02d15ae6c44a0d02aeaa1103","nodes":[{"id":"operation:read-capability-dsl-source.v1:1","kind":"operation","label":"capability-dsl-source-read","ref":"graph:/executionAuthorities/0/operations/0","semanticId":"read-capability-dsl-source.read","scenarioId":"read-capability-dsl-source","scenarioIds":["read-capability-dsl-source"],"authorityId":"read-capability-dsl-source.v1","operationKind":"invoke-port","ordinal":1,"portId":"capability-dsl-source-read","variants":[]},{"id":"port:capability-dsl-source-read","kind":"port","label":"capability-dsl-source-read","ref":"graph:/executionAuthorities/0/operations/0","portId":"capability-dsl-source-read"},{"id":"binding:capability-dsl-source-read","kind":"binding","label":"sda-embodiment-plan-port.v1","ref":"graph:/interfaceAuthority/portBindings/1","portId":"capability-dsl-source-read","platformCapabilityId":"sda-embodiment-plan-port.v1","declaredRead":true,"transformationId":"","configurationDigest":"e4fd1d1adaf3ec0a3b4180b7adadfb72f06a73b27883d054fc35c29afeed072d","invocationCondition":null,"nestedInvocation":null,"providerIds":["sda-declared-read-graph-provider.v1"],"endpoints":[],"credentialReferences":[],"realizations":[{"field":"module","value":"languages/typescript/runtimes/node/semantic-execution-graph-declared-read-provider.mjs","sourcePointer":"/estateProvider/module"},{"field":"export","value":"createDeclaredReadProvider","sourcePointer":"/estateProvider/export"}],"selectors":{},"inputAdmission":null,"sourceRef":"graph:/interfaceAuthority/portBindings/1","used":true},{"id":"platform:sda-embodiment-plan-port.v1","kind":"platform","label":"sda-embodiment-plan-port.v1","ref":"graph:/interfaceAuthority/portBindings/1"},{"id":"provider:sda-declared-read-graph-provider.v1","kind":"provider","label":"Declared Read Graph Provider (query runner)","ref":"graph:/interfaceAuthority/portBindings/1"}],"edges":[{"id":"B3","from":"operation:read-capability-dsl-source.v1:1","to":"port:capability-dsl-source-read","kind":"port","ref":"graph:/executionAuthorities/0/operations/0","label":"invokes port"},{"id":"B6","from":"port:capability-dsl-source-read","to":"binding:capability-dsl-source-read","kind":"binding","ref":"graph:/interfaceAuthority/portBindings/1","label":"bound to"},{"id":"B7","from":"binding:capability-dsl-source-read","to":"platform:sda-embodiment-plan-port.v1","kind":"realization","ref":"graph:/interfaceAuthority/portBindings/1","label":"platform capability"},{"id":"B8","from":"platform:sda-embodiment-plan-port.v1","to":"provider:sda-declared-read-graph-provider.v1","kind":"provider-selection","ref":"graph:/interfaceAuthority/portBindings/1","label":"declared provider","bindingId":"binding:capability-dsl-source-read","platformBound":true}],"scope":"Selected operation, explicit port and binding ownership.","topologyDigest":"8c8b2fa76320a7cf7b9c166045a300e7cd01a81928011ee6ef8248c89f9e37c1"}</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graph:/executionAuthorities/0/operations/0</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graph:/interfaceAuthority/portBindings/1</a:t>
            </a:r>
          </a:p>
          <a:p xmlns:a="http://schemas.openxmlformats.org/drawingml/2006/main">
            <a:r>
              <a:t>graph:/interfaceAuthority/portBindings/1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"provider": {</a:t>
            </a:r>
          </a:p>
          <a:p xmlns:a="http://schemas.openxmlformats.org/drawingml/2006/main">
            <a:r>
              <a:t>    "id": "provider:sda-declared-read-graph-provider.v1",</a:t>
            </a:r>
          </a:p>
          <a:p xmlns:a="http://schemas.openxmlformats.org/drawingml/2006/main">
            <a:r>
              <a:t>    "kind": "provider",</a:t>
            </a:r>
          </a:p>
          <a:p xmlns:a="http://schemas.openxmlformats.org/drawingml/2006/main">
            <a:r>
              <a:t>    "label": "Declared Read Graph Provider (query runner)",</a:t>
            </a:r>
          </a:p>
          <a:p xmlns:a="http://schemas.openxmlformats.org/drawingml/2006/main">
            <a:r>
              <a:t>    "ref": "graph:/interfaceAuthority/portBindings/1"</a:t>
            </a:r>
          </a:p>
          <a:p xmlns:a="http://schemas.openxmlformats.org/drawingml/2006/main">
            <a:r>
              <a:t>  },</a:t>
            </a:r>
          </a:p>
          <a:p xmlns:a="http://schemas.openxmlformats.org/drawingml/2006/main">
            <a:r>
              <a:t>  "uses": [</a:t>
            </a:r>
          </a:p>
          <a:p xmlns:a="http://schemas.openxmlformats.org/drawingml/2006/main">
            <a:r>
              <a:t>    {</a:t>
            </a:r>
          </a:p>
          <a:p xmlns:a="http://schemas.openxmlformats.org/drawingml/2006/main">
            <a:r>
              <a:t>      "operationId": "operation:read-capability-dsl-source.v1:1",</a:t>
            </a:r>
          </a:p>
          <a:p xmlns:a="http://schemas.openxmlformats.org/drawingml/2006/main">
            <a:r>
              <a:t>      "portId": "capability-dsl-source-read",</a:t>
            </a:r>
          </a:p>
          <a:p xmlns:a="http://schemas.openxmlformats.org/drawingml/2006/main">
            <a:r>
              <a:t>      "bindingId": "binding:capability-dsl-source-read",</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"scenarioId": "read-capability-dsl-source",</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"R01",</a:t>
            </a:r>
          </a:p>
          <a:p xmlns:a="http://schemas.openxmlformats.org/drawingml/2006/main">
            <a:r>
              <a:t>    "severity": "warning",</a:t>
            </a:r>
          </a:p>
          <a:p xmlns:a="http://schemas.openxmlformats.org/drawingml/2006/main">
            <a:r>
              <a:t>    "code": "BINDING_NOT_INVOKED",</a:t>
            </a:r>
          </a:p>
          <a:p xmlns:a="http://schemas.openxmlformats.org/drawingml/2006/main">
            <a:r>
              <a:t>    "message": "Binding read-capability-dsl-source-port has no invoking operation in the selected graph.",</a:t>
            </a:r>
          </a:p>
          <a:p xmlns:a="http://schemas.openxmlformats.org/drawingml/2006/main">
            <a:r>
              <a:t>    "nodeIds": [</a:t>
            </a:r>
          </a:p>
          <a:p xmlns:a="http://schemas.openxmlformats.org/drawingml/2006/main">
            <a:r>
              <a:t>      "binding:read-capability-dsl-source-port"</a:t>
            </a:r>
          </a:p>
          <a:p xmlns:a="http://schemas.openxmlformats.org/drawingml/2006/main">
            <a:r>
              <a:t>    ],</a:t>
            </a:r>
          </a:p>
          <a:p xmlns:a="http://schemas.openxmlformats.org/drawingml/2006/main">
            <a:r>
              <a:t>    "sourceRefs": [</a:t>
            </a:r>
          </a:p>
          <a:p xmlns:a="http://schemas.openxmlformats.org/drawingml/2006/main">
            <a:r>
              <a:t>      "graph:/interfaceAuthority/portBindings/0"</a:t>
            </a:r>
          </a:p>
          <a:p xmlns:a="http://schemas.openxmlformats.org/drawingml/2006/main">
            <a:r>
              <a:t>    ],</a:t>
            </a:r>
          </a:p>
          <a:p xmlns:a="http://schemas.openxmlformats.org/drawingml/2006/main">
            <a:r>
              <a:t>    "resolvedNodeIds": [</a:t>
            </a:r>
          </a:p>
          <a:p xmlns:a="http://schemas.openxmlformats.org/drawingml/2006/main">
            <a:r>
              <a:t>      "binding:read-capability-dsl-source-port"</a:t>
            </a:r>
          </a:p>
          <a:p xmlns:a="http://schemas.openxmlformats.org/drawingml/2006/main">
            <a:r>
              <a:t>    ],</a:t>
            </a:r>
          </a:p>
          <a:p xmlns:a="http://schemas.openxmlformats.org/drawingml/2006/main">
            <a:r>
              <a:t>    "scenarioIds": [],</a:t>
            </a:r>
          </a:p>
          <a:p xmlns:a="http://schemas.openxmlformats.org/drawingml/2006/main">
            <a:r>
              <a:t>    "addressStatus": "LOCATED",</a:t>
            </a:r>
          </a:p>
          <a:p xmlns:a="http://schemas.openxmlformats.org/drawingml/2006/main">
            <a:r>
              <a:t>    "repair": {</a:t>
            </a:r>
          </a:p>
          <a:p xmlns:a="http://schemas.openxmlformats.org/drawingml/2006/main">
            <a:r>
              <a:t>      "status": "MAPPED",</a:t>
            </a:r>
          </a:p>
          <a:p xmlns:a="http://schemas.openxmlformats.org/drawingml/2006/main">
            <a:r>
              <a:t>      "declaration": {</a:t>
            </a:r>
          </a:p>
          <a:p xmlns:a="http://schemas.openxmlformats.org/drawingml/2006/main">
            <a:r>
              <a:t>        "findingCode": "BINDING_NOT_INVOKED",</a:t>
            </a:r>
          </a:p>
          <a:p xmlns:a="http://schemas.openxmlformats.org/drawingml/2006/main">
            <a:r>
              <a:t>        "disposition": "REPAIR",</a:t>
            </a:r>
          </a:p>
          <a:p xmlns:a="http://schemas.openxmlformats.org/drawingml/2006/main">
            <a:r>
              <a:t>        "repairProcedure": "model.remove_scenario_operations",</a:t>
            </a:r>
          </a:p>
          <a:p xmlns:a="http://schemas.openxmlformats.org/drawingml/2006/main">
            <a:r>
              <a:t>        "parameterContract": "blueprint-finding-repair-parameters.v1",</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"parameterDefaults": {</a:t>
            </a:r>
          </a:p>
          <a:p xmlns:a="http://schemas.openxmlformats.org/drawingml/2006/main">
            <a:r>
              <a:t>          "operation_ids": null,</a:t>
            </a:r>
          </a:p>
          <a:p xmlns:a="http://schemas.openxmlformats.org/drawingml/2006/main">
            <a:r>
              <a:t>          "remove_uninvoked_bindings": true</a:t>
            </a:r>
          </a:p>
          <a:p xmlns:a="http://schemas.openxmlformats.org/drawingml/2006/main">
            <a:r>
              <a:t>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"R02",</a:t>
            </a:r>
          </a:p>
          <a:p xmlns:a="http://schemas.openxmlformats.org/drawingml/2006/main">
            <a:r>
              <a:t>    "severity": "warning",</a:t>
            </a:r>
          </a:p>
          <a:p xmlns:a="http://schemas.openxmlformats.org/drawingml/2006/main">
            <a:r>
              <a:t>    "code": "CANONICAL_BLUEPRINT_EDGES_NOT_AVAILABLE",</a:t>
            </a:r>
          </a:p>
          <a:p xmlns:a="http://schemas.openxmlformats.org/drawingml/2006/main">
            <a:r>
              <a:t>    "message": "No selected canonical blueprint with edge records was returned. Operation order is not a proof of complete canonical semantics.",</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"CANONICAL_BLUEPRINT_EDGES_NOT_AVAILABLE",</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"R03",</a:t>
            </a:r>
          </a:p>
          <a:p xmlns:a="http://schemas.openxmlformats.org/drawingml/2006/main">
            <a:r>
              <a:t>    "severity": "warning",</a:t>
            </a:r>
          </a:p>
          <a:p xmlns:a="http://schemas.openxmlformats.org/drawingml/2006/main">
            <a:r>
              <a:t>    "code": "OBSERVABILITY_CONTRACT_NOT_RETAINED",</a:t>
            </a:r>
          </a:p>
          <a:p xmlns:a="http://schemas.openxmlformats.org/drawingml/2006/main">
            <a:r>
              <a:t>    "message": "The reader did not retain a per-cell observation contract. Runtime state is separate and unobserved.",</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"OBSERVABILITY_CONTRACT_NOT_RETAINED",</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"R04",</a:t>
            </a:r>
          </a:p>
          <a:p xmlns:a="http://schemas.openxmlformats.org/drawingml/2006/main">
            <a:r>
              <a:t>    "severity": "warning",</a:t>
            </a:r>
          </a:p>
          <a:p xmlns:a="http://schemas.openxmlformats.org/drawingml/2006/main">
            <a:r>
              <a:t>    "code": "MONOTONIC_PROGRESS_NOT_PROVEN",</a:t>
            </a:r>
          </a:p>
          <a:p xmlns:a="http://schemas.openxmlformats.org/drawingml/2006/main">
            <a:r>
              <a:t>    "message": "No complete semantic-progress proof was retained. Forward placement must not imply proven monotonicity.",</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"MONOTONIC_PROGRESS_NOT_PROVEN",</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"binding:read-capability-dsl-source-port",</a:t>
            </a:r>
          </a:p>
          <a:p xmlns:a="http://schemas.openxmlformats.org/drawingml/2006/main">
            <a:r>
              <a:t>    "kind": "binding",</a:t>
            </a:r>
          </a:p>
          <a:p xmlns:a="http://schemas.openxmlformats.org/drawingml/2006/main">
            <a:r>
              <a:t>    "label": "sda-authority-transformation-port.v1",</a:t>
            </a:r>
          </a:p>
          <a:p xmlns:a="http://schemas.openxmlformats.org/drawingml/2006/main">
            <a:r>
              <a:t>    "ref": "graph:/interfaceAuthority/portBindings/0",</a:t>
            </a:r>
          </a:p>
          <a:p xmlns:a="http://schemas.openxmlformats.org/drawingml/2006/main">
            <a:r>
              <a:t>    "portId": "read-capability-dsl-source-port",</a:t>
            </a:r>
          </a:p>
          <a:p xmlns:a="http://schemas.openxmlformats.org/drawingml/2006/main">
            <a:r>
              <a:t>    "platformCapabilityId": "sda-authority-transformation-port.v1",</a:t>
            </a:r>
          </a:p>
          <a:p xmlns:a="http://schemas.openxmlformats.org/drawingml/2006/main">
            <a:r>
              <a:t>    "declaredRead": false,</a:t>
            </a:r>
          </a:p>
          <a:p xmlns:a="http://schemas.openxmlformats.org/drawingml/2006/main">
            <a:r>
              <a:t>    "transformationId": "read-capability-dsl-source-transform.v1",</a:t>
            </a:r>
          </a:p>
          <a:p xmlns:a="http://schemas.openxmlformats.org/drawingml/2006/main">
            <a:r>
              <a:t>    "configurationDigest": "24a38bdedf944ada8568c6977dcdb217d18c3c6b72c270453221fb5407673308",</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"selectors": {</a:t>
            </a:r>
          </a:p>
          <a:p xmlns:a="http://schemas.openxmlformats.org/drawingml/2006/main">
            <a:r>
              <a:t>      "transformationId": "read-capability-dsl-source-transform.v1"</a:t>
            </a:r>
          </a:p>
          <a:p xmlns:a="http://schemas.openxmlformats.org/drawingml/2006/main">
            <a:r>
              <a:t>    },</a:t>
            </a:r>
          </a:p>
          <a:p xmlns:a="http://schemas.openxmlformats.org/drawingml/2006/main">
            <a:r>
              <a:t>    "inputAdmission": null,</a:t>
            </a:r>
          </a:p>
          <a:p xmlns:a="http://schemas.openxmlformats.org/drawingml/2006/main">
            <a:r>
              <a:t>    "sourceRef": "graph:/interfaceAuthority/portBindings/0",</a:t>
            </a:r>
          </a:p>
          <a:p xmlns:a="http://schemas.openxmlformats.org/drawingml/2006/main">
            <a:r>
              <a:t>    "used": false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Feature parse</a:t>
            </a:r>
          </a:p>
          <a:p xmlns:a="http://schemas.openxmlformats.org/drawingml/2006/main">
            <a:r>
              <a:t>What need and feature frame this capability?</a:t>
            </a:r>
          </a:p>
          <a:p xmlns:a="http://schemas.openxmlformats.org/drawingml/2006/main">
            <a:r>
              <a:t>Write the configured text to standard output</a:t>
            </a:r>
          </a:p>
          <a:p xmlns:a="http://schemas.openxmlformats.org/drawingml/2006/main">
            <a:r>
              <a:t/>
            </a:r>
          </a:p>
          <a:p xmlns:a="http://schemas.openxmlformats.org/drawingml/2006/main">
            <a:r>
              <a:t>2. Capability meaning</a:t>
            </a:r>
          </a:p>
          <a:p xmlns:a="http://schemas.openxmlformats.org/drawingml/2006/main">
            <a:r>
              <a:t>Who needs the capability, for what purpose and outcome?</a:t>
            </a:r>
          </a:p>
          <a:p xmlns:a="http://schemas.openxmlformats.org/drawingml/2006/main">
            <a:r>
              <a:t>Read the DSL authoring sources retained at capability authoring time, byte-exact with digests and authoring references</a:t>
            </a:r>
          </a:p>
          <a:p xmlns:a="http://schemas.openxmlformats.org/drawingml/2006/main">
            <a:r>
              <a:t/>
            </a:r>
          </a:p>
          <a:p xmlns:a="http://schemas.openxmlformats.org/drawingml/2006/main">
            <a:r>
              <a:t>3. Scenario inputs/events/outcomes</a:t>
            </a:r>
          </a:p>
          <a:p xmlns:a="http://schemas.openxmlformats.org/drawingml/2006/main">
            <a:r>
              <a:t>What enters, what happens, and what can leave?</a:t>
            </a:r>
          </a:p>
          <a:p xmlns:a="http://schemas.openxmlformats.org/drawingml/2006/main">
            <a:r>
              <a:t>1 scenarios; 1 with authored steps; 0 transitions.</a:t>
            </a:r>
          </a:p>
          <a:p xmlns:a="http://schemas.openxmlformats.org/drawingml/2006/main">
            <a:r>
              <a:t/>
            </a:r>
          </a:p>
          <a:p xmlns:a="http://schemas.openxmlformats.org/drawingml/2006/main">
            <a:r>
              <a:t>4. Contracts and schemas</a:t>
            </a:r>
          </a:p>
          <a:p xmlns:a="http://schemas.openxmlformats.org/drawingml/2006/main">
            <a:r>
              <a:t>What makes each input or outcome well formed?</a:t>
            </a:r>
          </a:p>
          <a:p xmlns:a="http://schemas.openxmlformats.org/drawingml/2006/main">
            <a:r>
              <a:t>2 contracts with field types, required members and retained constraints.</a:t>
            </a:r>
          </a:p>
          <a:p xmlns:a="http://schemas.openxmlformats.org/drawingml/2006/main">
            <a:r>
              <a:t/>
            </a:r>
          </a:p>
          <a:p xmlns:a="http://schemas.openxmlformats.org/drawingml/2006/main">
            <a:r>
              <a:t>5. Semantic authority envelope</a:t>
            </a:r>
          </a:p>
          <a:p xmlns:a="http://schemas.openxmlformats.org/drawingml/2006/main">
            <a:r>
              <a:t>Which selected definitions establish the meaning?</a:t>
            </a:r>
          </a:p>
          <a:p xmlns:a="http://schemas.openxmlformats.org/drawingml/2006/main">
            <a:r>
              <a:t>Estate 34; capability version 4852209; selected definition 242218.</a:t>
            </a:r>
          </a:p>
          <a:p xmlns:a="http://schemas.openxmlformats.org/drawingml/2006/main">
            <a:r>
              <a:t/>
            </a:r>
          </a:p>
          <a:p xmlns:a="http://schemas.openxmlformats.org/drawingml/2006/main">
            <a:r>
              <a:t>6. Transformation AST</a:t>
            </a:r>
          </a:p>
          <a:p xmlns:a="http://schemas.openxmlformats.org/drawingml/2006/main">
            <a:r>
              <a:t>How are declared values transformed?</a:t>
            </a:r>
          </a:p>
          <a:p xmlns:a="http://schemas.openxmlformats.org/drawingml/2006/main">
            <a:r>
              <a:t>1 transformations; 5 expression nodes.</a:t>
            </a:r>
          </a:p>
          <a:p xmlns:a="http://schemas.openxmlformats.org/drawingml/2006/main">
            <a:r>
              <a:t/>
            </a:r>
          </a:p>
          <a:p xmlns:a="http://schemas.openxmlformats.org/drawingml/2006/main">
            <a:r>
              <a:t>Interpretation / scope: The numbered rail organizes explanatory context. It is not an execution path or evidence that authoring stages were completed.</a:t>
            </a:r>
          </a:p>
          <a:p xmlns:a="http://schemas.openxmlformats.org/drawingml/2006/main">
            <a:r>
              <a:t/>
            </a:r>
          </a:p>
          <a:p xmlns:a="http://schemas.openxmlformats.org/drawingml/2006/main">
            <a:r>
              <a:t>Evidence references:</a:t>
            </a:r>
          </a:p>
          <a:p xmlns:a="http://schemas.openxmlformats.org/drawingml/2006/main">
            <a:r>
              <a:t>model:scenario_version/91972</a:t>
            </a:r>
          </a:p>
          <a:p xmlns:a="http://schemas.openxmlformats.org/drawingml/2006/main">
            <a:r>
              <a:t>model:feature_version/183046</a:t>
            </a:r>
          </a:p>
          <a:p xmlns:a="http://schemas.openxmlformats.org/drawingml/2006/main">
            <a:r>
              <a:t>model:scenario_version/91973</a:t>
            </a:r>
          </a:p>
          <a:p xmlns:a="http://schemas.openxmlformats.org/drawingml/2006/main">
            <a:r>
              <a:t>model:semantic_object_definition/242218/semantics/authority</a:t>
            </a:r>
          </a:p>
          <a:p xmlns:a="http://schemas.openxmlformats.org/drawingml/2006/main">
            <a:r>
              <a:t>model:scenario_version/91974</a:t>
            </a:r>
          </a:p>
          <a:p xmlns:a="http://schemas.openxmlformats.org/drawingml/2006/main">
            <a:r>
              <a:t>graph:/scenarios/0</a:t>
            </a:r>
          </a:p>
          <a:p xmlns:a="http://schemas.openxmlformats.org/drawingml/2006/main">
            <a:r>
              <a:t>model:scenario_version/91975</a:t>
            </a:r>
          </a:p>
          <a:p xmlns:a="http://schemas.openxmlformats.org/drawingml/2006/main">
            <a:r>
              <a:t>graph:/contractAuthorities/contracts/read-capability-dsl-source-request.v1</a:t>
            </a:r>
          </a:p>
          <a:p xmlns:a="http://schemas.openxmlformats.org/drawingml/2006/main">
            <a:r>
              <a:t>graph:/contractAuthorities/contracts/read-capability-dsl-source-result.v1</a:t>
            </a:r>
          </a:p>
          <a:p xmlns:a="http://schemas.openxmlformats.org/drawingml/2006/main">
            <a:r>
              <a:t>model:scenario_version/91976</a:t>
            </a:r>
          </a:p>
          <a:p xmlns:a="http://schemas.openxmlformats.org/drawingml/2006/main">
            <a:r>
              <a:t>model:scenario_version/91977</a:t>
            </a:r>
          </a:p>
          <a:p xmlns:a="http://schemas.openxmlformats.org/drawingml/2006/main">
            <a:r>
              <a:t>graph:/semanticTransformations/0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Execution authorities and ports</a:t>
            </a:r>
          </a:p>
          <a:p xmlns:a="http://schemas.openxmlformats.org/drawingml/2006/main">
            <a:r>
              <a:t>Which operations and calls form the circuit?</a:t>
            </a:r>
          </a:p>
          <a:p xmlns:a="http://schemas.openxmlformats.org/drawingml/2006/main">
            <a:r>
              <a:t>1 execution authorities; 1 declared operations.</a:t>
            </a:r>
          </a:p>
          <a:p xmlns:a="http://schemas.openxmlformats.org/drawingml/2006/main">
            <a:r>
              <a:t/>
            </a:r>
          </a:p>
          <a:p xmlns:a="http://schemas.openxmlformats.org/drawingml/2006/main">
            <a:r>
              <a:t>8. Providers, bindings, overlays</a:t>
            </a:r>
          </a:p>
          <a:p xmlns:a="http://schemas.openxmlformats.org/drawingml/2006/main">
            <a:r>
              <a:t>Which provider or platform realizes each port?</a:t>
            </a:r>
          </a:p>
          <a:p xmlns:a="http://schemas.openxmlformats.org/drawingml/2006/main">
            <a:r>
              <a:t>2 port bindings in the selected interface authority.</a:t>
            </a:r>
          </a:p>
          <a:p xmlns:a="http://schemas.openxmlformats.org/drawingml/2006/main">
            <a:r>
              <a:t/>
            </a:r>
          </a:p>
          <a:p xmlns:a="http://schemas.openxmlformats.org/drawingml/2006/main">
            <a:r>
              <a:t>9. Interface and CLI display</a:t>
            </a:r>
          </a:p>
          <a:p xmlns:a="http://schemas.openxmlformats.org/drawingml/2006/main">
            <a:r>
              <a:t>How is the capability exposed to a person or caller?</a:t>
            </a:r>
          </a:p>
          <a:p xmlns:a="http://schemas.openxmlformats.org/drawingml/2006/main">
            <a:r>
              <a:t>1 interfaces with declared input, display and root selection.</a:t>
            </a:r>
          </a:p>
          <a:p xmlns:a="http://schemas.openxmlformats.org/drawingml/2006/main">
            <a:r>
              <a:t/>
            </a:r>
          </a:p>
          <a:p xmlns:a="http://schemas.openxmlformats.org/drawingml/2006/main">
            <a:r>
              <a:t>10. Fixtures and proof</a:t>
            </a:r>
          </a:p>
          <a:p xmlns:a="http://schemas.openxmlformats.org/drawingml/2006/main">
            <a:r>
              <a:t>What expectations and proof obligations are declared?</a:t>
            </a:r>
          </a:p>
          <a:p xmlns:a="http://schemas.openxmlformats.org/drawingml/2006/main">
            <a:r>
              <a:t>0 fixture case(s); 0 proof obligation(s). These are declarations, not test results.</a:t>
            </a:r>
          </a:p>
          <a:p xmlns:a="http://schemas.openxmlformats.org/drawingml/2006/main">
            <a:r>
              <a:t/>
            </a:r>
          </a:p>
          <a:p xmlns:a="http://schemas.openxmlformats.org/drawingml/2006/main">
            <a:r>
              <a:t>11. Alignment evaluation</a:t>
            </a:r>
          </a:p>
          <a:p xmlns:a="http://schemas.openxmlformats.org/drawingml/2006/main">
            <a:r>
              <a:t>What evidence supports consistency across the layers?</a:t>
            </a:r>
          </a:p>
          <a:p xmlns:a="http://schemas.openxmlformats.org/drawingml/2006/main">
            <a:r>
              <a:t>Reference checks are derived; no alignment receipt was read.</a:t>
            </a:r>
          </a:p>
          <a:p xmlns:a="http://schemas.openxmlformats.org/drawingml/2006/main">
            <a:r>
              <a:t/>
            </a:r>
          </a:p>
          <a:p xmlns:a="http://schemas.openxmlformats.org/drawingml/2006/main">
            <a:r>
              <a:t>Interpretation / scope: The numbered rail organizes explanatory context. It is not an execution path or evidence that authoring stages were completed.</a:t>
            </a:r>
          </a:p>
          <a:p xmlns:a="http://schemas.openxmlformats.org/drawingml/2006/main">
            <a:r>
              <a:t/>
            </a:r>
          </a:p>
          <a:p xmlns:a="http://schemas.openxmlformats.org/drawingml/2006/main">
            <a:r>
              <a:t>Evidence references:</a:t>
            </a:r>
          </a:p>
          <a:p xmlns:a="http://schemas.openxmlformats.org/drawingml/2006/main">
            <a:r>
              <a:t>model:scenario_version/91978</a:t>
            </a:r>
          </a:p>
          <a:p xmlns:a="http://schemas.openxmlformats.org/drawingml/2006/main">
            <a:r>
              <a:t>graph:/executionAuthorities/0</a:t>
            </a:r>
          </a:p>
          <a:p xmlns:a="http://schemas.openxmlformats.org/drawingml/2006/main">
            <a:r>
              <a:t>model:scenario_version/91979</a:t>
            </a:r>
          </a:p>
          <a:p xmlns:a="http://schemas.openxmlformats.org/drawingml/2006/main">
            <a:r>
              <a:t>graph:/interfaceAuthority/portBindings/0</a:t>
            </a:r>
          </a:p>
          <a:p xmlns:a="http://schemas.openxmlformats.org/drawingml/2006/main">
            <a:r>
              <a:t>graph:/interfaceAuthority/portBindings/1</a:t>
            </a:r>
          </a:p>
          <a:p xmlns:a="http://schemas.openxmlformats.org/drawingml/2006/main">
            <a:r>
              <a:t>model:scenario_version/91980</a:t>
            </a:r>
          </a:p>
          <a:p xmlns:a="http://schemas.openxmlformats.org/drawingml/2006/main">
            <a:r>
              <a:t>graph:/interfaceAuthority/interfaces/0</a:t>
            </a:r>
          </a:p>
          <a:p xmlns:a="http://schemas.openxmlformats.org/drawingml/2006/main">
            <a:r>
              <a:t>model:scenario_version/91981</a:t>
            </a:r>
          </a:p>
          <a:p xmlns:a="http://schemas.openxmlformats.org/drawingml/2006/main">
            <a:r>
              <a:t>model:scenario_version/91982</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configured text to standard output</a:t>
            </a:r>
          </a:p>
          <a:p xmlns:a="http://schemas.openxmlformats.org/drawingml/2006/main">
            <a:r>
              <a:t>[</a:t>
            </a:r>
          </a:p>
          <a:p xmlns:a="http://schemas.openxmlformats.org/drawingml/2006/main">
            <a:r>
              <a:t>  {</a:t>
            </a:r>
          </a:p>
          <a:p xmlns:a="http://schemas.openxmlformats.org/drawingml/2006/main">
            <a:r>
              <a:t>    "id": "read-capability-dsl-source",</a:t>
            </a:r>
          </a:p>
          <a:p xmlns:a="http://schemas.openxmlformats.org/drawingml/2006/main">
            <a:r>
              <a:t>    "name": "read-capability-dsl-source",</a:t>
            </a:r>
          </a:p>
          <a:p xmlns:a="http://schemas.openxmlformats.org/drawingml/2006/main">
            <a:r>
              <a:t>    "role": "CANONICAL",</a:t>
            </a:r>
          </a:p>
          <a:p xmlns:a="http://schemas.openxmlformats.org/drawingml/2006/main">
            <a:r>
              <a:t>    "versionPk": "183046",</a:t>
            </a:r>
          </a:p>
          <a:p xmlns:a="http://schemas.openxmlformats.org/drawingml/2006/main">
            <a:r>
              <a:t>    "definitionDigest": "4a76a7b213cab2ff265df34588cf551175c6c0be8cced832173247f64572824e",</a:t>
            </a:r>
          </a:p>
          <a:p xmlns:a="http://schemas.openxmlformats.org/drawingml/2006/main">
            <a:r>
              <a:t>    "title": "read-capability-dsl-source greeting",</a:t>
            </a:r>
          </a:p>
          <a:p xmlns:a="http://schemas.openxmlformats.org/drawingml/2006/main">
            <a:r>
              <a:t>    "description": "A caller supplies a name and receives the configured greeting with that name substituted.",</a:t>
            </a:r>
          </a:p>
          <a:p xmlns:a="http://schemas.openxmlformats.org/drawingml/2006/main">
            <a:r>
              <a:t>    "language": "en",</a:t>
            </a:r>
          </a:p>
          <a:p xmlns:a="http://schemas.openxmlformats.org/drawingml/2006/main">
            <a:r>
              <a:t>    "tags": [],</a:t>
            </a:r>
          </a:p>
          <a:p xmlns:a="http://schemas.openxmlformats.org/drawingml/2006/main">
            <a:r>
              <a:t>    "sourceTitle": "Write the configured text to standard output",</a:t>
            </a:r>
          </a:p>
          <a:p xmlns:a="http://schemas.openxmlformats.org/drawingml/2006/main">
            <a:r>
              <a:t>    "sourceNarrative": "",</a:t>
            </a:r>
          </a:p>
          <a:p xmlns:a="http://schemas.openxmlformats.org/drawingml/2006/main">
            <a:r>
              <a:t>    "sourcePath": "features/read-capability-dsl-source.feature",</a:t>
            </a:r>
          </a:p>
          <a:p xmlns:a="http://schemas.openxmlformats.org/drawingml/2006/main">
            <a:r>
              <a:t>    "sourceText": "@capability:read-capability-dsl-source\n@root-scenario:read-capability-dsl-source\nFeature: Write the configured text to standard output\n\n  @scenario:read-capability-dsl-source\n  @input:read-capability-dsl-source-request\n  @input-contract:read-capability-dsl-source-request.v1\n  @event:read-capability-dsl-source\n  @event-authority:read-capability-dsl-source.v1\n  @outcome:read-capability-dsl-source-greeting\n  @outcome-contract:read-capability-dsl-source-greeting.v1\n  @outcome-terminal\n  Scenario: Write the database-defined message\n    Given the message configured in the database\n    When the sda-json-cli.v1 standard-output interface executes with that message\n    Then the caller observes the greeting for the supplied name on standard output\n",</a:t>
            </a:r>
          </a:p>
          <a:p xmlns:a="http://schemas.openxmlformats.org/drawingml/2006/main">
            <a:r>
              <a:t>    "sourceContentDigest": "11a34261d252dae3a2e0c785fd87ad324473715ca86ecc0a1f219ae6536cee5b",</a:t>
            </a:r>
          </a:p>
          <a:p xmlns:a="http://schemas.openxmlformats.org/drawingml/2006/main">
            <a:r>
              <a:t>    "sourceContentRef": "source:content_object/221854",</a:t>
            </a:r>
          </a:p>
          <a:p xmlns:a="http://schemas.openxmlformats.org/drawingml/2006/main">
            <a:r>
              <a:t>    "selectionSource": "estate_capability_feature",</a:t>
            </a:r>
          </a:p>
          <a:p xmlns:a="http://schemas.openxmlformats.org/drawingml/2006/main">
            <a:r>
              <a:t>    "versionBound": true,</a:t>
            </a:r>
          </a:p>
          <a:p xmlns:a="http://schemas.openxmlformats.org/drawingml/2006/main">
            <a:r>
              <a:t>    "scenarios": [</a:t>
            </a:r>
          </a:p>
          <a:p xmlns:a="http://schemas.openxmlformats.org/drawingml/2006/main">
            <a:r>
              <a:t>      {</a:t>
            </a:r>
          </a:p>
          <a:p xmlns:a="http://schemas.openxmlformats.org/drawingml/2006/main">
            <a:r>
              <a:t>        "id": "read-capability-dsl-source",</a:t>
            </a:r>
          </a:p>
          <a:p xmlns:a="http://schemas.openxmlformats.org/drawingml/2006/main">
            <a:r>
              <a:t>        "versionPk": "113594",</a:t>
            </a:r>
          </a:p>
          <a:p xmlns:a="http://schemas.openxmlformats.org/drawingml/2006/main">
            <a:r>
              <a:t>        "ordinal": 0,</a:t>
            </a:r>
          </a:p>
          <a:p xmlns:a="http://schemas.openxmlformats.org/drawingml/2006/main">
            <a:r>
              <a:t>        "definitionDigest": "d8d861d6bb685aa9cbc3fd5e345c3a284cbb6b5d7e45662ed7ce903ee09830f1",</a:t>
            </a:r>
          </a:p>
          <a:p xmlns:a="http://schemas.openxmlformats.org/drawingml/2006/main">
            <a:r>
              <a:t>        "keyword": "Scenario",</a:t>
            </a:r>
          </a:p>
          <a:p xmlns:a="http://schemas.openxmlformats.org/drawingml/2006/main">
            <a:r>
              <a:t>        "name": "Read capability dsl source",</a:t>
            </a:r>
          </a:p>
          <a:p xmlns:a="http://schemas.openxmlformats.org/drawingml/2006/main">
            <a:r>
              <a:t>        "description": "",</a:t>
            </a:r>
          </a:p>
          <a:p xmlns:a="http://schemas.openxmlformats.org/drawingml/2006/main">
            <a:r>
              <a:t>        "tags": [</a:t>
            </a:r>
          </a:p>
          <a:p xmlns:a="http://schemas.openxmlformats.org/drawingml/2006/main">
            <a:r>
              <a:t>          "@capability:read-capability-dsl-source",</a:t>
            </a:r>
          </a:p>
          <a:p xmlns:a="http://schemas.openxmlformats.org/drawingml/2006/main">
            <a:r>
              <a:t>          "@event:read-capability-dsl-source-requested",</a:t>
            </a:r>
          </a:p>
          <a:p xmlns:a="http://schemas.openxmlformats.org/drawingml/2006/main">
            <a:r>
              <a:t>          "@event-authority:read-capability-dsl-source.v1",</a:t>
            </a:r>
          </a:p>
          <a:p xmlns:a="http://schemas.openxmlformats.org/drawingml/2006/main">
            <a:r>
              <a:t>          "@input:read-capability-dsl-source-request",</a:t>
            </a:r>
          </a:p>
          <a:p xmlns:a="http://schemas.openxmlformats.org/drawingml/2006/main">
            <a:r>
              <a:t>          "@input-contract:read-capability-dsl-source-request.v1",</a:t>
            </a:r>
          </a:p>
          <a:p xmlns:a="http://schemas.openxmlformats.org/drawingml/2006/main">
            <a:r>
              <a:t>          "@outcome:read-capability-dsl-source",</a:t>
            </a:r>
          </a:p>
          <a:p xmlns:a="http://schemas.openxmlformats.org/drawingml/2006/main">
            <a:r>
              <a:t>          "@outcome-contract:read-capability-dsl-source-result.v1",</a:t>
            </a:r>
          </a:p>
          <a:p xmlns:a="http://schemas.openxmlformats.org/drawingml/2006/main">
            <a:r>
              <a:t>          "@root-scenario:read-capability-dsl-source",</a:t>
            </a:r>
          </a:p>
          <a:p xmlns:a="http://schemas.openxmlformats.org/drawingml/2006/main">
            <a:r>
              <a:t>          "@scenario:read-capability-dsl-source",</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"capabilities authored from DSL exist in the estate with retained sources"</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"the retained sources are read over rows"</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"exact source bytes, digests and authoring references return"</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"sourceRef": "model:scenario_version/113594"</a:t>
            </a:r>
          </a:p>
          <a:p xmlns:a="http://schemas.openxmlformats.org/drawingml/2006/main">
            <a:r>
              <a:t>      }</a:t>
            </a:r>
          </a:p>
          <a:p xmlns:a="http://schemas.openxmlformats.org/drawingml/2006/main">
            <a:r>
              <a:t>    ],</a:t>
            </a:r>
          </a:p>
          <a:p xmlns:a="http://schemas.openxmlformats.org/drawingml/2006/main">
            <a:r>
              <a:t>    "sourceRef": "model:feature_version/183046"</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model:scenario_version/91972</a:t>
            </a:r>
          </a:p>
          <a:p xmlns:a="http://schemas.openxmlformats.org/drawingml/2006/main">
            <a:r>
              <a:t>model:feature_version/183046</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Write the configured text to standard output</a:t>
            </a:r>
          </a:p>
          <a:p xmlns:a="http://schemas.openxmlformats.org/drawingml/2006/main">
            <a:r>
              <a:t/>
            </a:r>
          </a:p>
          <a:p xmlns:a="http://schemas.openxmlformats.org/drawingml/2006/main">
            <a:r>
              <a:t>  Scenario: Write the database-defined message</a:t>
            </a:r>
          </a:p>
          <a:p xmlns:a="http://schemas.openxmlformats.org/drawingml/2006/main">
            <a:r>
              <a:t>    Given the message configured in the database</a:t>
            </a:r>
          </a:p>
          <a:p xmlns:a="http://schemas.openxmlformats.org/drawingml/2006/main">
            <a:r>
              <a:t>    When the sda-json-cli.v1 standard-output interface executes with that message</a:t>
            </a:r>
          </a:p>
          <a:p xmlns:a="http://schemas.openxmlformats.org/drawingml/2006/main">
            <a:r>
              <a:t>    Then the caller observes the greeting for the supplied name on standard output</a:t>
            </a:r>
          </a:p>
          <a:p xmlns:a="http://schemas.openxmlformats.org/drawingml/2006/main">
            <a:r>
              <a:t/>
            </a:r>
          </a:p>
          <a:p xmlns:a="http://schemas.openxmlformats.org/drawingml/2006/main">
            <a:r>
              <a:t>Evidence references:</a:t>
            </a:r>
          </a:p>
          <a:p xmlns:a="http://schemas.openxmlformats.org/drawingml/2006/main">
            <a:r>
              <a:t>model:feature_version/183046</a:t>
            </a:r>
          </a:p>
          <a:p xmlns:a="http://schemas.openxmlformats.org/drawingml/2006/main">
            <a:r>
              <a:t>source:content_object/221854</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"Given",</a:t>
            </a:r>
          </a:p>
          <a:p xmlns:a="http://schemas.openxmlformats.org/drawingml/2006/main">
            <a:r>
              <a:t>    "text": "capabilities authored from DSL exist in the estate with retained sources",</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"When",</a:t>
            </a:r>
          </a:p>
          <a:p xmlns:a="http://schemas.openxmlformats.org/drawingml/2006/main">
            <a:r>
              <a:t>    "text": "the retained sources are read over rows",</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"Then",</a:t>
            </a:r>
          </a:p>
          <a:p xmlns:a="http://schemas.openxmlformats.org/drawingml/2006/main">
            <a:r>
              <a:t>    "text": "exact source bytes, digests and authoring references return",</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model:scenario_version/113594</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DSL authoring sources retained at capability authoring time, byte-exact with digests and authoring references</a:t>
            </a:r>
          </a:p>
          <a:p xmlns:a="http://schemas.openxmlformats.org/drawingml/2006/main">
            <a:r>
              <a:t/>
            </a:r>
          </a:p>
          <a:p xmlns:a="http://schemas.openxmlformats.org/drawingml/2006/main">
            <a:r>
              <a:t>Interpretation / scope: The identity “read capability dsl source” suggests the subject. This wording is an interpretation when intent prose is absent.</a:t>
            </a:r>
          </a:p>
          <a:p xmlns:a="http://schemas.openxmlformats.org/drawingml/2006/main">
            <a:r>
              <a:t/>
            </a:r>
          </a:p>
          <a:p xmlns:a="http://schemas.openxmlformats.org/drawingml/2006/main">
            <a:r>
              <a:t>Evidence references:</a:t>
            </a:r>
          </a:p>
          <a:p xmlns:a="http://schemas.openxmlformats.org/drawingml/2006/main">
            <a:r>
              <a:t>model:scenario_version/91973</a:t>
            </a:r>
          </a:p>
          <a:p xmlns:a="http://schemas.openxmlformats.org/drawingml/2006/main">
            <a:r>
              <a:t>model:semantic_object_definition/242218/semantics/authority</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"Promise",</a:t>
            </a:r>
          </a:p>
          <a:p xmlns:a="http://schemas.openxmlformats.org/drawingml/2006/main">
            <a:r>
              <a:t>    "text": "Read the DSL authoring sources retained at capability authoring time, byte-exact with digests and authoring references",</a:t>
            </a:r>
          </a:p>
          <a:p xmlns:a="http://schemas.openxmlformats.org/drawingml/2006/main">
            <a:r>
              <a:t>    "color": "#4DE0B0"</a:t>
            </a:r>
          </a:p>
          <a:p xmlns:a="http://schemas.openxmlformats.org/drawingml/2006/main">
            <a:r>
              <a:t>  },</a:t>
            </a:r>
          </a:p>
          <a:p xmlns:a="http://schemas.openxmlformats.org/drawingml/2006/main">
            <a:r>
              <a:t>  {</a:t>
            </a:r>
          </a:p>
          <a:p xmlns:a="http://schemas.openxmlformats.org/drawingml/2006/main">
            <a:r>
              <a:t>    "label": "Condition",</a:t>
            </a:r>
          </a:p>
          <a:p xmlns:a="http://schemas.openxmlformats.org/drawingml/2006/main">
            <a:r>
              <a:t>    "text": "read-capability-dsl-source: no retained statement."</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model:semantic_object_definition/242218/semantics/authority</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scenarios; 1 with authored steps; 0 transitions.</a:t>
            </a:r>
          </a:p>
          <a:p xmlns:a="http://schemas.openxmlformats.org/drawingml/2006/main">
            <a:r>
              <a:t>{</a:t>
            </a:r>
          </a:p>
          <a:p xmlns:a="http://schemas.openxmlformats.org/drawingml/2006/main">
            <a:r>
              <a:t>  "id": "read-capability-dsl-source",</a:t>
            </a:r>
          </a:p>
          <a:p xmlns:a="http://schemas.openxmlformats.org/drawingml/2006/main">
            <a:r>
              <a:t>  "name": "Read capability dsl source",</a:t>
            </a:r>
          </a:p>
          <a:p xmlns:a="http://schemas.openxmlformats.org/drawingml/2006/main">
            <a:r>
              <a:t>  "versionPk": "113594",</a:t>
            </a:r>
          </a:p>
          <a:p xmlns:a="http://schemas.openxmlformats.org/drawingml/2006/main">
            <a:r>
              <a:t>  "definitionDigest": "d8d861d6bb685aa9cbc3fd5e345c3a284cbb6b5d7e45662ed7ce903ee09830f1",</a:t>
            </a:r>
          </a:p>
          <a:p xmlns:a="http://schemas.openxmlformats.org/drawingml/2006/main">
            <a:r>
              <a:t>  "authorityId": "read-capability-dsl-source.v1",</a:t>
            </a:r>
          </a:p>
          <a:p xmlns:a="http://schemas.openxmlformats.org/drawingml/2006/main">
            <a:r>
              <a:t>  "eventId": "read-capability-dsl-source-requested",</a:t>
            </a:r>
          </a:p>
          <a:p xmlns:a="http://schemas.openxmlformats.org/drawingml/2006/main">
            <a:r>
              <a:t>  "inputId": "read-capability-dsl-source-request",</a:t>
            </a:r>
          </a:p>
          <a:p xmlns:a="http://schemas.openxmlformats.org/drawingml/2006/main">
            <a:r>
              <a:t>  "inputContractId": "read-capability-dsl-source-request.v1",</a:t>
            </a:r>
          </a:p>
          <a:p xmlns:a="http://schemas.openxmlformats.org/drawingml/2006/main">
            <a:r>
              <a:t>  "outcomeId": "read-capability-dsl-source",</a:t>
            </a:r>
          </a:p>
          <a:p xmlns:a="http://schemas.openxmlformats.org/drawingml/2006/main">
            <a:r>
              <a:t>  "outcomeContractId": "read-capability-dsl-source-result.v1",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"Read capability dsl source",</a:t>
            </a:r>
          </a:p>
          <a:p xmlns:a="http://schemas.openxmlformats.org/drawingml/2006/main">
            <a:r>
              <a:t>    "description": "",</a:t>
            </a:r>
          </a:p>
          <a:p xmlns:a="http://schemas.openxmlformats.org/drawingml/2006/main">
            <a:r>
              <a:t>    "tags": [</a:t>
            </a:r>
          </a:p>
          <a:p xmlns:a="http://schemas.openxmlformats.org/drawingml/2006/main">
            <a:r>
              <a:t>      "@capability:read-capability-dsl-source",</a:t>
            </a:r>
          </a:p>
          <a:p xmlns:a="http://schemas.openxmlformats.org/drawingml/2006/main">
            <a:r>
              <a:t>      "@event:read-capability-dsl-source-requested",</a:t>
            </a:r>
          </a:p>
          <a:p xmlns:a="http://schemas.openxmlformats.org/drawingml/2006/main">
            <a:r>
              <a:t>      "@event-authority:read-capability-dsl-source.v1",</a:t>
            </a:r>
          </a:p>
          <a:p xmlns:a="http://schemas.openxmlformats.org/drawingml/2006/main">
            <a:r>
              <a:t>      "@input:read-capability-dsl-source-request",</a:t>
            </a:r>
          </a:p>
          <a:p xmlns:a="http://schemas.openxmlformats.org/drawingml/2006/main">
            <a:r>
              <a:t>      "@input-contract:read-capability-dsl-source-request.v1",</a:t>
            </a:r>
          </a:p>
          <a:p xmlns:a="http://schemas.openxmlformats.org/drawingml/2006/main">
            <a:r>
              <a:t>      "@outcome:read-capability-dsl-source",</a:t>
            </a:r>
          </a:p>
          <a:p xmlns:a="http://schemas.openxmlformats.org/drawingml/2006/main">
            <a:r>
              <a:t>      "@outcome-contract:read-capability-dsl-source-result.v1",</a:t>
            </a:r>
          </a:p>
          <a:p xmlns:a="http://schemas.openxmlformats.org/drawingml/2006/main">
            <a:r>
              <a:t>      "@root-scenario:read-capability-dsl-source",</a:t>
            </a:r>
          </a:p>
          <a:p xmlns:a="http://schemas.openxmlformats.org/drawingml/2006/main">
            <a:r>
              <a:t>      "@scenario:read-capability-dsl-source",</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"capabilities authored from DSL exist in the estate with retained sources"</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"the retained sources are read over rows"</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"exact source bytes, digests and authoring references return"</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"capabilities authored from DSL exist in the estate with retained sources",</a:t>
            </a:r>
          </a:p>
          <a:p xmlns:a="http://schemas.openxmlformats.org/drawingml/2006/main">
            <a:r>
              <a:t>  "eventDescription": "the retained sources are read over rows",</a:t>
            </a:r>
          </a:p>
          <a:p xmlns:a="http://schemas.openxmlformats.org/drawingml/2006/main">
            <a:r>
              <a:t>  "outcomeDescription": "exact source bytes, digests and authoring references return",</a:t>
            </a:r>
          </a:p>
          <a:p xmlns:a="http://schemas.openxmlformats.org/drawingml/2006/main">
            <a:r>
              <a:t>  "terminalDisposition": "",</a:t>
            </a:r>
          </a:p>
          <a:p xmlns:a="http://schemas.openxmlformats.org/drawingml/2006/main">
            <a:r>
              <a:t>  "meaningSourceRef": "model:scenario_version/113594",</a:t>
            </a:r>
          </a:p>
          <a:p xmlns:a="http://schemas.openxmlformats.org/drawingml/2006/main">
            <a:r>
              <a:t>  "sourceRef": "graph:/scenarios/0"</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model:scenario_version/91974</a:t>
            </a:r>
          </a:p>
          <a:p xmlns:a="http://schemas.openxmlformats.org/drawingml/2006/main">
            <a:r>
              <a:t>graph:/scenarios/0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"Given",</a:t>
            </a:r>
          </a:p>
          <a:p xmlns:a="http://schemas.openxmlformats.org/drawingml/2006/main">
            <a:r>
              <a:t>    "text": "capabilities authored from DSL exist in the estate with retained sources",</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"When",</a:t>
            </a:r>
          </a:p>
          <a:p xmlns:a="http://schemas.openxmlformats.org/drawingml/2006/main">
            <a:r>
              <a:t>    "text": "the retained sources are read over rows",</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"Then",</a:t>
            </a:r>
          </a:p>
          <a:p xmlns:a="http://schemas.openxmlformats.org/drawingml/2006/main">
            <a:r>
              <a:t>    "text": "exact source bytes, digests and authoring references return",</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model:scenario_version/113594</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contracts with field types, required members and retained constraints.</a:t>
            </a:r>
          </a:p>
          <a:p xmlns:a="http://schemas.openxmlformats.org/drawingml/2006/main">
            <a:r>
              <a:t>[</a:t>
            </a:r>
          </a:p>
          <a:p xmlns:a="http://schemas.openxmlformats.org/drawingml/2006/main">
            <a:r>
              <a:t>  {</a:t>
            </a:r>
          </a:p>
          <a:p xmlns:a="http://schemas.openxmlformats.org/drawingml/2006/main">
            <a:r>
              <a:t>    "id": "read-capability-dsl-source-request.v1",</a:t>
            </a:r>
          </a:p>
          <a:p xmlns:a="http://schemas.openxmlformats.org/drawingml/2006/main">
            <a:r>
              <a:t>    "schemaId": "",</a:t>
            </a:r>
          </a:p>
          <a:p xmlns:a="http://schemas.openxmlformats.org/drawingml/2006/main">
            <a:r>
              <a:t>    "title": "read-capability-dsl-source-request.v1",</a:t>
            </a:r>
          </a:p>
          <a:p xmlns:a="http://schemas.openxmlformats.org/drawingml/2006/main">
            <a:r>
              <a:t>    "type": "object",</a:t>
            </a:r>
          </a:p>
          <a:p xmlns:a="http://schemas.openxmlformats.org/drawingml/2006/main">
            <a:r>
              <a:t>    "required": [],</a:t>
            </a:r>
          </a:p>
          <a:p xmlns:a="http://schemas.openxmlformats.org/drawingml/2006/main">
            <a:r>
              <a:t>    "properties": [</a:t>
            </a:r>
          </a:p>
          <a:p xmlns:a="http://schemas.openxmlformats.org/drawingml/2006/main">
            <a:r>
              <a:t>      "capabilityId"</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"$/capabilityId",</a:t>
            </a:r>
          </a:p>
          <a:p xmlns:a="http://schemas.openxmlformats.org/drawingml/2006/main">
            <a:r>
              <a:t>        "type": "string",</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"minLength": 1,</a:t>
            </a:r>
          </a:p>
          <a:p xmlns:a="http://schemas.openxmlformats.org/drawingml/2006/main">
            <a:r>
              <a:t>        "maxLength": 200</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true,</a:t>
            </a:r>
          </a:p>
          <a:p xmlns:a="http://schemas.openxmlformats.org/drawingml/2006/main">
            <a:r>
              <a:t>      "witness": {},</a:t>
            </a:r>
          </a:p>
          <a:p xmlns:a="http://schemas.openxmlformats.org/drawingml/2006/main">
            <a:r>
              <a:t>      "rule": "empty-object-schema-witness.v1"</a:t>
            </a:r>
          </a:p>
          <a:p xmlns:a="http://schemas.openxmlformats.org/drawingml/2006/main">
            <a:r>
              <a:t>    },</a:t>
            </a:r>
          </a:p>
          <a:p xmlns:a="http://schemas.openxmlformats.org/drawingml/2006/main">
            <a:r>
              <a:t>    "schemaDigest": "752984d1c26b3ca3077f40b2066b9be8052afac0d1e658fa2266d9014730afe6",</a:t>
            </a:r>
          </a:p>
          <a:p xmlns:a="http://schemas.openxmlformats.org/drawingml/2006/main">
            <a:r>
              <a:t>    "sourceRef": "graph:/contractAuthorities/contracts/read-capability-dsl-source-request.v1"</a:t>
            </a:r>
          </a:p>
          <a:p xmlns:a="http://schemas.openxmlformats.org/drawingml/2006/main">
            <a:r>
              <a:t>  },</a:t>
            </a:r>
          </a:p>
          <a:p xmlns:a="http://schemas.openxmlformats.org/drawingml/2006/main">
            <a:r>
              <a:t>  {</a:t>
            </a:r>
          </a:p>
          <a:p xmlns:a="http://schemas.openxmlformats.org/drawingml/2006/main">
            <a:r>
              <a:t>    "id": "read-capability-dsl-source-result.v1",</a:t>
            </a:r>
          </a:p>
          <a:p xmlns:a="http://schemas.openxmlformats.org/drawingml/2006/main">
            <a:r>
              <a:t>    "schemaId": "",</a:t>
            </a:r>
          </a:p>
          <a:p xmlns:a="http://schemas.openxmlformats.org/drawingml/2006/main">
            <a:r>
              <a:t>    "title": "read-capability-dsl-source-result.v1",</a:t>
            </a:r>
          </a:p>
          <a:p xmlns:a="http://schemas.openxmlformats.org/drawingml/2006/main">
            <a:r>
              <a:t>    "type": "object",</a:t>
            </a:r>
          </a:p>
          <a:p xmlns:a="http://schemas.openxmlformats.org/drawingml/2006/main">
            <a:r>
              <a:t>    "required": [</a:t>
            </a:r>
          </a:p>
          <a:p xmlns:a="http://schemas.openxmlformats.org/drawingml/2006/main">
            <a:r>
              <a:t>      "contractId",</a:t>
            </a:r>
          </a:p>
          <a:p xmlns:a="http://schemas.openxmlformats.org/drawingml/2006/main">
            <a:r>
              <a:t>      "status"</a:t>
            </a:r>
          </a:p>
          <a:p xmlns:a="http://schemas.openxmlformats.org/drawingml/2006/main">
            <a:r>
              <a:t>    ],</a:t>
            </a:r>
          </a:p>
          <a:p xmlns:a="http://schemas.openxmlformats.org/drawingml/2006/main">
            <a:r>
              <a:t>    "properties": [</a:t>
            </a:r>
          </a:p>
          <a:p xmlns:a="http://schemas.openxmlformats.org/drawingml/2006/main">
            <a:r>
              <a:t>      "contractId",</a:t>
            </a:r>
          </a:p>
          <a:p xmlns:a="http://schemas.openxmlformats.org/drawingml/2006/main">
            <a:r>
              <a:t>      "status"</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"$/contractId",</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"string"</a:t>
            </a:r>
          </a:p>
          <a:p xmlns:a="http://schemas.openxmlformats.org/drawingml/2006/main">
            <a:r>
              <a:t>      },</a:t>
            </a:r>
          </a:p>
          <a:p xmlns:a="http://schemas.openxmlformats.org/drawingml/2006/main">
            <a:r>
              <a:t>      {</a:t>
            </a:r>
          </a:p>
          <a:p xmlns:a="http://schemas.openxmlformats.org/drawingml/2006/main">
            <a:r>
              <a:t>        "path": "$/status",</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"string"</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false</a:t>
            </a:r>
          </a:p>
          <a:p xmlns:a="http://schemas.openxmlformats.org/drawingml/2006/main">
            <a:r>
              <a:t>    },</a:t>
            </a:r>
          </a:p>
          <a:p xmlns:a="http://schemas.openxmlformats.org/drawingml/2006/main">
            <a:r>
              <a:t>    "schemaDigest": "240c4c4283b52e71c6944e55e75a7e5e3dcf3b448a515678c65d53b60f958071",</a:t>
            </a:r>
          </a:p>
          <a:p xmlns:a="http://schemas.openxmlformats.org/drawingml/2006/main">
            <a:r>
              <a:t>    "sourceRef": "graph:/contractAuthorities/contracts/read-capability-dsl-source-result.v1"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model:scenario_version/91975</a:t>
            </a:r>
          </a:p>
          <a:p xmlns:a="http://schemas.openxmlformats.org/drawingml/2006/main">
            <a:r>
              <a:t>graph:/contractAuthorities/contracts/read-capability-dsl-source-request.v1</a:t>
            </a:r>
          </a:p>
          <a:p xmlns:a="http://schemas.openxmlformats.org/drawingml/2006/main">
            <a:r>
              <a:t>graph:/contractAuthorities/contracts/read-capability-dsl-source-result.v1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"$/capabilityId",</a:t>
            </a:r>
          </a:p>
          <a:p xmlns:a="http://schemas.openxmlformats.org/drawingml/2006/main">
            <a:r>
              <a:t>    "text": "string; optional; minLength: 1; maxLength: 200",</a:t>
            </a:r>
          </a:p>
          <a:p xmlns:a="http://schemas.openxmlformats.org/drawingml/2006/main">
            <a:r>
              <a:t>    "color": "#A98AF2"</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graph:/contractAuthorities/contracts/read-capability-dsl-source-request.v1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graph:/contractAuthorities/contracts/read-capability-dsl-source-result.v1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Estate 34; capability version 4852209; selected definition 242218.</a:t>
            </a:r>
          </a:p>
          <a:p xmlns:a="http://schemas.openxmlformats.org/drawingml/2006/main">
            <a:r>
              <a:t>{</a:t>
            </a:r>
          </a:p>
          <a:p xmlns:a="http://schemas.openxmlformats.org/drawingml/2006/main">
            <a:r>
              <a:t>  "adapter": "sql-server-snapshot.v1",</a:t>
            </a:r>
          </a:p>
          <a:p xmlns:a="http://schemas.openxmlformats.org/drawingml/2006/main">
            <a:r>
              <a:t>  "isolation": "SNAPSHOT",</a:t>
            </a:r>
          </a:p>
          <a:p xmlns:a="http://schemas.openxmlformats.org/drawingml/2006/main">
            <a:r>
              <a:t>  "queryDigest": "ba0f3ec3f7f7d9bff54094b1def32289a6ce38b329bd8a92e975da8aba3731f7",</a:t>
            </a:r>
          </a:p>
          <a:p xmlns:a="http://schemas.openxmlformats.org/drawingml/2006/main">
            <a:r>
              <a:t>  "graphFunctionDigest": "c12b3855f06d765b401438aa82caedf4d248bd88713a44d1aff3c9092c14700a",</a:t>
            </a:r>
          </a:p>
          <a:p xmlns:a="http://schemas.openxmlformats.org/drawingml/2006/main">
            <a:r>
              <a:t>  "graphDigest": "d15a5501bdadb004b888f1ca35dd087d25a1a234d08d361c2666fb6476aa4160",</a:t>
            </a:r>
          </a:p>
          <a:p xmlns:a="http://schemas.openxmlformats.org/drawingml/2006/main">
            <a:r>
              <a:t>  "selection": "current estate capability version and its declared scenario closure"</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model:scenario_version/91976</a:t>
            </a:r>
          </a:p>
          <a:p xmlns:a="http://schemas.openxmlformats.org/drawingml/2006/main">
            <a:r>
              <a:t>model:semantic_object_definition/242218/semantics/authority</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"Authority root",</a:t>
            </a:r>
          </a:p>
          <a:p xmlns:a="http://schemas.openxmlformats.org/drawingml/2006/main">
            <a:r>
              <a:t>    "text": "read-capability-dsl-source"</a:t>
            </a:r>
          </a:p>
          <a:p xmlns:a="http://schemas.openxmlformats.org/drawingml/2006/main">
            <a:r>
              <a:t>  },</a:t>
            </a:r>
          </a:p>
          <a:p xmlns:a="http://schemas.openxmlformats.org/drawingml/2006/main">
            <a:r>
              <a:t>  {</a:t>
            </a:r>
          </a:p>
          <a:p xmlns:a="http://schemas.openxmlformats.org/drawingml/2006/main">
            <a:r>
              <a:t>    "label": "Graph root",</a:t>
            </a:r>
          </a:p>
          <a:p xmlns:a="http://schemas.openxmlformats.org/drawingml/2006/main">
            <a:r>
              <a:t>    "text": "read-capability-dsl-source",</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"Feature selection",</a:t>
            </a:r>
          </a:p>
          <a:p xmlns:a="http://schemas.openxmlformats.org/drawingml/2006/main">
            <a:r>
              <a:t>    "text": "read-capability-dsl-source@183046: estate_capability_feature",</a:t>
            </a:r>
          </a:p>
          <a:p xmlns:a="http://schemas.openxmlformats.org/drawingml/2006/main">
            <a:r>
              <a:t>    "color": "#A98AF2"</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model:semantic_object_definition/242218/semantics/authority</a:t>
            </a:r>
          </a:p>
          <a:p xmlns:a="http://schemas.openxmlformats.org/drawingml/2006/main">
            <a:r>
              <a:t>model:feature_version/183046</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transformations; 5 expression nodes.</a:t>
            </a:r>
          </a:p>
          <a:p xmlns:a="http://schemas.openxmlformats.org/drawingml/2006/main">
            <a:r>
              <a:t>Expression preview: {</a:t>
            </a:r>
          </a:p>
          <a:p xmlns:a="http://schemas.openxmlformats.org/drawingml/2006/main">
            <a:r>
              <a:t>  "id": "read-capability-dsl-source-transform.v1",</a:t>
            </a:r>
          </a:p>
          <a:p xmlns:a="http://schemas.openxmlformats.org/drawingml/2006/main">
            <a:r>
              <a:t>  "nodeCount": 5,</a:t>
            </a:r>
          </a:p>
          <a:p xmlns:a="http://schemas.openxmlformats.org/drawingml/2006/main">
            <a:r>
              <a:t>  "branchCount": 0,</a:t>
            </a:r>
          </a:p>
          <a:p xmlns:a="http://schemas.openxmlformats.org/drawingml/2006/main">
            <a:r>
              <a:t>  "operatorCounts": {</a:t>
            </a:r>
          </a:p>
          <a:p xmlns:a="http://schemas.openxmlformats.org/drawingml/2006/main">
            <a:r>
              <a:t>    "object": 2,</a:t>
            </a:r>
          </a:p>
          <a:p xmlns:a="http://schemas.openxmlformats.org/drawingml/2006/main">
            <a:r>
              <a:t>    "literal": 1,</a:t>
            </a:r>
          </a:p>
          <a:p xmlns:a="http://schemas.openxmlformats.org/drawingml/2006/main">
            <a:r>
              <a:t>    "format": 1,</a:t>
            </a:r>
          </a:p>
          <a:p xmlns:a="http://schemas.openxmlformats.org/drawingml/2006/main">
            <a:r>
              <a:t>    "path": 1</a:t>
            </a:r>
          </a:p>
          <a:p xmlns:a="http://schemas.openxmlformats.org/drawingml/2006/main">
            <a:r>
              <a:t>  },</a:t>
            </a:r>
          </a:p>
          <a:p xmlns:a="http://schemas.openxmlformats.org/drawingml/2006/main">
            <a:r>
              <a:t>  "preview": [</a:t>
            </a:r>
          </a:p>
          <a:p xmlns:a="http://schemas.openxmlformats.org/drawingml/2006/main">
            <a:r>
              <a:t>    {</a:t>
            </a:r>
          </a:p>
          <a:p xmlns:a="http://schemas.openxmlformats.org/drawingml/2006/main">
            <a:r>
              <a:t>      "path": "/expression",</a:t>
            </a:r>
          </a:p>
          <a:p xmlns:a="http://schemas.openxmlformats.org/drawingml/2006/main">
            <a:r>
              <a:t>      "parent": null,</a:t>
            </a:r>
          </a:p>
          <a:p xmlns:a="http://schemas.openxmlformats.org/drawingml/2006/main">
            <a:r>
              <a:t>      "op": "object",</a:t>
            </a:r>
          </a:p>
          <a:p xmlns:a="http://schemas.openxmlformats.org/drawingml/2006/main">
            <a:r>
              <a:t>      "outputFields": [</a:t>
            </a:r>
          </a:p>
          <a:p xmlns:a="http://schemas.openxmlformats.org/drawingml/2006/main">
            <a:r>
              <a:t>        "contractId",</a:t>
            </a:r>
          </a:p>
          <a:p xmlns:a="http://schemas.openxmlformats.org/drawingml/2006/main">
            <a:r>
              <a:t>        "payload"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"/expression/fields/contractId",</a:t>
            </a:r>
          </a:p>
          <a:p xmlns:a="http://schemas.openxmlformats.org/drawingml/2006/main">
            <a:r>
              <a:t>      "parent": "/expression",</a:t>
            </a:r>
          </a:p>
          <a:p xmlns:a="http://schemas.openxmlformats.org/drawingml/2006/main">
            <a:r>
              <a:t>      "op": "literal",</a:t>
            </a:r>
          </a:p>
          <a:p xmlns:a="http://schemas.openxmlformats.org/drawingml/2006/main">
            <a:r>
              <a:t>      "literalType": "string"</a:t>
            </a:r>
          </a:p>
          <a:p xmlns:a="http://schemas.openxmlformats.org/drawingml/2006/main">
            <a:r>
              <a:t>    },</a:t>
            </a:r>
          </a:p>
          <a:p xmlns:a="http://schemas.openxmlformats.org/drawingml/2006/main">
            <a:r>
              <a:t>    {</a:t>
            </a:r>
          </a:p>
          <a:p xmlns:a="http://schemas.openxmlformats.org/drawingml/2006/main">
            <a:r>
              <a:t>      "path": "/expression/fields/payload",</a:t>
            </a:r>
          </a:p>
          <a:p xmlns:a="http://schemas.openxmlformats.org/drawingml/2006/main">
            <a:r>
              <a:t>      "parent": "/expression",</a:t>
            </a:r>
          </a:p>
          <a:p xmlns:a="http://schemas.openxmlformats.org/drawingml/2006/main">
            <a:r>
              <a:t>      "op": "object",</a:t>
            </a:r>
          </a:p>
          <a:p xmlns:a="http://schemas.openxmlformats.org/drawingml/2006/main">
            <a:r>
              <a:t>      "outputFields": [</a:t>
            </a:r>
          </a:p>
          <a:p xmlns:a="http://schemas.openxmlformats.org/drawingml/2006/main">
            <a:r>
              <a:t>        "message"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"/expression/fields/payload/fields/message",</a:t>
            </a:r>
          </a:p>
          <a:p xmlns:a="http://schemas.openxmlformats.org/drawingml/2006/main">
            <a:r>
              <a:t>      "parent": "/expression/fields/payload",</a:t>
            </a:r>
          </a:p>
          <a:p xmlns:a="http://schemas.openxmlformats.org/drawingml/2006/main">
            <a:r>
              <a:t>      "op": "format"</a:t>
            </a:r>
          </a:p>
          <a:p xmlns:a="http://schemas.openxmlformats.org/drawingml/2006/main">
            <a:r>
              <a:t>    }</a:t>
            </a:r>
          </a:p>
          <a:p xmlns:a="http://schemas.openxmlformats.org/drawingml/2006/main">
            <a:r>
              <a:t>  ],</a:t>
            </a:r>
          </a:p>
          <a:p xmlns:a="http://schemas.openxmlformats.org/drawingml/2006/main">
            <a:r>
              <a:t>  "inputPaths": [</a:t>
            </a:r>
          </a:p>
          <a:p xmlns:a="http://schemas.openxmlformats.org/drawingml/2006/main">
            <a:r>
              <a:t>    {</a:t>
            </a:r>
          </a:p>
          <a:p xmlns:a="http://schemas.openxmlformats.org/drawingml/2006/main">
            <a:r>
              <a:t>      "expressionPath": "/expression/fields/payload/fields/message/values/name",</a:t>
            </a:r>
          </a:p>
          <a:p xmlns:a="http://schemas.openxmlformats.org/drawingml/2006/main">
            <a:r>
              <a:t>      "inputPath": "payload.name"</a:t>
            </a:r>
          </a:p>
          <a:p xmlns:a="http://schemas.openxmlformats.org/drawingml/2006/main">
            <a:r>
              <a:t>    }</a:t>
            </a:r>
          </a:p>
          <a:p xmlns:a="http://schemas.openxmlformats.org/drawingml/2006/main">
            <a:r>
              <a:t>  ],</a:t>
            </a:r>
          </a:p>
          <a:p xmlns:a="http://schemas.openxmlformats.org/drawingml/2006/main">
            <a:r>
              <a:t>  "cells": [</a:t>
            </a:r>
          </a:p>
          <a:p xmlns:a="http://schemas.openxmlformats.org/drawingml/2006/main">
            <a:r>
              <a:t>    {</a:t>
            </a:r>
          </a:p>
          <a:p xmlns:a="http://schemas.openxmlformats.org/drawingml/2006/main">
            <a:r>
              <a:t>      "path": "/expression",</a:t>
            </a:r>
          </a:p>
          <a:p xmlns:a="http://schemas.openxmlformats.org/drawingml/2006/main">
            <a:r>
              <a:t>      "parent": null,</a:t>
            </a:r>
          </a:p>
          <a:p xmlns:a="http://schemas.openxmlformats.org/drawingml/2006/main">
            <a:r>
              <a:t>      "op": "object",</a:t>
            </a:r>
          </a:p>
          <a:p xmlns:a="http://schemas.openxmlformats.org/drawingml/2006/main">
            <a:r>
              <a:t>      "operand": "root",</a:t>
            </a:r>
          </a:p>
          <a:p xmlns:a="http://schemas.openxmlformats.org/drawingml/2006/main">
            <a:r>
              <a:t>      "outputFields": [</a:t>
            </a:r>
          </a:p>
          <a:p xmlns:a="http://schemas.openxmlformats.org/drawingml/2006/main">
            <a:r>
              <a:t>        "contractId",</a:t>
            </a:r>
          </a:p>
          <a:p xmlns:a="http://schemas.openxmlformats.org/drawingml/2006/main">
            <a:r>
              <a:t>        "payload"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"/expression/fields/contractId",</a:t>
            </a:r>
          </a:p>
          <a:p xmlns:a="http://schemas.openxmlformats.org/drawingml/2006/main">
            <a:r>
              <a:t>      "parent": "/expression",</a:t>
            </a:r>
          </a:p>
          <a:p xmlns:a="http://schemas.openxmlformats.org/drawingml/2006/main">
            <a:r>
              <a:t>      "op": "literal",</a:t>
            </a:r>
          </a:p>
          <a:p xmlns:a="http://schemas.openxmlformats.org/drawingml/2006/main">
            <a:r>
              <a:t>      "operand": "fields/contractId",</a:t>
            </a:r>
          </a:p>
          <a:p xmlns:a="http://schemas.openxmlformats.org/drawingml/2006/main">
            <a:r>
              <a:t>      "literalType": "string"</a:t>
            </a:r>
          </a:p>
          <a:p xmlns:a="http://schemas.openxmlformats.org/drawingml/2006/main">
            <a:r>
              <a:t>    },</a:t>
            </a:r>
          </a:p>
          <a:p xmlns:a="http://schemas.openxmlformats.org/drawingml/2006/main">
            <a:r>
              <a:t>    {</a:t>
            </a:r>
          </a:p>
          <a:p xmlns:a="http://schemas.openxmlformats.org/drawingml/2006/main">
            <a:r>
              <a:t>      "path": "/expression/fields/payload",</a:t>
            </a:r>
          </a:p>
          <a:p xmlns:a="http://schemas.openxmlformats.org/drawingml/2006/main">
            <a:r>
              <a:t>      "parent": "/expression",</a:t>
            </a:r>
          </a:p>
          <a:p xmlns:a="http://schemas.openxmlformats.org/drawingml/2006/main">
            <a:r>
              <a:t>      "op": "object",</a:t>
            </a:r>
          </a:p>
          <a:p xmlns:a="http://schemas.openxmlformats.org/drawingml/2006/main">
            <a:r>
              <a:t>      "operand": "fields/payload",</a:t>
            </a:r>
          </a:p>
          <a:p xmlns:a="http://schemas.openxmlformats.org/drawingml/2006/main">
            <a:r>
              <a:t>      "outputFields": [</a:t>
            </a:r>
          </a:p>
          <a:p xmlns:a="http://schemas.openxmlformats.org/drawingml/2006/main">
            <a:r>
              <a:t>        "message"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"/expression/fields/payload/fields/message",</a:t>
            </a:r>
          </a:p>
          <a:p xmlns:a="http://schemas.openxmlformats.org/drawingml/2006/main">
            <a:r>
              <a:t>      "parent": "/expression/fields/payload",</a:t>
            </a:r>
          </a:p>
          <a:p xmlns:a="http://schemas.openxmlformats.org/drawingml/2006/main">
            <a:r>
              <a:t>      "op": "format",</a:t>
            </a:r>
          </a:p>
          <a:p xmlns:a="http://schemas.openxmlformats.org/drawingml/2006/main">
            <a:r>
              <a:t>      "operand": "fields/message"</a:t>
            </a:r>
          </a:p>
          <a:p xmlns:a="http://schemas.openxmlformats.org/drawingml/2006/main">
            <a:r>
              <a:t>    },</a:t>
            </a:r>
          </a:p>
          <a:p xmlns:a="http://schemas.openxmlformats.org/drawingml/2006/main">
            <a:r>
              <a:t>    {</a:t>
            </a:r>
          </a:p>
          <a:p xmlns:a="http://schemas.openxmlformats.org/drawingml/2006/main">
            <a:r>
              <a:t>      "path": "/expression/fields/payload/fields/message/values/name",</a:t>
            </a:r>
          </a:p>
          <a:p xmlns:a="http://schemas.openxmlformats.org/drawingml/2006/main">
            <a:r>
              <a:t>      "parent": "/expression/fields/payload/fields/message",</a:t>
            </a:r>
          </a:p>
          <a:p xmlns:a="http://schemas.openxmlformats.org/drawingml/2006/main">
            <a:r>
              <a:t>      "op": "path",</a:t>
            </a:r>
          </a:p>
          <a:p xmlns:a="http://schemas.openxmlformats.org/drawingml/2006/main">
            <a:r>
              <a:t>      "operand": "values/name",</a:t>
            </a:r>
          </a:p>
          <a:p xmlns:a="http://schemas.openxmlformats.org/drawingml/2006/main">
            <a:r>
              <a:t>      "inputPath": "payload.name"</a:t>
            </a:r>
          </a:p>
          <a:p xmlns:a="http://schemas.openxmlformats.org/drawingml/2006/main">
            <a:r>
              <a:t>    }</a:t>
            </a:r>
          </a:p>
          <a:p xmlns:a="http://schemas.openxmlformats.org/drawingml/2006/main">
            <a:r>
              <a:t>  ],</a:t>
            </a:r>
          </a:p>
          <a:p xmlns:a="http://schemas.openxmlformats.org/drawingml/2006/main">
            <a:r>
              <a:t>  "providerReferences": [],</a:t>
            </a:r>
          </a:p>
          <a:p xmlns:a="http://schemas.openxmlformats.org/drawingml/2006/main">
            <a:r>
              <a:t>  "previewComplete": false,</a:t>
            </a:r>
          </a:p>
          <a:p xmlns:a="http://schemas.openxmlformats.org/drawingml/2006/main">
            <a:r>
              <a:t>  "expressionDigest": "1a2fdf45b2a7efbb6212b1c3b34dbdc5eac229f70adaa80a3fa6765bfd232824",</a:t>
            </a:r>
          </a:p>
          <a:p xmlns:a="http://schemas.openxmlformats.org/drawingml/2006/main">
            <a:r>
              <a:t>  "resultShape": {</a:t>
            </a:r>
          </a:p>
          <a:p xmlns:a="http://schemas.openxmlformats.org/drawingml/2006/main">
            <a:r>
              <a:t>    "kind": "object",</a:t>
            </a:r>
          </a:p>
          <a:p xmlns:a="http://schemas.openxmlformats.org/drawingml/2006/main">
            <a:r>
              <a:t>    "expressionPath": "/expression",</a:t>
            </a:r>
          </a:p>
          <a:p xmlns:a="http://schemas.openxmlformats.org/drawingml/2006/main">
            <a:r>
              <a:t>    "fields": {</a:t>
            </a:r>
          </a:p>
          <a:p xmlns:a="http://schemas.openxmlformats.org/drawingml/2006/main">
            <a:r>
              <a:t>      "contractId": {</a:t>
            </a:r>
          </a:p>
          <a:p xmlns:a="http://schemas.openxmlformats.org/drawingml/2006/main">
            <a:r>
              <a:t>        "kind": "unknown",</a:t>
            </a:r>
          </a:p>
          <a:p xmlns:a="http://schemas.openxmlformats.org/drawingml/2006/main">
            <a:r>
              <a:t>        "expressionPath": "/expression/fields/contractId"</a:t>
            </a:r>
          </a:p>
          <a:p xmlns:a="http://schemas.openxmlformats.org/drawingml/2006/main">
            <a:r>
              <a:t>      },</a:t>
            </a:r>
          </a:p>
          <a:p xmlns:a="http://schemas.openxmlformats.org/drawingml/2006/main">
            <a:r>
              <a:t>      "payload": {</a:t>
            </a:r>
          </a:p>
          <a:p xmlns:a="http://schemas.openxmlformats.org/drawingml/2006/main">
            <a:r>
              <a:t>        "kind": "object",</a:t>
            </a:r>
          </a:p>
          <a:p xmlns:a="http://schemas.openxmlformats.org/drawingml/2006/main">
            <a:r>
              <a:t>        "expressionPath": "/expression/fields/payload",</a:t>
            </a:r>
          </a:p>
          <a:p xmlns:a="http://schemas.openxmlformats.org/drawingml/2006/main">
            <a:r>
              <a:t>        "fields": {</a:t>
            </a:r>
          </a:p>
          <a:p xmlns:a="http://schemas.openxmlformats.org/drawingml/2006/main">
            <a:r>
              <a:t>          "message": {</a:t>
            </a:r>
          </a:p>
          <a:p xmlns:a="http://schemas.openxmlformats.org/drawingml/2006/main">
            <a:r>
              <a:t>            "kind": "unknown",</a:t>
            </a:r>
          </a:p>
          <a:p xmlns:a="http://schemas.openxmlformats.org/drawingml/2006/main">
            <a:r>
              <a:t>            "expressionPath": "/expression/fields/payload/fields/message"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"sourceRef": "graph:/semanticTransformations/0"</a:t>
            </a:r>
          </a:p>
          <a:p xmlns:a="http://schemas.openxmlformats.org/drawingml/2006/main">
            <a:r>
              <a:t>}</a:t>
            </a:r>
          </a:p>
          <a:p xmlns:a="http://schemas.openxmlformats.org/drawingml/2006/main">
            <a:r>
              <a:t/>
            </a:r>
          </a:p>
          <a:p xmlns:a="http://schemas.openxmlformats.org/drawingml/2006/main">
            <a:r>
              <a:t>Interpretation / scope: This expression contains 5 mechanic nodes and 0 conditional operator nodes. The snapshot retains this expression, but no invoked port binding references it. This is declaration evidence, not an observed execution trace. Larger subexpressions are collapsed; operator counts and the digest remain in the snapshot.</a:t>
            </a:r>
          </a:p>
          <a:p xmlns:a="http://schemas.openxmlformats.org/drawingml/2006/main">
            <a:r>
              <a:t/>
            </a:r>
          </a:p>
          <a:p xmlns:a="http://schemas.openxmlformats.org/drawingml/2006/main">
            <a:r>
              <a:t>Evidence references:</a:t>
            </a:r>
          </a:p>
          <a:p xmlns:a="http://schemas.openxmlformats.org/drawingml/2006/main">
            <a:r>
              <a:t>model:scenario_version/91977</a:t>
            </a:r>
          </a:p>
          <a:p xmlns:a="http://schemas.openxmlformats.org/drawingml/2006/main">
            <a:r>
              <a:t>graph:/semanticTransformations/0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execution authorities; 1 declared operations.</a:t>
            </a:r>
          </a:p>
          <a:p xmlns:a="http://schemas.openxmlformats.org/drawingml/2006/main">
            <a:r>
              <a:t>{</a:t>
            </a:r>
          </a:p>
          <a:p xmlns:a="http://schemas.openxmlformats.org/drawingml/2006/main">
            <a:r>
              <a:t>  "id": "read-capability-dsl-source.v1",</a:t>
            </a:r>
          </a:p>
          <a:p xmlns:a="http://schemas.openxmlformats.org/drawingml/2006/main">
            <a:r>
              <a:t>  "scenarioId": "read-capability-dsl-source",</a:t>
            </a:r>
          </a:p>
          <a:p xmlns:a="http://schemas.openxmlformats.org/drawingml/2006/main">
            <a:r>
              <a:t>  "sourceRef": "graph:/executionAuthorities/0",</a:t>
            </a:r>
          </a:p>
          <a:p xmlns:a="http://schemas.openxmlformats.org/drawingml/2006/main">
            <a:r>
              <a:t>  "digest": "ce13ce01a436808f5131bfd5f4179e166284434a84c49417dda6e8acf2ca2b64",</a:t>
            </a:r>
          </a:p>
          <a:p xmlns:a="http://schemas.openxmlformats.org/drawingml/2006/main">
            <a:r>
              <a:t>  "operations": [</a:t>
            </a:r>
          </a:p>
          <a:p xmlns:a="http://schemas.openxmlformats.org/drawingml/2006/main">
            <a:r>
              <a:t>    {</a:t>
            </a:r>
          </a:p>
          <a:p xmlns:a="http://schemas.openxmlformats.org/drawingml/2006/main">
            <a:r>
              <a:t>      "id": "read-capability-dsl-source.read",</a:t>
            </a:r>
          </a:p>
          <a:p xmlns:a="http://schemas.openxmlformats.org/drawingml/2006/main">
            <a:r>
              <a:t>      "ordinal": 1,</a:t>
            </a:r>
          </a:p>
          <a:p xmlns:a="http://schemas.openxmlformats.org/drawingml/2006/main">
            <a:r>
              <a:t>      "kind": "invoke-port",</a:t>
            </a:r>
          </a:p>
          <a:p xmlns:a="http://schemas.openxmlformats.org/drawingml/2006/main">
            <a:r>
              <a:t>      "portId": "capability-dsl-source-read",</a:t>
            </a:r>
          </a:p>
          <a:p xmlns:a="http://schemas.openxmlformats.org/drawingml/2006/main">
            <a:r>
              <a:t>      "variants": [],</a:t>
            </a:r>
          </a:p>
          <a:p xmlns:a="http://schemas.openxmlformats.org/drawingml/2006/main">
            <a:r>
              <a:t>      "digest": "372089e69c0df5241be90ab0fa3cbf83839af96a0f2ef1f662c3b3ac7c146df4",</a:t>
            </a:r>
          </a:p>
          <a:p xmlns:a="http://schemas.openxmlformats.org/drawingml/2006/main">
            <a:r>
              <a:t>      "sourceRef": "graph:/executionAuthorities/0/operations/0"</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model:scenario_version/91978</a:t>
            </a:r>
          </a:p>
          <a:p xmlns:a="http://schemas.openxmlformats.org/drawingml/2006/main">
            <a:r>
              <a:t>graph:/executionAuthorities/0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port bindings in the selected interface authority.</a:t>
            </a:r>
          </a:p>
          <a:p xmlns:a="http://schemas.openxmlformats.org/drawingml/2006/main">
            <a:r>
              <a:t>[</a:t>
            </a:r>
          </a:p>
          <a:p xmlns:a="http://schemas.openxmlformats.org/drawingml/2006/main">
            <a:r>
              <a:t>  {</a:t>
            </a:r>
          </a:p>
          <a:p xmlns:a="http://schemas.openxmlformats.org/drawingml/2006/main">
            <a:r>
              <a:t>    "portId": "read-capability-dsl-source-port",</a:t>
            </a:r>
          </a:p>
          <a:p xmlns:a="http://schemas.openxmlformats.org/drawingml/2006/main">
            <a:r>
              <a:t>    "platformCapabilityId": "sda-authority-transformation-port.v1",</a:t>
            </a:r>
          </a:p>
          <a:p xmlns:a="http://schemas.openxmlformats.org/drawingml/2006/main">
            <a:r>
              <a:t>    "declaredRead": false,</a:t>
            </a:r>
          </a:p>
          <a:p xmlns:a="http://schemas.openxmlformats.org/drawingml/2006/main">
            <a:r>
              <a:t>    "transformationId": "read-capability-dsl-source-transform.v1",</a:t>
            </a:r>
          </a:p>
          <a:p xmlns:a="http://schemas.openxmlformats.org/drawingml/2006/main">
            <a:r>
              <a:t>    "configurationDigest": "24a38bdedf944ada8568c6977dcdb217d18c3c6b72c270453221fb5407673308",</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"selectors": {</a:t>
            </a:r>
          </a:p>
          <a:p xmlns:a="http://schemas.openxmlformats.org/drawingml/2006/main">
            <a:r>
              <a:t>      "transformationId": "read-capability-dsl-source-transform.v1"</a:t>
            </a:r>
          </a:p>
          <a:p xmlns:a="http://schemas.openxmlformats.org/drawingml/2006/main">
            <a:r>
              <a:t>    },</a:t>
            </a:r>
          </a:p>
          <a:p xmlns:a="http://schemas.openxmlformats.org/drawingml/2006/main">
            <a:r>
              <a:t>    "inputAdmission": null,</a:t>
            </a:r>
          </a:p>
          <a:p xmlns:a="http://schemas.openxmlformats.org/drawingml/2006/main">
            <a:r>
              <a:t>    "sourceRef": "graph:/interfaceAuthority/portBindings/0"</a:t>
            </a:r>
          </a:p>
          <a:p xmlns:a="http://schemas.openxmlformats.org/drawingml/2006/main">
            <a:r>
              <a:t>  },</a:t>
            </a:r>
          </a:p>
          <a:p xmlns:a="http://schemas.openxmlformats.org/drawingml/2006/main">
            <a:r>
              <a:t>  {</a:t>
            </a:r>
          </a:p>
          <a:p xmlns:a="http://schemas.openxmlformats.org/drawingml/2006/main">
            <a:r>
              <a:t>    "portId": "capability-dsl-source-read",</a:t>
            </a:r>
          </a:p>
          <a:p xmlns:a="http://schemas.openxmlformats.org/drawingml/2006/main">
            <a:r>
              <a:t>    "platformCapabilityId": "sda-embodiment-plan-port.v1",</a:t>
            </a:r>
          </a:p>
          <a:p xmlns:a="http://schemas.openxmlformats.org/drawingml/2006/main">
            <a:r>
              <a:t>    "declaredRead": true,</a:t>
            </a:r>
          </a:p>
          <a:p xmlns:a="http://schemas.openxmlformats.org/drawingml/2006/main">
            <a:r>
              <a:t>    "transformationId": "",</a:t>
            </a:r>
          </a:p>
          <a:p xmlns:a="http://schemas.openxmlformats.org/drawingml/2006/main">
            <a:r>
              <a:t>    "configurationDigest": "e4fd1d1adaf3ec0a3b4180b7adadfb72f06a73b27883d054fc35c29afeed072d",</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"sda-declared-read-graph-provider.v1"</a:t>
            </a:r>
          </a:p>
          <a:p xmlns:a="http://schemas.openxmlformats.org/drawingml/2006/main">
            <a:r>
              <a:t>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a:t>
            </a:r>
          </a:p>
          <a:p xmlns:a="http://schemas.openxmlformats.org/drawingml/2006/main">
            <a:r>
              <a:t>        "field": "module",</a:t>
            </a:r>
          </a:p>
          <a:p xmlns:a="http://schemas.openxmlformats.org/drawingml/2006/main">
            <a:r>
              <a:t>        "value": "languages/typescript/runtimes/node/semantic-execution-graph-declared-read-provider.mjs",</a:t>
            </a:r>
          </a:p>
          <a:p xmlns:a="http://schemas.openxmlformats.org/drawingml/2006/main">
            <a:r>
              <a:t>        "sourcePointer": "/estateProvider/module"</a:t>
            </a:r>
          </a:p>
          <a:p xmlns:a="http://schemas.openxmlformats.org/drawingml/2006/main">
            <a:r>
              <a:t>      },</a:t>
            </a:r>
          </a:p>
          <a:p xmlns:a="http://schemas.openxmlformats.org/drawingml/2006/main">
            <a:r>
              <a:t>      {</a:t>
            </a:r>
          </a:p>
          <a:p xmlns:a="http://schemas.openxmlformats.org/drawingml/2006/main">
            <a:r>
              <a:t>        "field": "export",</a:t>
            </a:r>
          </a:p>
          <a:p xmlns:a="http://schemas.openxmlformats.org/drawingml/2006/main">
            <a:r>
              <a:t>        "value": "createDeclaredReadProvider",</a:t>
            </a:r>
          </a:p>
          <a:p xmlns:a="http://schemas.openxmlformats.org/drawingml/2006/main">
            <a:r>
              <a:t>        "sourcePointer": "/estateProvider/export"</a:t>
            </a:r>
          </a:p>
          <a:p xmlns:a="http://schemas.openxmlformats.org/drawingml/2006/main">
            <a:r>
              <a:t>      }</a:t>
            </a:r>
          </a:p>
          <a:p xmlns:a="http://schemas.openxmlformats.org/drawingml/2006/main">
            <a:r>
              <a:t>    ],</a:t>
            </a:r>
          </a:p>
          <a:p xmlns:a="http://schemas.openxmlformats.org/drawingml/2006/main">
            <a:r>
              <a:t>    "selectors": {},</a:t>
            </a:r>
          </a:p>
          <a:p xmlns:a="http://schemas.openxmlformats.org/drawingml/2006/main">
            <a:r>
              <a:t>    "inputAdmission": null,</a:t>
            </a:r>
          </a:p>
          <a:p xmlns:a="http://schemas.openxmlformats.org/drawingml/2006/main">
            <a:r>
              <a:t>    "sourceRef": "graph:/interfaceAuthority/portBindings/1"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model:scenario_version/91979</a:t>
            </a:r>
          </a:p>
          <a:p xmlns:a="http://schemas.openxmlformats.org/drawingml/2006/main">
            <a:r>
              <a:t>graph:/interfaceAuthority/portBindings/0</a:t>
            </a:r>
          </a:p>
          <a:p xmlns:a="http://schemas.openxmlformats.org/drawingml/2006/main">
            <a:r>
              <a:t>graph:/interfaceAuthority/portBindings/1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"transformationId",</a:t>
            </a:r>
          </a:p>
          <a:p xmlns:a="http://schemas.openxmlformats.org/drawingml/2006/main">
            <a:r>
              <a:t>    "text": "read-capability-dsl-source-transform.v1"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interfaces with declared input, display and root selection.</a:t>
            </a:r>
          </a:p>
          <a:p xmlns:a="http://schemas.openxmlformats.org/drawingml/2006/main">
            <a:r>
              <a:t>[</a:t>
            </a:r>
          </a:p>
          <a:p xmlns:a="http://schemas.openxmlformats.org/drawingml/2006/main">
            <a:r>
              <a:t>  {</a:t>
            </a:r>
          </a:p>
          <a:p xmlns:a="http://schemas.openxmlformats.org/drawingml/2006/main">
            <a:r>
              <a:t>    "id": "read-capability-dsl-source-cli",</a:t>
            </a:r>
          </a:p>
          <a:p xmlns:a="http://schemas.openxmlformats.org/drawingml/2006/main">
            <a:r>
              <a:t>    "profile": "cli",</a:t>
            </a:r>
          </a:p>
          <a:p xmlns:a="http://schemas.openxmlformats.org/drawingml/2006/main">
            <a:r>
              <a:t>    "configurationDigest": "250596d8592cf1682d0684e33291f0990db7d64ea53cf6b15c89f69ef1c97a83",</a:t>
            </a:r>
          </a:p>
          <a:p xmlns:a="http://schemas.openxmlformats.org/drawingml/2006/main">
            <a:r>
              <a:t>    "configurationKeys": [</a:t>
            </a:r>
          </a:p>
          <a:p xmlns:a="http://schemas.openxmlformats.org/drawingml/2006/main">
            <a:r>
              <a:t>      "input",</a:t>
            </a:r>
          </a:p>
          <a:p xmlns:a="http://schemas.openxmlformats.org/drawingml/2006/main">
            <a:r>
              <a:t>      "display"</a:t>
            </a:r>
          </a:p>
          <a:p xmlns:a="http://schemas.openxmlformats.org/drawingml/2006/main">
            <a:r>
              <a:t>    ],</a:t>
            </a:r>
          </a:p>
          <a:p xmlns:a="http://schemas.openxmlformats.org/drawingml/2006/main">
            <a:r>
              <a:t>    "rootScenarioId": "read-capability-dsl-source",</a:t>
            </a:r>
          </a:p>
          <a:p xmlns:a="http://schemas.openxmlformats.org/drawingml/2006/main">
            <a:r>
              <a:t>    "platformCapabilityId": "sda-json-cli.v1",</a:t>
            </a:r>
          </a:p>
          <a:p xmlns:a="http://schemas.openxmlformats.org/drawingml/2006/main">
            <a:r>
              <a:t>    "inputType": "json",</a:t>
            </a:r>
          </a:p>
          <a:p xmlns:a="http://schemas.openxmlformats.org/drawingml/2006/main">
            <a:r>
              <a:t>    "displaySelect": "outcome",</a:t>
            </a:r>
          </a:p>
          <a:p xmlns:a="http://schemas.openxmlformats.org/drawingml/2006/main">
            <a:r>
              <a:t>    "displayAs": "json",</a:t>
            </a:r>
          </a:p>
          <a:p xmlns:a="http://schemas.openxmlformats.org/drawingml/2006/main">
            <a:r>
              <a:t>    "displayTransformationId": "",</a:t>
            </a:r>
          </a:p>
          <a:p xmlns:a="http://schemas.openxmlformats.org/drawingml/2006/main">
            <a:r>
              <a:t>    "sourceRef": "graph:/interfaceAuthority/interfaces/0"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model:scenario_version/91980</a:t>
            </a:r>
          </a:p>
          <a:p xmlns:a="http://schemas.openxmlformats.org/drawingml/2006/main">
            <a:r>
              <a:t>graph:/interfaceAuthority/interfaces/0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"Input",</a:t>
            </a:r>
          </a:p>
          <a:p xmlns:a="http://schemas.openxmlformats.org/drawingml/2006/main">
            <a:r>
              <a:t>    "text": "json through sda-json-cli.v1",</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"Root scenario",</a:t>
            </a:r>
          </a:p>
          <a:p xmlns:a="http://schemas.openxmlformats.org/drawingml/2006/main">
            <a:r>
              <a:t>    "text": "read-capability-dsl-source",</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"Output",</a:t>
            </a:r>
          </a:p>
          <a:p xmlns:a="http://schemas.openxmlformats.org/drawingml/2006/main">
            <a:r>
              <a:t>    "text": "select outcome; render json",</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graph:/interfaceAuthority/interfaces/0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fixture case(s); 0 proof obligation(s). These are declarations, not test results.</a:t>
            </a:r>
          </a:p>
          <a:p xmlns:a="http://schemas.openxmlformats.org/drawingml/2006/main">
            <a:r>
              <a:t>{</a:t>
            </a:r>
          </a:p>
          <a:p xmlns:a="http://schemas.openxmlformats.org/drawingml/2006/main">
            <a:r>
              <a:t>  "fixtures": [],</a:t>
            </a:r>
          </a:p>
          <a:p xmlns:a="http://schemas.openxmlformats.org/drawingml/2006/main">
            <a:r>
              <a:t>  "obligations":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checks are derived; no alignment receipt was read.</a:t>
            </a:r>
          </a:p>
          <a:p xmlns:a="http://schemas.openxmlformats.org/drawingml/2006/main">
            <a:r>
              <a:t>[</a:t>
            </a:r>
          </a:p>
          <a:p xmlns:a="http://schemas.openxmlformats.org/drawingml/2006/main">
            <a:r>
              <a:t>  {</a:t>
            </a:r>
          </a:p>
          <a:p xmlns:a="http://schemas.openxmlformats.org/drawingml/2006/main">
            <a:r>
              <a:t>    "label": "Parsed and retained Gherkin",</a:t>
            </a:r>
          </a:p>
          <a:p xmlns:a="http://schemas.openxmlformats.org/drawingml/2006/main">
            <a:r>
              <a:t>    "status": "gap",</a:t>
            </a:r>
          </a:p>
          <a:p xmlns:a="http://schemas.openxmlformats.org/drawingml/2006/main">
            <a:r>
              <a:t>    "detail": "Parsed scenario prose for read-capability-dsl-source differs from its retained source bytes. Both are preserved.",</a:t>
            </a:r>
          </a:p>
          <a:p xmlns:a="http://schemas.openxmlformats.org/drawingml/2006/main">
            <a:r>
              <a:t>    "sourceRef": "model:feature_version/183046"</a:t>
            </a:r>
          </a:p>
          <a:p xmlns:a="http://schemas.openxmlformats.org/drawingml/2006/main">
            <a:r>
              <a:t>  },</a:t>
            </a:r>
          </a:p>
          <a:p xmlns:a="http://schemas.openxmlformats.org/drawingml/2006/main">
            <a:r>
              <a:t>  {</a:t>
            </a:r>
          </a:p>
          <a:p xmlns:a="http://schemas.openxmlformats.org/drawingml/2006/main">
            <a:r>
              <a:t>    "label": "Scenario authority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"Port binding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call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model:scenario_version/91982</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a:t>
            </a:r>
          </a:p>
          <a:p xmlns:a="http://schemas.openxmlformats.org/drawingml/2006/main">
            <a:r>
              <a:t>[</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"scenario:read-capability-dsl-source",</a:t>
            </a:r>
          </a:p>
          <a:p xmlns:a="http://schemas.openxmlformats.org/drawingml/2006/main">
            <a:r>
              <a:t>    "label": "Read capability dsl source",</a:t>
            </a:r>
          </a:p>
          <a:p xmlns:a="http://schemas.openxmlformats.org/drawingml/2006/main">
            <a:r>
              <a:t>    "kind": "scenario",</a:t>
            </a:r>
          </a:p>
          <a:p xmlns:a="http://schemas.openxmlformats.org/drawingml/2006/main">
            <a:r>
              <a:t>    "ref": "graph:/scenarios/0",</a:t>
            </a:r>
          </a:p>
          <a:p xmlns:a="http://schemas.openxmlformats.org/drawingml/2006/main">
            <a:r>
              <a:t>    "missing": false,</a:t>
            </a:r>
          </a:p>
          <a:p xmlns:a="http://schemas.openxmlformats.org/drawingml/2006/main">
            <a:r>
              <a:t>    "reachable": true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"code": "FEATURE_PROSE_DIFFERS_FROM_SOURCE",</a:t>
            </a:r>
          </a:p>
          <a:p xmlns:a="http://schemas.openxmlformats.org/drawingml/2006/main">
            <a:r>
              <a:t>    "label": "Parsed and retained Gherkin",</a:t>
            </a:r>
          </a:p>
          <a:p xmlns:a="http://schemas.openxmlformats.org/drawingml/2006/main">
            <a:r>
              <a:t>    "message": "Parsed scenario prose for read-capability-dsl-source differs from its retained source bytes. Both are preserved.",</a:t>
            </a:r>
          </a:p>
          <a:p xmlns:a="http://schemas.openxmlformats.org/drawingml/2006/main">
            <a:r>
              <a:t>    "sourceRef": "model:feature_version/183046"</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"identity": {</a:t>
            </a:r>
          </a:p>
          <a:p xmlns:a="http://schemas.openxmlformats.org/drawingml/2006/main">
            <a:r>
              <a:t>    "capabilityId": "read-capability-dsl-source",</a:t>
            </a:r>
          </a:p>
          <a:p xmlns:a="http://schemas.openxmlformats.org/drawingml/2006/main">
            <a:r>
              <a:t>    "namespaceId": "sidefx:capabilities",</a:t>
            </a:r>
          </a:p>
          <a:p xmlns:a="http://schemas.openxmlformats.org/drawingml/2006/main">
            <a:r>
              <a:t>    "estateModelId": "34",</a:t>
            </a:r>
          </a:p>
          <a:p xmlns:a="http://schemas.openxmlformats.org/drawingml/2006/main">
            <a:r>
              <a:t>    "capabilityPk": "111389",</a:t>
            </a:r>
          </a:p>
          <a:p xmlns:a="http://schemas.openxmlformats.org/drawingml/2006/main">
            <a:r>
              <a:t>    "capabilityVersionPk": "4852209",</a:t>
            </a:r>
          </a:p>
          <a:p xmlns:a="http://schemas.openxmlformats.org/drawingml/2006/main">
            <a:r>
              <a:t>    "definitionPk": "242218",</a:t>
            </a:r>
          </a:p>
          <a:p xmlns:a="http://schemas.openxmlformats.org/drawingml/2006/main">
            <a:r>
              <a:t>    "definitionDigest": "42a00796d772c0a9e75b98707a4ba98aecb907effae0a66020e4f4edb4c60c60",</a:t>
            </a:r>
          </a:p>
          <a:p xmlns:a="http://schemas.openxmlformats.org/drawingml/2006/main">
            <a:r>
              <a:t>    "name": "read-capability-dsl-source",</a:t>
            </a:r>
          </a:p>
          <a:p xmlns:a="http://schemas.openxmlformats.org/drawingml/2006/main">
            <a:r>
              <a:t>    "actor": "caller",</a:t>
            </a:r>
          </a:p>
          <a:p xmlns:a="http://schemas.openxmlformats.org/drawingml/2006/main">
            <a:r>
              <a:t>    "intent": "Read the DSL authoring sources retained at capability authoring time, byte-exact with digests and authoring references",</a:t>
            </a:r>
          </a:p>
          <a:p xmlns:a="http://schemas.openxmlformats.org/drawingml/2006/main">
            <a:r>
              <a:t>    "outcome": "The retained sources READ; an invalid request refuses",</a:t>
            </a:r>
          </a:p>
          <a:p xmlns:a="http://schemas.openxmlformats.org/drawingml/2006/main">
            <a:r>
              <a:t>    "experiencePromise": "Read the DSL authoring sources retained at capability authoring time, byte-exact with digests and authoring references",</a:t>
            </a:r>
          </a:p>
          <a:p xmlns:a="http://schemas.openxmlformats.org/drawingml/2006/main">
            <a:r>
              <a:t>    "rootScenarioId": "read-capability-dsl-source",</a:t>
            </a:r>
          </a:p>
          <a:p xmlns:a="http://schemas.openxmlformats.org/drawingml/2006/main">
            <a:r>
              <a:t>    "declaredRootScenarioId": "read-capability-dsl-source",</a:t>
            </a:r>
          </a:p>
          <a:p xmlns:a="http://schemas.openxmlformats.org/drawingml/2006/main">
            <a:r>
              <a:t>    "mode": "capability",</a:t>
            </a:r>
          </a:p>
          <a:p xmlns:a="http://schemas.openxmlformats.org/drawingml/2006/main">
            <a:r>
              <a:t>    "experienceId": "read-capability-dsl-source.v1",</a:t>
            </a:r>
          </a:p>
          <a:p xmlns:a="http://schemas.openxmlformats.org/drawingml/2006/main">
            <a:r>
              <a:t>    "observableConditions": [</a:t>
            </a:r>
          </a:p>
          <a:p xmlns:a="http://schemas.openxmlformats.org/drawingml/2006/main">
            <a:r>
              <a:t>      {</a:t>
            </a:r>
          </a:p>
          <a:p xmlns:a="http://schemas.openxmlformats.org/drawingml/2006/main">
            <a:r>
              <a:t>        "id": "read-capability-dsl-source",</a:t>
            </a:r>
          </a:p>
          <a:p xmlns:a="http://schemas.openxmlformats.org/drawingml/2006/main">
            <a:r>
              <a:t>        "statement": ""</a:t>
            </a:r>
          </a:p>
          <a:p xmlns:a="http://schemas.openxmlformats.org/drawingml/2006/main">
            <a:r>
              <a:t>      }</a:t>
            </a:r>
          </a:p>
          <a:p xmlns:a="http://schemas.openxmlformats.org/drawingml/2006/main">
            <a:r>
              <a:t>    ],</a:t>
            </a:r>
          </a:p>
          <a:p xmlns:a="http://schemas.openxmlformats.org/drawingml/2006/main">
            <a:r>
              <a:t>    "meaningSourceRef": "model:semantic_object_definition/242218/semantics/authority"</a:t>
            </a:r>
          </a:p>
          <a:p xmlns:a="http://schemas.openxmlformats.org/drawingml/2006/main">
            <a:r>
              <a:t>  },</a:t>
            </a:r>
          </a:p>
          <a:p xmlns:a="http://schemas.openxmlformats.org/drawingml/2006/main">
            <a:r>
              <a:t>  "provenance": {</a:t>
            </a:r>
          </a:p>
          <a:p xmlns:a="http://schemas.openxmlformats.org/drawingml/2006/main">
            <a:r>
              <a:t>    "adapter": "sql-server-snapshot.v1",</a:t>
            </a:r>
          </a:p>
          <a:p xmlns:a="http://schemas.openxmlformats.org/drawingml/2006/main">
            <a:r>
              <a:t>    "isolation": "SNAPSHOT",</a:t>
            </a:r>
          </a:p>
          <a:p xmlns:a="http://schemas.openxmlformats.org/drawingml/2006/main">
            <a:r>
              <a:t>    "queryDigest": "ba0f3ec3f7f7d9bff54094b1def32289a6ce38b329bd8a92e975da8aba3731f7",</a:t>
            </a:r>
          </a:p>
          <a:p xmlns:a="http://schemas.openxmlformats.org/drawingml/2006/main">
            <a:r>
              <a:t>    "graphFunctionDigest": "c12b3855f06d765b401438aa82caedf4d248bd88713a44d1aff3c9092c14700a",</a:t>
            </a:r>
          </a:p>
          <a:p xmlns:a="http://schemas.openxmlformats.org/drawingml/2006/main">
            <a:r>
              <a:t>    "graphDigest": "d15a5501bdadb004b888f1ca35dd087d25a1a234d08d361c2666fb6476aa4160",</a:t>
            </a:r>
          </a:p>
          <a:p xmlns:a="http://schemas.openxmlformats.org/drawingml/2006/main">
            <a:r>
              <a:t>    "selection": "current estate capability version and its declared scenario closure"</a:t>
            </a:r>
          </a:p>
          <a:p xmlns:a="http://schemas.openxmlformats.org/drawingml/2006/main">
            <a:r>
              <a:t>  },</a:t>
            </a:r>
          </a:p>
          <a:p xmlns:a="http://schemas.openxmlformats.org/drawingml/2006/main">
            <a:r>
              <a:t>  "snapshotDigest": "734ca73fdf67e4726120180a2426181532ab2c9c02d15ae6c44a0d02aeaa1103",</a:t>
            </a:r>
          </a:p>
          <a:p xmlns:a="http://schemas.openxmlformats.org/drawingml/2006/main">
            <a:r>
              <a:t>  "checks": [</a:t>
            </a:r>
          </a:p>
          <a:p xmlns:a="http://schemas.openxmlformats.org/drawingml/2006/main">
            <a:r>
              <a:t>    {</a:t>
            </a:r>
          </a:p>
          <a:p xmlns:a="http://schemas.openxmlformats.org/drawingml/2006/main">
            <a:r>
              <a:t>      "label": "Scenario authority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"Port binding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call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"Parsed and retained Gherkin",</a:t>
            </a:r>
          </a:p>
          <a:p xmlns:a="http://schemas.openxmlformats.org/drawingml/2006/main">
            <a:r>
              <a:t>      "status": "gap",</a:t>
            </a:r>
          </a:p>
          <a:p xmlns:a="http://schemas.openxmlformats.org/drawingml/2006/main">
            <a:r>
              <a:t>      "detail": "Parsed scenario prose for read-capability-dsl-source differs from its retained source bytes. Both are preserved.",</a:t>
            </a:r>
          </a:p>
          <a:p xmlns:a="http://schemas.openxmlformats.org/drawingml/2006/main">
            <a:r>
              <a:t>      "sourceRef": "model:feature_version/183046"</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Interpretation / scope: Hashes identify retained evidence; they do not certify the capability’s behavior or the truth of an inferred explanation.</a:t>
            </a:r>
          </a:p>
          <a:p xmlns:a="http://schemas.openxmlformats.org/drawingml/2006/main">
            <a:r>
              <a:t/>
            </a:r>
          </a:p>
          <a:p xmlns:a="http://schemas.openxmlformats.org/drawingml/2006/main">
            <a:r>
              <a:t>Evidence references:</a:t>
            </a:r>
          </a:p>
          <a:p xmlns:a="http://schemas.openxmlformats.org/drawingml/2006/main">
            <a:r>
              <a:t>model:capability_version/4852209</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read-capability-dsl-source result:</a:t>
            </a:r>
          </a:p>
          <a:p xmlns:a="http://schemas.openxmlformats.org/drawingml/2006/main">
            <a:r>
              <a:t>{</a:t>
            </a:r>
          </a:p>
          <a:p xmlns:a="http://schemas.openxmlformats.org/drawingml/2006/main">
            <a:r>
              <a:t>  "capabilityId": "read-capability-dsl-source",</a:t>
            </a:r>
          </a:p>
          <a:p xmlns:a="http://schemas.openxmlformats.org/drawingml/2006/main">
            <a:r>
              <a:t>  "sourceKind": "original",</a:t>
            </a:r>
          </a:p>
          <a:p xmlns:a="http://schemas.openxmlformats.org/drawingml/2006/main">
            <a:r>
              <a:t>  "contentDigest": "sha256:c59e0e7ef2494147515c468c854ae4f3f0f5c253008f079a2537ccc14e04067a",</a:t>
            </a:r>
          </a:p>
          <a:p xmlns:a="http://schemas.openxmlformats.org/drawingml/2006/main">
            <a:r>
              <a:t>  "byteLength": 1290,</a:t>
            </a:r>
          </a:p>
          <a:p xmlns:a="http://schemas.openxmlformats.org/drawingml/2006/main">
            <a:r>
              <a:t>  "authoringRef": "capability-from-dsl",</a:t>
            </a:r>
          </a:p>
          <a:p xmlns:a="http://schemas.openxmlformats.org/drawingml/2006/main">
            <a:r>
              <a:t>  "recordedDate": "2026-10-15T19:05:26.431",</a:t>
            </a:r>
          </a:p>
          <a:p xmlns:a="http://schemas.openxmlformats.org/drawingml/2006/main">
            <a:r>
              <a:t>  "readRunId": "2aa63f5e-424b-40ea-bfc9-5ba798e29e81"</a:t>
            </a:r>
          </a:p>
          <a:p xmlns:a="http://schemas.openxmlformats.org/drawingml/2006/main">
            <a:r>
              <a:t>}</a:t>
            </a:r>
          </a:p>
          <a:p xmlns:a="http://schemas.openxmlformats.org/drawingml/2006/main">
            <a:r>
              <a:t/>
            </a:r>
          </a:p>
          <a:p xmlns:a="http://schemas.openxmlformats.org/drawingml/2006/main">
            <a:r>
              <a:t>Source (verbatim):</a:t>
            </a:r>
          </a:p>
          <a:p xmlns:a="http://schemas.openxmlformats.org/drawingml/2006/main">
            <a:r>
              <a:t># a retained DSL source read: authored capability sources returned byte-exact with digests</a:t>
            </a:r>
          </a:p>
          <a:p xmlns:a="http://schemas.openxmlformats.org/drawingml/2006/main">
            <a:r>
              <a:t>capability read-capability-dsl-source</a:t>
            </a:r>
          </a:p>
          <a:p xmlns:a="http://schemas.openxmlformats.org/drawingml/2006/main">
            <a:r>
              <a:t>intent: Read the DSL authoring sources retained at capability authoring time, byte-exact with digests and authoring references</a:t>
            </a:r>
          </a:p>
          <a:p xmlns:a="http://schemas.openxmlformats.org/drawingml/2006/main">
            <a:r>
              <a:t>outcome: The retained sources READ; an invalid request refuses</a:t>
            </a:r>
          </a:p>
          <a:p xmlns:a="http://schemas.openxmlformats.org/drawingml/2006/main">
            <a:r>
              <a:t>input contract read-capability-dsl-source-request.v1 { "type":"object","additionalProperties":false,"properties":{"capabilityId":{"type":"string","minLength":1,"maxLength":200}} }</a:t>
            </a:r>
          </a:p>
          <a:p xmlns:a="http://schemas.openxmlformats.org/drawingml/2006/main">
            <a:r>
              <a:t>output contract read-capability-dsl-source-result.v1 { "type":"object","required":["contractId","status"],"properties":{"contractId":{"const":"capability-dsl-sources.v1"},"status":{"const":"READ"}} }</a:t>
            </a:r>
          </a:p>
          <a:p xmlns:a="http://schemas.openxmlformats.org/drawingml/2006/main">
            <a:r>
              <a:t>cli display outcome as json</a:t>
            </a:r>
          </a:p>
          <a:p xmlns:a="http://schemas.openxmlformats.org/drawingml/2006/main">
            <a:r>
              <a:t>scenario read-capability-dsl-source root terminal</a:t>
            </a:r>
          </a:p>
          <a:p xmlns:a="http://schemas.openxmlformats.org/drawingml/2006/main">
            <a:r>
              <a:t>given: capabilities authored from DSL exist in the estate with retained sources</a:t>
            </a:r>
          </a:p>
          <a:p xmlns:a="http://schemas.openxmlformats.org/drawingml/2006/main">
            <a:r>
              <a:t>when: the retained sources are read over rows</a:t>
            </a:r>
          </a:p>
          <a:p xmlns:a="http://schemas.openxmlformats.org/drawingml/2006/main">
            <a:r>
              <a:t>then: exact source bytes, digests and authoring references return</a:t>
            </a:r>
          </a:p>
          <a:p xmlns:a="http://schemas.openxmlformats.org/drawingml/2006/main">
            <a:r>
              <a:t>operation read-capability-dsl-source.read kind invoke-port port capability-dsl-source-read</a:t>
            </a:r>
          </a:p>
          <a:p xmlns:a="http://schemas.openxmlformats.org/drawingml/2006/main">
            <a:r>
              <a:t>bind capability-dsl-source-read</a:t>
            </a:r>
          </a:p>
          <a:p xmlns:a="http://schemas.openxmlformats.org/drawingml/2006/main">
            <a:r>
              <a:t>platform: sda-embodiment-plan-port.v1</a:t>
            </a:r>
          </a:p>
          <a:p xmlns:a="http://schemas.openxmlformats.org/drawingml/2006/main">
            <a:r>
              <a:t>provider: sda-declared-read-graph-provider.v1</a:t>
            </a:r>
          </a:p>
          <a:p xmlns:a="http://schemas.openxmlformats.org/drawingml/2006/main">
            <a:r>
              <a:t>statement: EXEC analysis.read_capability_dsl_source @input=@input,@estate_model_pk=@estate_model_pk;</a:t>
            </a:r>
          </a:p>
          <a:p xmlns:a="http://schemas.openxmlformats.org/drawingml/2006/main">
            <a:r>
              <a:t>result: value</a:t>
            </a:r>
          </a:p>
          <a:p xmlns:a="http://schemas.openxmlformats.org/drawingml/2006/main">
            <a:r>
              <a:t/>
            </a:r>
          </a:p>
          <a:p xmlns:a="http://schemas.openxmlformats.org/drawingml/2006/main">
            <a:r>
              <a:t>Interpretation / scope: The source is returned byte-exact by read-capability-dsl-source (the content digest verified against the retained bytes); the authoring receipt reference is the capability-from-dsl change receipt, whose source_digest names this text.</a:t>
            </a:r>
          </a:p>
          <a:p xmlns:a="http://schemas.openxmlformats.org/drawingml/2006/main">
            <a:r>
              <a:t/>
            </a:r>
          </a:p>
          <a:p xmlns:a="http://schemas.openxmlformats.org/drawingml/2006/main">
            <a:r>
              <a:t>Evidence references:</a:t>
            </a:r>
          </a:p>
          <a:p xmlns:a="http://schemas.openxmlformats.org/drawingml/2006/main">
            <a:r>
              <a:t>api-run:2aa63f5e-424b-40ea-bfc9-5ba798e29e81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"status": "SNAPSHOT_MATCH",</a:t>
            </a:r>
          </a:p>
          <a:p xmlns:a="http://schemas.openxmlformats.org/drawingml/2006/main">
            <a:r>
              <a:t>  "capturedUtc": "2026-10-15T20:08:38.8199662",</a:t>
            </a:r>
          </a:p>
          <a:p xmlns:a="http://schemas.openxmlformats.org/drawingml/2006/main">
            <a:r>
              <a:t>  "sourceRef": "snapshot:/inspection",</a:t>
            </a:r>
          </a:p>
          <a:p xmlns:a="http://schemas.openxmlformats.org/drawingml/2006/main">
            <a:r>
              <a:t>  "executionBasis": "selected reading statements under sidefx_reader; not target execution",</a:t>
            </a:r>
          </a:p>
          <a:p xmlns:a="http://schemas.openxmlformats.org/drawingml/2006/main">
            <a:r>
              <a:t>  "readings": [</a:t>
            </a:r>
          </a:p>
          <a:p xmlns:a="http://schemas.openxmlformats.org/drawingml/2006/main">
            <a:r>
              <a:t>    {</a:t>
            </a:r>
          </a:p>
          <a:p xmlns:a="http://schemas.openxmlformats.org/drawingml/2006/main">
            <a:r>
              <a:t>      "reading": "platform-binding-without-provider",</a:t>
            </a:r>
          </a:p>
          <a:p xmlns:a="http://schemas.openxmlformats.org/drawingml/2006/main">
            <a:r>
              <a:t>      "kind": "detection",</a:t>
            </a:r>
          </a:p>
          <a:p xmlns:a="http://schemas.openxmlformats.org/drawingml/2006/main">
            <a:r>
              <a:t>      "status": "READ",</a:t>
            </a:r>
          </a:p>
          <a:p xmlns:a="http://schemas.openxmlformats.org/drawingml/2006/main">
            <a:r>
              <a:t>      "sourceRef": "snapshot:/inspection/readings/0",</a:t>
            </a:r>
          </a:p>
          <a:p xmlns:a="http://schemas.openxmlformats.org/drawingml/2006/main">
            <a:r>
              <a:t>      "portDefinitionPk": 213887,</a:t>
            </a:r>
          </a:p>
          <a:p xmlns:a="http://schemas.openxmlformats.org/drawingml/2006/main">
            <a:r>
              <a:t>      "statementDigest": "ef8e14419d25034009b54f56b390e56539cca7fc20b815dc113f55ea14146bcb"</a:t>
            </a:r>
          </a:p>
          <a:p xmlns:a="http://schemas.openxmlformats.org/drawingml/2006/main">
            <a:r>
              <a:t>    },</a:t>
            </a:r>
          </a:p>
          <a:p xmlns:a="http://schemas.openxmlformats.org/drawingml/2006/main">
            <a:r>
              <a:t>    {</a:t>
            </a:r>
          </a:p>
          <a:p xmlns:a="http://schemas.openxmlformats.org/drawingml/2006/main">
            <a:r>
              <a:t>      "reading": "invocation-condition-path-absent",</a:t>
            </a:r>
          </a:p>
          <a:p xmlns:a="http://schemas.openxmlformats.org/drawingml/2006/main">
            <a:r>
              <a:t>      "kind": "detection",</a:t>
            </a:r>
          </a:p>
          <a:p xmlns:a="http://schemas.openxmlformats.org/drawingml/2006/main">
            <a:r>
              <a:t>      "status": "READ",</a:t>
            </a:r>
          </a:p>
          <a:p xmlns:a="http://schemas.openxmlformats.org/drawingml/2006/main">
            <a:r>
              <a:t>      "sourceRef": "snapshot:/inspection/readings/1",</a:t>
            </a:r>
          </a:p>
          <a:p xmlns:a="http://schemas.openxmlformats.org/drawingml/2006/main">
            <a:r>
              <a:t>      "portDefinitionPk": 213893,</a:t>
            </a:r>
          </a:p>
          <a:p xmlns:a="http://schemas.openxmlformats.org/drawingml/2006/main">
            <a:r>
              <a:t>      "statementDigest": "d1dbbffc9ebcba3129f6f13cac266dd37658f020c1bbfab1a03b62a687d87ae5"</a:t>
            </a:r>
          </a:p>
          <a:p xmlns:a="http://schemas.openxmlformats.org/drawingml/2006/main">
            <a:r>
              <a:t>    },</a:t>
            </a:r>
          </a:p>
          <a:p xmlns:a="http://schemas.openxmlformats.org/drawingml/2006/main">
            <a:r>
              <a:t>    {</a:t>
            </a:r>
          </a:p>
          <a:p xmlns:a="http://schemas.openxmlformats.org/drawingml/2006/main">
            <a:r>
              <a:t>      "reading": "invocation-request-path-absent",</a:t>
            </a:r>
          </a:p>
          <a:p xmlns:a="http://schemas.openxmlformats.org/drawingml/2006/main">
            <a:r>
              <a:t>      "kind": "detection",</a:t>
            </a:r>
          </a:p>
          <a:p xmlns:a="http://schemas.openxmlformats.org/drawingml/2006/main">
            <a:r>
              <a:t>      "status": "READ",</a:t>
            </a:r>
          </a:p>
          <a:p xmlns:a="http://schemas.openxmlformats.org/drawingml/2006/main">
            <a:r>
              <a:t>      "sourceRef": "snapshot:/inspection/readings/2",</a:t>
            </a:r>
          </a:p>
          <a:p xmlns:a="http://schemas.openxmlformats.org/drawingml/2006/main">
            <a:r>
              <a:t>      "portDefinitionPk": 213899,</a:t>
            </a:r>
          </a:p>
          <a:p xmlns:a="http://schemas.openxmlformats.org/drawingml/2006/main">
            <a:r>
              <a:t>      "statementDigest": "5123b7bcd96b83359fe2407713e28e42ac08065adc958ce7d4150a178c76d89e"</a:t>
            </a:r>
          </a:p>
          <a:p xmlns:a="http://schemas.openxmlformats.org/drawingml/2006/main">
            <a:r>
              <a:t>    },</a:t>
            </a:r>
          </a:p>
          <a:p xmlns:a="http://schemas.openxmlformats.org/drawingml/2006/main">
            <a:r>
              <a:t>    {</a:t>
            </a:r>
          </a:p>
          <a:p xmlns:a="http://schemas.openxmlformats.org/drawingml/2006/main">
            <a:r>
              <a:t>      "reading": "feature-binding-drift",</a:t>
            </a:r>
          </a:p>
          <a:p xmlns:a="http://schemas.openxmlformats.org/drawingml/2006/main">
            <a:r>
              <a:t>      "kind": "detection",</a:t>
            </a:r>
          </a:p>
          <a:p xmlns:a="http://schemas.openxmlformats.org/drawingml/2006/main">
            <a:r>
              <a:t>      "status": "READ",</a:t>
            </a:r>
          </a:p>
          <a:p xmlns:a="http://schemas.openxmlformats.org/drawingml/2006/main">
            <a:r>
              <a:t>      "sourceRef": "snapshot:/inspection/readings/3",</a:t>
            </a:r>
          </a:p>
          <a:p xmlns:a="http://schemas.openxmlformats.org/drawingml/2006/main">
            <a:r>
              <a:t>      "portDefinitionPk": 213905,</a:t>
            </a:r>
          </a:p>
          <a:p xmlns:a="http://schemas.openxmlformats.org/drawingml/2006/main">
            <a:r>
              <a:t>      "statementDigest": "efa0bb5a155014b403e2c37a0aaf7d314b94179500fbfa781631b02244b1ded3"</a:t>
            </a:r>
          </a:p>
          <a:p xmlns:a="http://schemas.openxmlformats.org/drawingml/2006/main">
            <a:r>
              <a:t>    },</a:t>
            </a:r>
          </a:p>
          <a:p xmlns:a="http://schemas.openxmlformats.org/drawingml/2006/main">
            <a:r>
              <a:t>    {</a:t>
            </a:r>
          </a:p>
          <a:p xmlns:a="http://schemas.openxmlformats.org/drawingml/2006/main">
            <a:r>
              <a:t>      "reading": "declaration-cycle",</a:t>
            </a:r>
          </a:p>
          <a:p xmlns:a="http://schemas.openxmlformats.org/drawingml/2006/main">
            <a:r>
              <a:t>      "kind": "detection",</a:t>
            </a:r>
          </a:p>
          <a:p xmlns:a="http://schemas.openxmlformats.org/drawingml/2006/main">
            <a:r>
              <a:t>      "status": "READ",</a:t>
            </a:r>
          </a:p>
          <a:p xmlns:a="http://schemas.openxmlformats.org/drawingml/2006/main">
            <a:r>
              <a:t>      "sourceRef": "snapshot:/inspection/readings/4",</a:t>
            </a:r>
          </a:p>
          <a:p xmlns:a="http://schemas.openxmlformats.org/drawingml/2006/main">
            <a:r>
              <a:t>      "portDefinitionPk": 213911,</a:t>
            </a:r>
          </a:p>
          <a:p xmlns:a="http://schemas.openxmlformats.org/drawingml/2006/main">
            <a:r>
              <a:t>      "statementDigest": "5c9470f8c8d00e95950ee82017fe806cb8ccde6bd2108a8852b444dd825e0dcf"</a:t>
            </a:r>
          </a:p>
          <a:p xmlns:a="http://schemas.openxmlformats.org/drawingml/2006/main">
            <a:r>
              <a:t>    },</a:t>
            </a:r>
          </a:p>
          <a:p xmlns:a="http://schemas.openxmlformats.org/drawingml/2006/main">
            <a:r>
              <a:t>    {</a:t>
            </a:r>
          </a:p>
          <a:p xmlns:a="http://schemas.openxmlformats.org/drawingml/2006/main">
            <a:r>
              <a:t>      "reading": "contract-satisfiability",</a:t>
            </a:r>
          </a:p>
          <a:p xmlns:a="http://schemas.openxmlformats.org/drawingml/2006/main">
            <a:r>
              <a:t>      "kind": "verification",</a:t>
            </a:r>
          </a:p>
          <a:p xmlns:a="http://schemas.openxmlformats.org/drawingml/2006/main">
            <a:r>
              <a:t>      "status": "READ",</a:t>
            </a:r>
          </a:p>
          <a:p xmlns:a="http://schemas.openxmlformats.org/drawingml/2006/main">
            <a:r>
              <a:t>      "sourceRef": "snapshot:/inspection/readings/5",</a:t>
            </a:r>
          </a:p>
          <a:p xmlns:a="http://schemas.openxmlformats.org/drawingml/2006/main">
            <a:r>
              <a:t>      "portDefinitionPk": 213652,</a:t>
            </a:r>
          </a:p>
          <a:p xmlns:a="http://schemas.openxmlformats.org/drawingml/2006/main">
            <a:r>
              <a:t>      "statementDigest": "1a8829ec4c2002b0c29d14ac4b68dd0862c51e47d17d83be39489ced1c03cd70"</a:t>
            </a:r>
          </a:p>
          <a:p xmlns:a="http://schemas.openxmlformats.org/drawingml/2006/main">
            <a:r>
              <a:t>    },</a:t>
            </a:r>
          </a:p>
          <a:p xmlns:a="http://schemas.openxmlformats.org/drawingml/2006/main">
            <a:r>
              <a:t>    {</a:t>
            </a:r>
          </a:p>
          <a:p xmlns:a="http://schemas.openxmlformats.org/drawingml/2006/main">
            <a:r>
              <a:t>      "reading": "scenario-predicates",</a:t>
            </a:r>
          </a:p>
          <a:p xmlns:a="http://schemas.openxmlformats.org/drawingml/2006/main">
            <a:r>
              <a:t>      "kind": "verification",</a:t>
            </a:r>
          </a:p>
          <a:p xmlns:a="http://schemas.openxmlformats.org/drawingml/2006/main">
            <a:r>
              <a:t>      "status": "READ",</a:t>
            </a:r>
          </a:p>
          <a:p xmlns:a="http://schemas.openxmlformats.org/drawingml/2006/main">
            <a:r>
              <a:t>      "sourceRef": "snapshot:/inspection/readings/6",</a:t>
            </a:r>
          </a:p>
          <a:p xmlns:a="http://schemas.openxmlformats.org/drawingml/2006/main">
            <a:r>
              <a:t>      "portDefinitionPk": 213653,</a:t>
            </a:r>
          </a:p>
          <a:p xmlns:a="http://schemas.openxmlformats.org/drawingml/2006/main">
            <a:r>
              <a:t>      "statementDigest": "9df04ac421470fade96cdcb2536c865710af1184aa8076012cbfd51ce6ad10e8"</a:t>
            </a:r>
          </a:p>
          <a:p xmlns:a="http://schemas.openxmlformats.org/drawingml/2006/main">
            <a:r>
              <a:t>    },</a:t>
            </a:r>
          </a:p>
          <a:p xmlns:a="http://schemas.openxmlformats.org/drawingml/2006/main">
            <a:r>
              <a:t>    {</a:t>
            </a:r>
          </a:p>
          <a:p xmlns:a="http://schemas.openxmlformats.org/drawingml/2006/main">
            <a:r>
              <a:t>      "reading": "expression-semantics",</a:t>
            </a:r>
          </a:p>
          <a:p xmlns:a="http://schemas.openxmlformats.org/drawingml/2006/main">
            <a:r>
              <a:t>      "kind": "verification",</a:t>
            </a:r>
          </a:p>
          <a:p xmlns:a="http://schemas.openxmlformats.org/drawingml/2006/main">
            <a:r>
              <a:t>      "status": "READ",</a:t>
            </a:r>
          </a:p>
          <a:p xmlns:a="http://schemas.openxmlformats.org/drawingml/2006/main">
            <a:r>
              <a:t>      "sourceRef": "snapshot:/inspection/readings/7",</a:t>
            </a:r>
          </a:p>
          <a:p xmlns:a="http://schemas.openxmlformats.org/drawingml/2006/main">
            <a:r>
              <a:t>      "portDefinitionPk": 213654,</a:t>
            </a:r>
          </a:p>
          <a:p xmlns:a="http://schemas.openxmlformats.org/drawingml/2006/main">
            <a:r>
              <a:t>      "statementDigest": "dd760973e379b674ec53cc8402111308dd69800a61ba1652b4dbdbcb5b37f58e"</a:t>
            </a:r>
          </a:p>
          <a:p xmlns:a="http://schemas.openxmlformats.org/drawingml/2006/main">
            <a:r>
              <a:t>    },</a:t>
            </a:r>
          </a:p>
          <a:p xmlns:a="http://schemas.openxmlformats.org/drawingml/2006/main">
            <a:r>
              <a:t>    {</a:t>
            </a:r>
          </a:p>
          <a:p xmlns:a="http://schemas.openxmlformats.org/drawingml/2006/main">
            <a:r>
              <a:t>      "reading": "expression-totality",</a:t>
            </a:r>
          </a:p>
          <a:p xmlns:a="http://schemas.openxmlformats.org/drawingml/2006/main">
            <a:r>
              <a:t>      "kind": "verification",</a:t>
            </a:r>
          </a:p>
          <a:p xmlns:a="http://schemas.openxmlformats.org/drawingml/2006/main">
            <a:r>
              <a:t>      "status": "READ",</a:t>
            </a:r>
          </a:p>
          <a:p xmlns:a="http://schemas.openxmlformats.org/drawingml/2006/main">
            <a:r>
              <a:t>      "sourceRef": "snapshot:/inspection/readings/8",</a:t>
            </a:r>
          </a:p>
          <a:p xmlns:a="http://schemas.openxmlformats.org/drawingml/2006/main">
            <a:r>
              <a:t>      "portDefinitionPk": 213655,</a:t>
            </a:r>
          </a:p>
          <a:p xmlns:a="http://schemas.openxmlformats.org/drawingml/2006/main">
            <a:r>
              <a:t>      "statementDigest": "5b99decabbab72a73663e3df88f50f0b292084e8eaa60ab17fd2a1c74eaafe6d"</a:t>
            </a:r>
          </a:p>
          <a:p xmlns:a="http://schemas.openxmlformats.org/drawingml/2006/main">
            <a:r>
              <a:t>    },</a:t>
            </a:r>
          </a:p>
          <a:p xmlns:a="http://schemas.openxmlformats.org/drawingml/2006/main">
            <a:r>
              <a:t>    {</a:t>
            </a:r>
          </a:p>
          <a:p xmlns:a="http://schemas.openxmlformats.org/drawingml/2006/main">
            <a:r>
              <a:t>      "reading": "route-variant-coverage",</a:t>
            </a:r>
          </a:p>
          <a:p xmlns:a="http://schemas.openxmlformats.org/drawingml/2006/main">
            <a:r>
              <a:t>      "kind": "verification",</a:t>
            </a:r>
          </a:p>
          <a:p xmlns:a="http://schemas.openxmlformats.org/drawingml/2006/main">
            <a:r>
              <a:t>      "status": "READ",</a:t>
            </a:r>
          </a:p>
          <a:p xmlns:a="http://schemas.openxmlformats.org/drawingml/2006/main">
            <a:r>
              <a:t>      "sourceRef": "snapshot:/inspection/readings/9",</a:t>
            </a:r>
          </a:p>
          <a:p xmlns:a="http://schemas.openxmlformats.org/drawingml/2006/main">
            <a:r>
              <a:t>      "portDefinitionPk": 213656,</a:t>
            </a:r>
          </a:p>
          <a:p xmlns:a="http://schemas.openxmlformats.org/drawingml/2006/main">
            <a:r>
              <a:t>      "statementDigest": "384d29be525f3e3d94b9214a71332503aa8395c96ad3ae1bcda4f6f79daec9a0"</a:t>
            </a:r>
          </a:p>
          <a:p xmlns:a="http://schemas.openxmlformats.org/drawingml/2006/main">
            <a:r>
              <a:t>    },</a:t>
            </a:r>
          </a:p>
          <a:p xmlns:a="http://schemas.openxmlformats.org/drawingml/2006/main">
            <a:r>
              <a:t>    {</a:t>
            </a:r>
          </a:p>
          <a:p xmlns:a="http://schemas.openxmlformats.org/drawingml/2006/main">
            <a:r>
              <a:t>      "reading": "reachability-cycles",</a:t>
            </a:r>
          </a:p>
          <a:p xmlns:a="http://schemas.openxmlformats.org/drawingml/2006/main">
            <a:r>
              <a:t>      "kind": "verification",</a:t>
            </a:r>
          </a:p>
          <a:p xmlns:a="http://schemas.openxmlformats.org/drawingml/2006/main">
            <a:r>
              <a:t>      "status": "READ",</a:t>
            </a:r>
          </a:p>
          <a:p xmlns:a="http://schemas.openxmlformats.org/drawingml/2006/main">
            <a:r>
              <a:t>      "sourceRef": "snapshot:/inspection/readings/10",</a:t>
            </a:r>
          </a:p>
          <a:p xmlns:a="http://schemas.openxmlformats.org/drawingml/2006/main">
            <a:r>
              <a:t>      "portDefinitionPk": 213657,</a:t>
            </a:r>
          </a:p>
          <a:p xmlns:a="http://schemas.openxmlformats.org/drawingml/2006/main">
            <a:r>
              <a:t>      "statementDigest": "c59dd0b1c976b059941b6e79f4d8f6ee9a671df73ff4e368becd7cfcf007bbe9"</a:t>
            </a:r>
          </a:p>
          <a:p xmlns:a="http://schemas.openxmlformats.org/drawingml/2006/main">
            <a:r>
              <a:t>    },</a:t>
            </a:r>
          </a:p>
          <a:p xmlns:a="http://schemas.openxmlformats.org/drawingml/2006/main">
            <a:r>
              <a:t>    {</a:t>
            </a:r>
          </a:p>
          <a:p xmlns:a="http://schemas.openxmlformats.org/drawingml/2006/main">
            <a:r>
              <a:t>      "reading": "contract-face-compatibility",</a:t>
            </a:r>
          </a:p>
          <a:p xmlns:a="http://schemas.openxmlformats.org/drawingml/2006/main">
            <a:r>
              <a:t>      "kind": "verification",</a:t>
            </a:r>
          </a:p>
          <a:p xmlns:a="http://schemas.openxmlformats.org/drawingml/2006/main">
            <a:r>
              <a:t>      "status": "READ",</a:t>
            </a:r>
          </a:p>
          <a:p xmlns:a="http://schemas.openxmlformats.org/drawingml/2006/main">
            <a:r>
              <a:t>      "sourceRef": "snapshot:/inspection/readings/11",</a:t>
            </a:r>
          </a:p>
          <a:p xmlns:a="http://schemas.openxmlformats.org/drawingml/2006/main">
            <a:r>
              <a:t>      "portDefinitionPk": 213658,</a:t>
            </a:r>
          </a:p>
          <a:p xmlns:a="http://schemas.openxmlformats.org/drawingml/2006/main">
            <a:r>
              <a:t>      "statementDigest": "03d109a6181ae7cd728bf568d36d026d75300205ea95047f81578ab3a94bdf8d"</a:t>
            </a:r>
          </a:p>
          <a:p xmlns:a="http://schemas.openxmlformats.org/drawingml/2006/main">
            <a:r>
              <a:t>    },</a:t>
            </a:r>
          </a:p>
          <a:p xmlns:a="http://schemas.openxmlformats.org/drawingml/2006/main">
            <a:r>
              <a:t>    {</a:t>
            </a:r>
          </a:p>
          <a:p xmlns:a="http://schemas.openxmlformats.org/drawingml/2006/main">
            <a:r>
              <a:t>      "reading": "witnesses",</a:t>
            </a:r>
          </a:p>
          <a:p xmlns:a="http://schemas.openxmlformats.org/drawingml/2006/main">
            <a:r>
              <a:t>      "kind": "verification",</a:t>
            </a:r>
          </a:p>
          <a:p xmlns:a="http://schemas.openxmlformats.org/drawingml/2006/main">
            <a:r>
              <a:t>      "status": "READ",</a:t>
            </a:r>
          </a:p>
          <a:p xmlns:a="http://schemas.openxmlformats.org/drawingml/2006/main">
            <a:r>
              <a:t>      "sourceRef": "snapshot:/inspection/readings/12",</a:t>
            </a:r>
          </a:p>
          <a:p xmlns:a="http://schemas.openxmlformats.org/drawingml/2006/main">
            <a:r>
              <a:t>      "portDefinitionPk": 214823,</a:t>
            </a:r>
          </a:p>
          <a:p xmlns:a="http://schemas.openxmlformats.org/drawingml/2006/main">
            <a:r>
              <a:t>      "statementDigest": "beba5a5a5da35e9af05ec350112662c3a567fddadaf87f645f051c56623a6cdd"</a:t>
            </a:r>
          </a:p>
          <a:p xmlns:a="http://schemas.openxmlformats.org/drawingml/2006/main">
            <a:r>
              <a:t>    },</a:t>
            </a:r>
          </a:p>
          <a:p xmlns:a="http://schemas.openxmlformats.org/drawingml/2006/main">
            <a:r>
              <a:t>    {</a:t>
            </a:r>
          </a:p>
          <a:p xmlns:a="http://schemas.openxmlformats.org/drawingml/2006/main">
            <a:r>
              <a:t>      "reading": "capability-proof-obligations",</a:t>
            </a:r>
          </a:p>
          <a:p xmlns:a="http://schemas.openxmlformats.org/drawingml/2006/main">
            <a:r>
              <a:t>      "kind": "obligations",</a:t>
            </a:r>
          </a:p>
          <a:p xmlns:a="http://schemas.openxmlformats.org/drawingml/2006/main">
            <a:r>
              <a:t>      "status": "READ",</a:t>
            </a:r>
          </a:p>
          <a:p xmlns:a="http://schemas.openxmlformats.org/drawingml/2006/main">
            <a:r>
              <a:t>      "sourceRef": "snapshot:/inspection/readings/13",</a:t>
            </a:r>
          </a:p>
          <a:p xmlns:a="http://schemas.openxmlformats.org/drawingml/2006/main">
            <a:r>
              <a:t>      "portDefinitionPk": 212587,</a:t>
            </a:r>
          </a:p>
          <a:p xmlns:a="http://schemas.openxmlformats.org/drawingml/2006/main">
            <a:r>
              <a:t>      "statementDigest": "5ea033e6772909f94c5108d8a2bb8d1fe1357150e41d97b91af23bae0787ffc5"</a:t>
            </a:r>
          </a:p>
          <a:p xmlns:a="http://schemas.openxmlformats.org/drawingml/2006/main">
            <a:r>
              <a:t>    },</a:t>
            </a:r>
          </a:p>
          <a:p xmlns:a="http://schemas.openxmlformats.org/drawingml/2006/main">
            <a:r>
              <a:t>    {</a:t>
            </a:r>
          </a:p>
          <a:p xmlns:a="http://schemas.openxmlformats.org/drawingml/2006/main">
            <a:r>
              <a:t>      "reading": "retained-scenario-bugs",</a:t>
            </a:r>
          </a:p>
          <a:p xmlns:a="http://schemas.openxmlformats.org/drawingml/2006/main">
            <a:r>
              <a:t>      "kind": "detection",</a:t>
            </a:r>
          </a:p>
          <a:p xmlns:a="http://schemas.openxmlformats.org/drawingml/2006/main">
            <a:r>
              <a:t>      "status": "READ",</a:t>
            </a:r>
          </a:p>
          <a:p xmlns:a="http://schemas.openxmlformats.org/drawingml/2006/main">
            <a:r>
              <a:t>      "sourceRef": "snapshot:/inspection/readings/14",</a:t>
            </a:r>
          </a:p>
          <a:p xmlns:a="http://schemas.openxmlformats.org/drawingml/2006/main">
            <a:r>
              <a:t>      "portDefinitionPk": 214658,</a:t>
            </a:r>
          </a:p>
          <a:p xmlns:a="http://schemas.openxmlformats.org/drawingml/2006/main">
            <a:r>
              <a:t>      "statementDigest": "f1c48ee6f3c04e4032eab6a3b5b4ee8c990c94017c7314835fa2adadc9747398"</a:t>
            </a:r>
          </a:p>
          <a:p xmlns:a="http://schemas.openxmlformats.org/drawingml/2006/main">
            <a:r>
              <a:t>    }</a:t>
            </a:r>
          </a:p>
          <a:p xmlns:a="http://schemas.openxmlformats.org/drawingml/2006/main">
            <a:r>
              <a:t>  ],</a:t>
            </a:r>
          </a:p>
          <a:p xmlns:a="http://schemas.openxmlformats.org/drawingml/2006/main">
            <a:r>
              <a:t>  "checks": [</a:t>
            </a:r>
          </a:p>
          <a:p xmlns:a="http://schemas.openxmlformats.org/drawingml/2006/main">
            <a:r>
              <a:t>    {</a:t>
            </a:r>
          </a:p>
          <a:p xmlns:a="http://schemas.openxmlformats.org/drawingml/2006/main">
            <a:r>
              <a:t>      "id": "V1",</a:t>
            </a:r>
          </a:p>
          <a:p xmlns:a="http://schemas.openxmlformats.org/drawingml/2006/main">
            <a:r>
              <a:t>      "reading": "contract-satisfiability",</a:t>
            </a:r>
          </a:p>
          <a:p xmlns:a="http://schemas.openxmlformats.org/drawingml/2006/main">
            <a:r>
              <a:t>      "property": "contract-satisfiability",</a:t>
            </a:r>
          </a:p>
          <a:p xmlns:a="http://schemas.openxmlformats.org/drawingml/2006/main">
            <a:r>
              <a:t>      "subject": "read-capability-dsl-source-request.v1",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"input:read-capability-dsl-source"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"snapshot:/inspection/readings/5/document/rows/0",</a:t>
            </a:r>
          </a:p>
          <a:p xmlns:a="http://schemas.openxmlformats.org/drawingml/2006/main">
            <a:r>
              <a:t>      "rowIndex": 0,</a:t>
            </a:r>
          </a:p>
          <a:p xmlns:a="http://schemas.openxmlformats.org/drawingml/2006/main">
            <a:r>
              <a:t>      "raw": {</a:t>
            </a:r>
          </a:p>
          <a:p xmlns:a="http://schemas.openxmlformats.org/drawingml/2006/main">
            <a:r>
              <a:t>        "contract_id": "read-capability-dsl-source-request.v1",</a:t>
            </a:r>
          </a:p>
          <a:p xmlns:a="http://schemas.openxmlformats.org/drawingml/2006/main">
            <a:r>
              <a:t>        "namespace_id": "sidefx:contracts",</a:t>
            </a:r>
          </a:p>
          <a:p xmlns:a="http://schemas.openxmlformats.org/drawingml/2006/main">
            <a:r>
              <a:t>        "schema_digest": "66c80c8856c7d96ca7fe1373a357c420e6ee7ee34d69a9368dd68db077826d88",</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a:t>
            </a:r>
          </a:p>
          <a:p xmlns:a="http://schemas.openxmlformats.org/drawingml/2006/main">
            <a:r>
              <a:t>      "reading": "contract-satisfiability",</a:t>
            </a:r>
          </a:p>
          <a:p xmlns:a="http://schemas.openxmlformats.org/drawingml/2006/main">
            <a:r>
              <a:t>      "property": "contract-satisfiability",</a:t>
            </a:r>
          </a:p>
          <a:p xmlns:a="http://schemas.openxmlformats.org/drawingml/2006/main">
            <a:r>
              <a:t>      "subject": "read-capability-dsl-source-result.v1",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"outcome:read-capability-dsl-source"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"snapshot:/inspection/readings/5/document/rows/1",</a:t>
            </a:r>
          </a:p>
          <a:p xmlns:a="http://schemas.openxmlformats.org/drawingml/2006/main">
            <a:r>
              <a:t>      "rowIndex": 1,</a:t>
            </a:r>
          </a:p>
          <a:p xmlns:a="http://schemas.openxmlformats.org/drawingml/2006/main">
            <a:r>
              <a:t>      "raw": {</a:t>
            </a:r>
          </a:p>
          <a:p xmlns:a="http://schemas.openxmlformats.org/drawingml/2006/main">
            <a:r>
              <a:t>        "contract_id": "read-capability-dsl-source-result.v1",</a:t>
            </a:r>
          </a:p>
          <a:p xmlns:a="http://schemas.openxmlformats.org/drawingml/2006/main">
            <a:r>
              <a:t>        "namespace_id": "sidefx:contracts",</a:t>
            </a:r>
          </a:p>
          <a:p xmlns:a="http://schemas.openxmlformats.org/drawingml/2006/main">
            <a:r>
              <a:t>        "schema_digest": "4db45a7feaeadffba2c8165d2441d422614d97b5956d4fbd8db1ecb71f977b53",</a:t>
            </a:r>
          </a:p>
          <a:p xmlns:a="http://schemas.openxmlformats.org/drawingml/2006/main">
            <a:r>
              <a:t>        "schema_resolved": 1,</a:t>
            </a:r>
          </a:p>
          <a:p xmlns:a="http://schemas.openxmlformats.org/drawingml/2006/main">
            <a:r>
              <a:t>        "root_type": "object",</a:t>
            </a:r>
          </a:p>
          <a:p xmlns:a="http://schemas.openxmlformats.org/drawingml/2006/main">
            <a:r>
              <a:t>        "root_closed": 0,</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a:t>
            </a:r>
          </a:p>
          <a:p xmlns:a="http://schemas.openxmlformats.org/drawingml/2006/main">
            <a:r>
              <a:t>      "reading": "scenario-predicates",</a:t>
            </a:r>
          </a:p>
          <a:p xmlns:a="http://schemas.openxmlformats.org/drawingml/2006/main">
            <a:r>
              <a:t>      "property": "scenario-predicates",</a:t>
            </a:r>
          </a:p>
          <a:p xmlns:a="http://schemas.openxmlformats.org/drawingml/2006/main">
            <a:r>
              <a:t>      "subject": "read-capability-dsl-source",</a:t>
            </a:r>
          </a:p>
          <a:p xmlns:a="http://schemas.openxmlformats.org/drawingml/2006/main">
            <a:r>
              <a:t>      "disposition": "PROVED",</a:t>
            </a:r>
          </a:p>
          <a:p xmlns:a="http://schemas.openxmlformats.org/drawingml/2006/main">
            <a:r>
              <a:t>      "basis": "P_I and P_O both declared",</a:t>
            </a:r>
          </a:p>
          <a:p xmlns:a="http://schemas.openxmlformats.org/drawingml/2006/main">
            <a:r>
              <a:t>      "nodeIds": [</a:t>
            </a:r>
          </a:p>
          <a:p xmlns:a="http://schemas.openxmlformats.org/drawingml/2006/main">
            <a:r>
              <a:t>        "scenario:read-capability-dsl-source"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"snapshot:/inspection/readings/6/document/rows/0",</a:t>
            </a:r>
          </a:p>
          <a:p xmlns:a="http://schemas.openxmlformats.org/drawingml/2006/main">
            <a:r>
              <a:t>      "rowIndex": 0,</a:t>
            </a:r>
          </a:p>
          <a:p xmlns:a="http://schemas.openxmlformats.org/drawingml/2006/main">
            <a:r>
              <a:t>      "raw": {</a:t>
            </a:r>
          </a:p>
          <a:p xmlns:a="http://schemas.openxmlformats.org/drawingml/2006/main">
            <a:r>
              <a:t>        "capability_id": "read-capability-dsl-source",</a:t>
            </a:r>
          </a:p>
          <a:p xmlns:a="http://schemas.openxmlformats.org/drawingml/2006/main">
            <a:r>
              <a:t>        "scenario_id": "read-capability-dsl-source",</a:t>
            </a:r>
          </a:p>
          <a:p xmlns:a="http://schemas.openxmlformats.org/drawingml/2006/main">
            <a:r>
              <a:t>        "scenario_version_pk": 113594,</a:t>
            </a:r>
          </a:p>
          <a:p xmlns:a="http://schemas.openxmlformats.org/drawingml/2006/main">
            <a:r>
              <a:t>        "has_input_contract": 1,</a:t>
            </a:r>
          </a:p>
          <a:p xmlns:a="http://schemas.openxmlformats.org/drawingml/2006/main">
            <a:r>
              <a:t>        "has_outcome_contract": 1,</a:t>
            </a:r>
          </a:p>
          <a:p xmlns:a="http://schemas.openxmlformats.org/drawingml/2006/main">
            <a:r>
              <a:t>        "variants": 0,</a:t>
            </a:r>
          </a:p>
          <a:p xmlns:a="http://schemas.openxmlformats.org/drawingml/2006/main">
            <a:r>
              <a:t>        "disposition": "PROVED",</a:t>
            </a:r>
          </a:p>
          <a:p xmlns:a="http://schemas.openxmlformats.org/drawingml/2006/main">
            <a:r>
              <a:t>        "basis": "P_I and P_O both declared"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a:t>
            </a:r>
          </a:p>
          <a:p xmlns:a="http://schemas.openxmlformats.org/drawingml/2006/main">
            <a:r>
              <a:t>      "reading": "expression-semantics",</a:t>
            </a:r>
          </a:p>
          <a:p xmlns:a="http://schemas.openxmlformats.org/drawingml/2006/main">
            <a:r>
              <a:t>      "property": "expression-semantics",</a:t>
            </a:r>
          </a:p>
          <a:p xmlns:a="http://schemas.openxmlformats.org/drawingml/2006/main">
            <a:r>
              <a:t>      "subject": "array",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"snapshot:/inspection/readings/7/document/rows/0",</a:t>
            </a:r>
          </a:p>
          <a:p xmlns:a="http://schemas.openxmlformats.org/drawingml/2006/main">
            <a:r>
              <a:t>      "rowIndex": 0,</a:t>
            </a:r>
          </a:p>
          <a:p xmlns:a="http://schemas.openxmlformats.org/drawingml/2006/main">
            <a:r>
              <a:t>      "raw": {</a:t>
            </a:r>
          </a:p>
          <a:p xmlns:a="http://schemas.openxmlformats.org/drawingml/2006/main">
            <a:r>
              <a:t>        "operator": "array",</a:t>
            </a:r>
          </a:p>
          <a:p xmlns:a="http://schemas.openxmlformats.org/drawingml/2006/main">
            <a:r>
              <a:t>        "ruling_file": "conformance/execution-graph/mechanics/array.v1",</a:t>
            </a:r>
          </a:p>
          <a:p xmlns:a="http://schemas.openxmlformats.org/drawingml/2006/main">
            <a:r>
              <a:t>        "semantic_effect": "pure",</a:t>
            </a:r>
          </a:p>
          <a:p xmlns:a="http://schemas.openxmlformats.org/drawingml/2006/main">
            <a:r>
              <a:t>        "primary_decision": "construct from evaluated items",</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a:t>
            </a:r>
          </a:p>
          <a:p xmlns:a="http://schemas.openxmlformats.org/drawingml/2006/main">
            <a:r>
              <a:t>      "reading": "expression-semantics",</a:t>
            </a:r>
          </a:p>
          <a:p xmlns:a="http://schemas.openxmlformats.org/drawingml/2006/main">
            <a:r>
              <a:t>      "property": "expression-semantics",</a:t>
            </a:r>
          </a:p>
          <a:p xmlns:a="http://schemas.openxmlformats.org/drawingml/2006/main">
            <a:r>
              <a:t>      "subject": "base64-decode-utf8",</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a:t>
            </a:r>
          </a:p>
          <a:p xmlns:a="http://schemas.openxmlformats.org/drawingml/2006/main">
            <a:r>
              <a:t>      "rowIndex": 1,</a:t>
            </a:r>
          </a:p>
          <a:p xmlns:a="http://schemas.openxmlformats.org/drawingml/2006/main">
            <a:r>
              <a:t>      "raw": {</a:t>
            </a:r>
          </a:p>
          <a:p xmlns:a="http://schemas.openxmlformats.org/drawingml/2006/main">
            <a:r>
              <a:t>        "operator": "base64-decode-utf8",</a:t>
            </a:r>
          </a:p>
          <a:p xmlns:a="http://schemas.openxmlformats.org/drawingml/2006/main">
            <a:r>
              <a:t>        "ruling_file": "conformance/execution-graph/mechanics/base64-decode-utf8.v1",</a:t>
            </a:r>
          </a:p>
          <a:p xmlns:a="http://schemas.openxmlformats.org/drawingml/2006/main">
            <a:r>
              <a:t>        "semantic_effect": "pure",</a:t>
            </a:r>
          </a:p>
          <a:p xmlns:a="http://schemas.openxmlformats.org/drawingml/2006/main">
            <a:r>
              <a:t>        "primary_decision": "decode base64 text as UTF-8",</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"V6",</a:t>
            </a:r>
          </a:p>
          <a:p xmlns:a="http://schemas.openxmlformats.org/drawingml/2006/main">
            <a:r>
              <a:t>      "reading": "expression-semantics",</a:t>
            </a:r>
          </a:p>
          <a:p xmlns:a="http://schemas.openxmlformats.org/drawingml/2006/main">
            <a:r>
              <a:t>      "property": "expression-semantics",</a:t>
            </a:r>
          </a:p>
          <a:p xmlns:a="http://schemas.openxmlformats.org/drawingml/2006/main">
            <a:r>
              <a:t>      "subject": "bind-path",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a:t>
            </a:r>
          </a:p>
          <a:p xmlns:a="http://schemas.openxmlformats.org/drawingml/2006/main">
            <a:r>
              <a:t>      "rowIndex": 2,</a:t>
            </a:r>
          </a:p>
          <a:p xmlns:a="http://schemas.openxmlformats.org/drawingml/2006/main">
            <a:r>
              <a:t>      "raw": {</a:t>
            </a:r>
          </a:p>
          <a:p xmlns:a="http://schemas.openxmlformats.org/drawingml/2006/main">
            <a:r>
              <a:t>        "operator": "bind-path",</a:t>
            </a:r>
          </a:p>
          <a:p xmlns:a="http://schemas.openxmlformats.org/drawingml/2006/main">
            <a:r>
              <a:t>        "ruling_file": "conformance/execution-graph/mechanics/bind-path.v1",</a:t>
            </a:r>
          </a:p>
          <a:p xmlns:a="http://schemas.openxmlformats.org/drawingml/2006/main">
            <a:r>
              <a:t>        "semantic_effect": "pure",</a:t>
            </a:r>
          </a:p>
          <a:p xmlns:a="http://schemas.openxmlformats.org/drawingml/2006/main">
            <a:r>
              <a:t>        "primary_decision": "prototype segments refused (PROTOTYPE_SEGMENT_REJECTED); empty path refused (PATH_NOT_DECLARED); non-object carrier refused (OPERAND_NOT_OBJECT); result is a clone",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"V7",</a:t>
            </a:r>
          </a:p>
          <a:p xmlns:a="http://schemas.openxmlformats.org/drawingml/2006/main">
            <a:r>
              <a:t>      "reading": "expression-semantics",</a:t>
            </a:r>
          </a:p>
          <a:p xmlns:a="http://schemas.openxmlformats.org/drawingml/2006/main">
            <a:r>
              <a:t>      "property": "expression-semantics",</a:t>
            </a:r>
          </a:p>
          <a:p xmlns:a="http://schemas.openxmlformats.org/drawingml/2006/main">
            <a:r>
              <a:t>      "subject": "canonicalize",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a:t>
            </a:r>
          </a:p>
          <a:p xmlns:a="http://schemas.openxmlformats.org/drawingml/2006/main">
            <a:r>
              <a:t>      "rowIndex": 3,</a:t>
            </a:r>
          </a:p>
          <a:p xmlns:a="http://schemas.openxmlformats.org/drawingml/2006/main">
            <a:r>
              <a:t>      "raw": {</a:t>
            </a:r>
          </a:p>
          <a:p xmlns:a="http://schemas.openxmlformats.org/drawingml/2006/main">
            <a:r>
              <a:t>        "operator": "canonicalize",</a:t>
            </a:r>
          </a:p>
          <a:p xmlns:a="http://schemas.openxmlformats.org/drawingml/2006/main">
            <a:r>
              <a:t>        "ruling_file": "conformance/execution-graph/mechanics/canonicalize.v1",</a:t>
            </a:r>
          </a:p>
          <a:p xmlns:a="http://schemas.openxmlformats.org/drawingml/2006/main">
            <a:r>
              <a:t>        "semantic_effect": "pure",</a:t>
            </a:r>
          </a:p>
          <a:p xmlns:a="http://schemas.openxmlformats.org/drawingml/2006/main">
            <a:r>
              <a:t>        "primary_decision": "recursive sorted-key canonical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"V8",</a:t>
            </a:r>
          </a:p>
          <a:p xmlns:a="http://schemas.openxmlformats.org/drawingml/2006/main">
            <a:r>
              <a:t>      "reading": "expression-semantics",</a:t>
            </a:r>
          </a:p>
          <a:p xmlns:a="http://schemas.openxmlformats.org/drawingml/2006/main">
            <a:r>
              <a:t>      "property": "expression-semantics",</a:t>
            </a:r>
          </a:p>
          <a:p xmlns:a="http://schemas.openxmlformats.org/drawingml/2006/main">
            <a:r>
              <a:t>      "subject": "directed-graph-closure",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"snapshot:/inspection/readings/7/document/rows/4",</a:t>
            </a:r>
          </a:p>
          <a:p xmlns:a="http://schemas.openxmlformats.org/drawingml/2006/main">
            <a:r>
              <a:t>      "rowIndex": 4,</a:t>
            </a:r>
          </a:p>
          <a:p xmlns:a="http://schemas.openxmlformats.org/drawingml/2006/main">
            <a:r>
              <a:t>      "raw": {</a:t>
            </a:r>
          </a:p>
          <a:p xmlns:a="http://schemas.openxmlformats.org/drawingml/2006/main">
            <a:r>
              <a:t>        "operator": "directed-graph-closure",</a:t>
            </a:r>
          </a:p>
          <a:p xmlns:a="http://schemas.openxmlformats.org/drawingml/2006/main">
            <a:r>
              <a:t>        "ruling_file": "conformance/execution-graph/mechanics/directed-graph-closure.v1",</a:t>
            </a:r>
          </a:p>
          <a:p xmlns:a="http://schemas.openxmlformats.org/drawingml/2006/main">
            <a:r>
              <a:t>        "semantic_effect": "pure",</a:t>
            </a:r>
          </a:p>
          <a:p xmlns:a="http://schemas.openxmlformats.org/drawingml/2006/main">
            <a:r>
              <a:t>        "primary_decision": "lexical ordering by stable identity; reachability includes the zero-length path",</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"V9",</a:t>
            </a:r>
          </a:p>
          <a:p xmlns:a="http://schemas.openxmlformats.org/drawingml/2006/main">
            <a:r>
              <a:t>      "reading": "expression-semantics",</a:t>
            </a:r>
          </a:p>
          <a:p xmlns:a="http://schemas.openxmlformats.org/drawingml/2006/main">
            <a:r>
              <a:t>      "property": "expression-semantics",</a:t>
            </a:r>
          </a:p>
          <a:p xmlns:a="http://schemas.openxmlformats.org/drawingml/2006/main">
            <a:r>
              <a:t>      "subject": "equals",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"snapshot:/inspection/readings/7/document/rows/5",</a:t>
            </a:r>
          </a:p>
          <a:p xmlns:a="http://schemas.openxmlformats.org/drawingml/2006/main">
            <a:r>
              <a:t>      "rowIndex": 5,</a:t>
            </a:r>
          </a:p>
          <a:p xmlns:a="http://schemas.openxmlformats.org/drawingml/2006/main">
            <a:r>
              <a:t>      "raw": {</a:t>
            </a:r>
          </a:p>
          <a:p xmlns:a="http://schemas.openxmlformats.org/drawingml/2006/main">
            <a:r>
              <a:t>        "operator": "equals",</a:t>
            </a:r>
          </a:p>
          <a:p xmlns:a="http://schemas.openxmlformats.org/drawingml/2006/main">
            <a:r>
              <a:t>        "ruling_file": "conformance/execution-graph/mechanics/equals.v1",</a:t>
            </a:r>
          </a:p>
          <a:p xmlns:a="http://schemas.openxmlformats.org/drawingml/2006/main">
            <a:r>
              <a:t>        "semantic_effect": "pure",</a:t>
            </a:r>
          </a:p>
          <a:p xmlns:a="http://schemas.openxmlformats.org/drawingml/2006/main">
            <a:r>
              <a:t>        "primary_decision": "primitive values only; a non-primitive operand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"V10",</a:t>
            </a:r>
          </a:p>
          <a:p xmlns:a="http://schemas.openxmlformats.org/drawingml/2006/main">
            <a:r>
              <a:t>      "reading": "expression-semantics",</a:t>
            </a:r>
          </a:p>
          <a:p xmlns:a="http://schemas.openxmlformats.org/drawingml/2006/main">
            <a:r>
              <a:t>      "property": "expression-semantics",</a:t>
            </a:r>
          </a:p>
          <a:p xmlns:a="http://schemas.openxmlformats.org/drawingml/2006/main">
            <a:r>
              <a:t>      "subject": "escape-html",</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"snapshot:/inspection/readings/7/document/rows/6",</a:t>
            </a:r>
          </a:p>
          <a:p xmlns:a="http://schemas.openxmlformats.org/drawingml/2006/main">
            <a:r>
              <a:t>      "rowIndex": 6,</a:t>
            </a:r>
          </a:p>
          <a:p xmlns:a="http://schemas.openxmlformats.org/drawingml/2006/main">
            <a:r>
              <a:t>      "raw": {</a:t>
            </a:r>
          </a:p>
          <a:p xmlns:a="http://schemas.openxmlformats.org/drawingml/2006/main">
            <a:r>
              <a:t>        "operator": "escape-html",</a:t>
            </a:r>
          </a:p>
          <a:p xmlns:a="http://schemas.openxmlformats.org/drawingml/2006/main">
            <a:r>
              <a:t>        "ruling_file": "conformance/execution-graph/mechanics/escape-html.v1",</a:t>
            </a:r>
          </a:p>
          <a:p xmlns:a="http://schemas.openxmlformats.org/drawingml/2006/main">
            <a:r>
              <a:t>        "semantic_effect": "pure",</a:t>
            </a:r>
          </a:p>
          <a:p xmlns:a="http://schemas.openxmlformats.org/drawingml/2006/main">
            <a:r>
              <a:t>        "primary_decision": "HTML-escape a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"V11",</a:t>
            </a:r>
          </a:p>
          <a:p xmlns:a="http://schemas.openxmlformats.org/drawingml/2006/main">
            <a:r>
              <a:t>      "reading": "expression-semantics",</a:t>
            </a:r>
          </a:p>
          <a:p xmlns:a="http://schemas.openxmlformats.org/drawingml/2006/main">
            <a:r>
              <a:t>      "property": "expression-semantics",</a:t>
            </a:r>
          </a:p>
          <a:p xmlns:a="http://schemas.openxmlformats.org/drawingml/2006/main">
            <a:r>
              <a:t>      "subject": "every",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"snapshot:/inspection/readings/7/document/rows/7",</a:t>
            </a:r>
          </a:p>
          <a:p xmlns:a="http://schemas.openxmlformats.org/drawingml/2006/main">
            <a:r>
              <a:t>      "rowIndex": 7,</a:t>
            </a:r>
          </a:p>
          <a:p xmlns:a="http://schemas.openxmlformats.org/drawingml/2006/main">
            <a:r>
              <a:t>      "raw": {</a:t>
            </a:r>
          </a:p>
          <a:p xmlns:a="http://schemas.openxmlformats.org/drawingml/2006/main">
            <a:r>
              <a:t>        "operator": "every",</a:t>
            </a:r>
          </a:p>
          <a:p xmlns:a="http://schemas.openxmlformats.org/drawingml/2006/main">
            <a:r>
              <a:t>        "ruling_file": "conformance/execution-graph/mechanics/every.v1",</a:t>
            </a:r>
          </a:p>
          <a:p xmlns:a="http://schemas.openxmlformats.org/drawingml/2006/main">
            <a:r>
              <a:t>        "semantic_effect": "pure",</a:t>
            </a:r>
          </a:p>
          <a:p xmlns:a="http://schemas.openxmlformats.org/drawingml/2006/main">
            <a:r>
              <a:t>        "primary_decision": "true when every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"V12",</a:t>
            </a:r>
          </a:p>
          <a:p xmlns:a="http://schemas.openxmlformats.org/drawingml/2006/main">
            <a:r>
              <a:t>      "reading": "expression-semantics",</a:t>
            </a:r>
          </a:p>
          <a:p xmlns:a="http://schemas.openxmlformats.org/drawingml/2006/main">
            <a:r>
              <a:t>      "property": "expression-semantics",</a:t>
            </a:r>
          </a:p>
          <a:p xmlns:a="http://schemas.openxmlformats.org/drawingml/2006/main">
            <a:r>
              <a:t>      "subject": "filter",</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"snapshot:/inspection/readings/7/document/rows/8",</a:t>
            </a:r>
          </a:p>
          <a:p xmlns:a="http://schemas.openxmlformats.org/drawingml/2006/main">
            <a:r>
              <a:t>      "rowIndex": 8,</a:t>
            </a:r>
          </a:p>
          <a:p xmlns:a="http://schemas.openxmlformats.org/drawingml/2006/main">
            <a:r>
              <a:t>      "raw": {</a:t>
            </a:r>
          </a:p>
          <a:p xmlns:a="http://schemas.openxmlformats.org/drawingml/2006/main">
            <a:r>
              <a:t>        "operator": "filter",</a:t>
            </a:r>
          </a:p>
          <a:p xmlns:a="http://schemas.openxmlformats.org/drawingml/2006/main">
            <a:r>
              <a:t>        "ruling_file": "conformance/execution-graph/mechanics/filter.v1",</a:t>
            </a:r>
          </a:p>
          <a:p xmlns:a="http://schemas.openxmlformats.org/drawingml/2006/main">
            <a:r>
              <a:t>        "semantic_effect": "pure",</a:t>
            </a:r>
          </a:p>
          <a:p xmlns:a="http://schemas.openxmlformats.org/drawingml/2006/main">
            <a:r>
              <a:t>        "primary_decision": "keep items whose predicate is truthy",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"V13",</a:t>
            </a:r>
          </a:p>
          <a:p xmlns:a="http://schemas.openxmlformats.org/drawingml/2006/main">
            <a:r>
              <a:t>      "reading": "expression-semantics",</a:t>
            </a:r>
          </a:p>
          <a:p xmlns:a="http://schemas.openxmlformats.org/drawingml/2006/main">
            <a:r>
              <a:t>      "property": "expression-semantics",</a:t>
            </a:r>
          </a:p>
          <a:p xmlns:a="http://schemas.openxmlformats.org/drawingml/2006/main">
            <a:r>
              <a:t>      "subject": "find",</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"snapshot:/inspection/readings/7/document/rows/9",</a:t>
            </a:r>
          </a:p>
          <a:p xmlns:a="http://schemas.openxmlformats.org/drawingml/2006/main">
            <a:r>
              <a:t>      "rowIndex": 9,</a:t>
            </a:r>
          </a:p>
          <a:p xmlns:a="http://schemas.openxmlformats.org/drawingml/2006/main">
            <a:r>
              <a:t>      "raw": {</a:t>
            </a:r>
          </a:p>
          <a:p xmlns:a="http://schemas.openxmlformats.org/drawingml/2006/main">
            <a:r>
              <a:t>        "operator": "find",</a:t>
            </a:r>
          </a:p>
          <a:p xmlns:a="http://schemas.openxmlformats.org/drawingml/2006/main">
            <a:r>
              <a:t>        "ruling_file": "conformance/execution-graph/mechanics/find.v1",</a:t>
            </a:r>
          </a:p>
          <a:p xmlns:a="http://schemas.openxmlformats.org/drawingml/2006/main">
            <a:r>
              <a:t>        "semantic_effect": "pure",</a:t>
            </a:r>
          </a:p>
          <a:p xmlns:a="http://schemas.openxmlformats.org/drawingml/2006/main">
            <a:r>
              <a:t>        "primary_decision": "no match is absent (null)",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"V14",</a:t>
            </a:r>
          </a:p>
          <a:p xmlns:a="http://schemas.openxmlformats.org/drawingml/2006/main">
            <a:r>
              <a:t>      "reading": "expression-semantics",</a:t>
            </a:r>
          </a:p>
          <a:p xmlns:a="http://schemas.openxmlformats.org/drawingml/2006/main">
            <a:r>
              <a:t>      "property": "expression-semantics",</a:t>
            </a:r>
          </a:p>
          <a:p xmlns:a="http://schemas.openxmlformats.org/drawingml/2006/main">
            <a:r>
              <a:t>      "subject": "flat-map",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"snapshot:/inspection/readings/7/document/rows/10",</a:t>
            </a:r>
          </a:p>
          <a:p xmlns:a="http://schemas.openxmlformats.org/drawingml/2006/main">
            <a:r>
              <a:t>      "rowIndex": 10,</a:t>
            </a:r>
          </a:p>
          <a:p xmlns:a="http://schemas.openxmlformats.org/drawingml/2006/main">
            <a:r>
              <a:t>      "raw": {</a:t>
            </a:r>
          </a:p>
          <a:p xmlns:a="http://schemas.openxmlformats.org/drawingml/2006/main">
            <a:r>
              <a:t>        "operator": "flat-map",</a:t>
            </a:r>
          </a:p>
          <a:p xmlns:a="http://schemas.openxmlformats.org/drawingml/2006/main">
            <a:r>
              <a:t>        "ruling_file": "conformance/execution-graph/mechanics/flat-map.v1",</a:t>
            </a:r>
          </a:p>
          <a:p xmlns:a="http://schemas.openxmlformats.org/drawingml/2006/main">
            <a:r>
              <a:t>        "semantic_effect": "pure",</a:t>
            </a:r>
          </a:p>
          <a:p xmlns:a="http://schemas.openxmlformats.org/drawingml/2006/main">
            <a:r>
              <a:t>        "primary_decision": "map then flatten one level",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"V15",</a:t>
            </a:r>
          </a:p>
          <a:p xmlns:a="http://schemas.openxmlformats.org/drawingml/2006/main">
            <a:r>
              <a:t>      "reading": "expression-semantics",</a:t>
            </a:r>
          </a:p>
          <a:p xmlns:a="http://schemas.openxmlformats.org/drawingml/2006/main">
            <a:r>
              <a:t>      "property": "expression-semantics",</a:t>
            </a:r>
          </a:p>
          <a:p xmlns:a="http://schemas.openxmlformats.org/drawingml/2006/main">
            <a:r>
              <a:t>      "subject": "format",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"snapshot:/inspection/readings/7/document/rows/11",</a:t>
            </a:r>
          </a:p>
          <a:p xmlns:a="http://schemas.openxmlformats.org/drawingml/2006/main">
            <a:r>
              <a:t>      "rowIndex": 11,</a:t>
            </a:r>
          </a:p>
          <a:p xmlns:a="http://schemas.openxmlformats.org/drawingml/2006/main">
            <a:r>
              <a:t>      "raw": {</a:t>
            </a:r>
          </a:p>
          <a:p xmlns:a="http://schemas.openxmlformats.org/drawingml/2006/main">
            <a:r>
              <a:t>        "operator": "format",</a:t>
            </a:r>
          </a:p>
          <a:p xmlns:a="http://schemas.openxmlformats.org/drawingml/2006/main">
            <a:r>
              <a:t>        "ruling_file": "conformance/execution-graph/mechanics/format.v1",</a:t>
            </a:r>
          </a:p>
          <a:p xmlns:a="http://schemas.openxmlformats.org/drawingml/2006/main">
            <a:r>
              <a:t>        "semantic_effect": "pure",</a:t>
            </a:r>
          </a:p>
          <a:p xmlns:a="http://schemas.openxmlformats.org/drawingml/2006/main">
            <a:r>
              <a:t>        "primary_decision": "primitive values by the declared coercion table; each placeholder substituted once",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"V16",</a:t>
            </a:r>
          </a:p>
          <a:p xmlns:a="http://schemas.openxmlformats.org/drawingml/2006/main">
            <a:r>
              <a:t>      "reading": "expression-semantics",</a:t>
            </a:r>
          </a:p>
          <a:p xmlns:a="http://schemas.openxmlformats.org/drawingml/2006/main">
            <a:r>
              <a:t>      "property": "expression-semantics",</a:t>
            </a:r>
          </a:p>
          <a:p xmlns:a="http://schemas.openxmlformats.org/drawingml/2006/main">
            <a:r>
              <a:t>      "subject": "greater-than",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"snapshot:/inspection/readings/7/document/rows/12",</a:t>
            </a:r>
          </a:p>
          <a:p xmlns:a="http://schemas.openxmlformats.org/drawingml/2006/main">
            <a:r>
              <a:t>      "rowIndex": 12,</a:t>
            </a:r>
          </a:p>
          <a:p xmlns:a="http://schemas.openxmlformats.org/drawingml/2006/main">
            <a:r>
              <a:t>      "raw": {</a:t>
            </a:r>
          </a:p>
          <a:p xmlns:a="http://schemas.openxmlformats.org/drawingml/2006/main">
            <a:r>
              <a:t>        "operator": "greater-than",</a:t>
            </a:r>
          </a:p>
          <a:p xmlns:a="http://schemas.openxmlformats.org/drawingml/2006/main">
            <a:r>
              <a:t>        "ruling_file": "conformance/execution-graph/mechanics/greater-than.v1",</a:t>
            </a:r>
          </a:p>
          <a:p xmlns:a="http://schemas.openxmlformats.org/drawingml/2006/main">
            <a:r>
              <a:t>        "semantic_effect": "pure",</a:t>
            </a:r>
          </a:p>
          <a:p xmlns:a="http://schemas.openxmlformats.org/drawingml/2006/main">
            <a:r>
              <a:t>        "primary_decision": "two numbers or two strings;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"V17",</a:t>
            </a:r>
          </a:p>
          <a:p xmlns:a="http://schemas.openxmlformats.org/drawingml/2006/main">
            <a:r>
              <a:t>      "reading": "expression-semantics",</a:t>
            </a:r>
          </a:p>
          <a:p xmlns:a="http://schemas.openxmlformats.org/drawingml/2006/main">
            <a:r>
              <a:t>      "property": "expression-semantics",</a:t>
            </a:r>
          </a:p>
          <a:p xmlns:a="http://schemas.openxmlformats.org/drawingml/2006/main">
            <a:r>
              <a:t>      "subject": "if",</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"snapshot:/inspection/readings/7/document/rows/13",</a:t>
            </a:r>
          </a:p>
          <a:p xmlns:a="http://schemas.openxmlformats.org/drawingml/2006/main">
            <a:r>
              <a:t>      "rowIndex": 13,</a:t>
            </a:r>
          </a:p>
          <a:p xmlns:a="http://schemas.openxmlformats.org/drawingml/2006/main">
            <a:r>
              <a:t>      "raw": {</a:t>
            </a:r>
          </a:p>
          <a:p xmlns:a="http://schemas.openxmlformats.org/drawingml/2006/main">
            <a:r>
              <a:t>        "operator": "if",</a:t>
            </a:r>
          </a:p>
          <a:p xmlns:a="http://schemas.openxmlformats.org/drawingml/2006/main">
            <a:r>
              <a:t>        "ruling_file": "conformance/execution-graph/mechanics/if.v1",</a:t>
            </a:r>
          </a:p>
          <a:p xmlns:a="http://schemas.openxmlformats.org/drawingml/2006/main">
            <a:r>
              <a:t>        "semantic_effect": "pure",</a:t>
            </a:r>
          </a:p>
          <a:p xmlns:a="http://schemas.openxmlformats.org/drawingml/2006/main">
            <a:r>
              <a:t>        "primary_decision": "empty collections are false; the untaken branch is not evaluated",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"V18",</a:t>
            </a:r>
          </a:p>
          <a:p xmlns:a="http://schemas.openxmlformats.org/drawingml/2006/main">
            <a:r>
              <a:t>   </a:t>
            </a:r>
          </a:p>
          <a:p xmlns:a="http://schemas.openxmlformats.org/drawingml/2006/main">
            <a:r>
              <a:t/>
            </a:r>
          </a:p>
          <a:p xmlns:a="http://schemas.openxmlformats.org/drawingml/2006/main">
            <a:r>
              <a:t>Notes abbreviated. Full detail is retained in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a:t>
            </a:r>
          </a:p>
          <a:p xmlns:a="http://schemas.openxmlformats.org/drawingml/2006/main">
            <a:r>
              <a:t>    "reading": "contract-satisfiability",</a:t>
            </a:r>
          </a:p>
          <a:p xmlns:a="http://schemas.openxmlformats.org/drawingml/2006/main">
            <a:r>
              <a:t>    "property": "contract-satisfiability",</a:t>
            </a:r>
          </a:p>
          <a:p xmlns:a="http://schemas.openxmlformats.org/drawingml/2006/main">
            <a:r>
              <a:t>    "subject": "read-capability-dsl-source-request.v1",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"input:read-capability-dsl-source"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"snapshot:/inspection/readings/5/document/rows/0",</a:t>
            </a:r>
          </a:p>
          <a:p xmlns:a="http://schemas.openxmlformats.org/drawingml/2006/main">
            <a:r>
              <a:t>    "rowIndex": 0,</a:t>
            </a:r>
          </a:p>
          <a:p xmlns:a="http://schemas.openxmlformats.org/drawingml/2006/main">
            <a:r>
              <a:t>    "raw": {</a:t>
            </a:r>
          </a:p>
          <a:p xmlns:a="http://schemas.openxmlformats.org/drawingml/2006/main">
            <a:r>
              <a:t>      "contract_id": "read-capability-dsl-source-request.v1",</a:t>
            </a:r>
          </a:p>
          <a:p xmlns:a="http://schemas.openxmlformats.org/drawingml/2006/main">
            <a:r>
              <a:t>      "namespace_id": "sidefx:contracts",</a:t>
            </a:r>
          </a:p>
          <a:p xmlns:a="http://schemas.openxmlformats.org/drawingml/2006/main">
            <a:r>
              <a:t>      "schema_digest": "66c80c8856c7d96ca7fe1373a357c420e6ee7ee34d69a9368dd68db077826d88",</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a:t>
            </a:r>
          </a:p>
          <a:p xmlns:a="http://schemas.openxmlformats.org/drawingml/2006/main">
            <a:r>
              <a:t>    "reading": "contract-satisfiability",</a:t>
            </a:r>
          </a:p>
          <a:p xmlns:a="http://schemas.openxmlformats.org/drawingml/2006/main">
            <a:r>
              <a:t>    "property": "contract-satisfiability",</a:t>
            </a:r>
          </a:p>
          <a:p xmlns:a="http://schemas.openxmlformats.org/drawingml/2006/main">
            <a:r>
              <a:t>    "subject": "read-capability-dsl-source-result.v1",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"outcome:read-capability-dsl-source"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"snapshot:/inspection/readings/5/document/rows/1",</a:t>
            </a:r>
          </a:p>
          <a:p xmlns:a="http://schemas.openxmlformats.org/drawingml/2006/main">
            <a:r>
              <a:t>    "rowIndex": 1,</a:t>
            </a:r>
          </a:p>
          <a:p xmlns:a="http://schemas.openxmlformats.org/drawingml/2006/main">
            <a:r>
              <a:t>    "raw": {</a:t>
            </a:r>
          </a:p>
          <a:p xmlns:a="http://schemas.openxmlformats.org/drawingml/2006/main">
            <a:r>
              <a:t>      "contract_id": "read-capability-dsl-source-result.v1",</a:t>
            </a:r>
          </a:p>
          <a:p xmlns:a="http://schemas.openxmlformats.org/drawingml/2006/main">
            <a:r>
              <a:t>      "namespace_id": "sidefx:contracts",</a:t>
            </a:r>
          </a:p>
          <a:p xmlns:a="http://schemas.openxmlformats.org/drawingml/2006/main">
            <a:r>
              <a:t>      "schema_digest": "4db45a7feaeadffba2c8165d2441d422614d97b5956d4fbd8db1ecb71f977b53",</a:t>
            </a:r>
          </a:p>
          <a:p xmlns:a="http://schemas.openxmlformats.org/drawingml/2006/main">
            <a:r>
              <a:t>      "schema_resolved": 1,</a:t>
            </a:r>
          </a:p>
          <a:p xmlns:a="http://schemas.openxmlformats.org/drawingml/2006/main">
            <a:r>
              <a:t>      "root_type": "object",</a:t>
            </a:r>
          </a:p>
          <a:p xmlns:a="http://schemas.openxmlformats.org/drawingml/2006/main">
            <a:r>
              <a:t>      "root_closed": 0,</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a:t>
            </a:r>
          </a:p>
          <a:p xmlns:a="http://schemas.openxmlformats.org/drawingml/2006/main">
            <a:r>
              <a:t>    "reading": "scenario-predicates",</a:t>
            </a:r>
          </a:p>
          <a:p xmlns:a="http://schemas.openxmlformats.org/drawingml/2006/main">
            <a:r>
              <a:t>    "property": "scenario-predicates",</a:t>
            </a:r>
          </a:p>
          <a:p xmlns:a="http://schemas.openxmlformats.org/drawingml/2006/main">
            <a:r>
              <a:t>    "subject": "read-capability-dsl-source",</a:t>
            </a:r>
          </a:p>
          <a:p xmlns:a="http://schemas.openxmlformats.org/drawingml/2006/main">
            <a:r>
              <a:t>    "disposition": "PROVED",</a:t>
            </a:r>
          </a:p>
          <a:p xmlns:a="http://schemas.openxmlformats.org/drawingml/2006/main">
            <a:r>
              <a:t>    "basis": "P_I and P_O both declared",</a:t>
            </a:r>
          </a:p>
          <a:p xmlns:a="http://schemas.openxmlformats.org/drawingml/2006/main">
            <a:r>
              <a:t>    "nodeIds": [</a:t>
            </a:r>
          </a:p>
          <a:p xmlns:a="http://schemas.openxmlformats.org/drawingml/2006/main">
            <a:r>
              <a:t>      "scenario:read-capability-dsl-source"</a:t>
            </a:r>
          </a:p>
          <a:p xmlns:a="http://schemas.openxmlformats.org/drawingml/2006/main">
            <a:r>
              <a:t>    ],</a:t>
            </a:r>
          </a:p>
          <a:p xmlns:a="http://schemas.openxmlformats.org/drawingml/2006/main">
            <a:r>
              <a:t>    "scenarioIds": [</a:t>
            </a:r>
          </a:p>
          <a:p xmlns:a="http://schemas.openxmlformats.org/drawingml/2006/main">
            <a:r>
              <a:t>      "read-capability-dsl-source"</a:t>
            </a:r>
          </a:p>
          <a:p xmlns:a="http://schemas.openxmlformats.org/drawingml/2006/main">
            <a:r>
              <a:t>    ],</a:t>
            </a:r>
          </a:p>
          <a:p xmlns:a="http://schemas.openxmlformats.org/drawingml/2006/main">
            <a:r>
              <a:t>    "sourceRef": "snapshot:/inspection/readings/6/document/rows/0",</a:t>
            </a:r>
          </a:p>
          <a:p xmlns:a="http://schemas.openxmlformats.org/drawingml/2006/main">
            <a:r>
              <a:t>    "rowIndex": 0,</a:t>
            </a:r>
          </a:p>
          <a:p xmlns:a="http://schemas.openxmlformats.org/drawingml/2006/main">
            <a:r>
              <a:t>    "raw": {</a:t>
            </a:r>
          </a:p>
          <a:p xmlns:a="http://schemas.openxmlformats.org/drawingml/2006/main">
            <a:r>
              <a:t>      "capability_id": "read-capability-dsl-source",</a:t>
            </a:r>
          </a:p>
          <a:p xmlns:a="http://schemas.openxmlformats.org/drawingml/2006/main">
            <a:r>
              <a:t>      "scenario_id": "read-capability-dsl-source",</a:t>
            </a:r>
          </a:p>
          <a:p xmlns:a="http://schemas.openxmlformats.org/drawingml/2006/main">
            <a:r>
              <a:t>      "scenario_version_pk": 113594,</a:t>
            </a:r>
          </a:p>
          <a:p xmlns:a="http://schemas.openxmlformats.org/drawingml/2006/main">
            <a:r>
              <a:t>      "has_input_contract": 1,</a:t>
            </a:r>
          </a:p>
          <a:p xmlns:a="http://schemas.openxmlformats.org/drawingml/2006/main">
            <a:r>
              <a:t>      "has_outcome_contract": 1,</a:t>
            </a:r>
          </a:p>
          <a:p xmlns:a="http://schemas.openxmlformats.org/drawingml/2006/main">
            <a:r>
              <a:t>      "variants": 0,</a:t>
            </a:r>
          </a:p>
          <a:p xmlns:a="http://schemas.openxmlformats.org/drawingml/2006/main">
            <a:r>
              <a:t>      "disposition": "PROVED",</a:t>
            </a:r>
          </a:p>
          <a:p xmlns:a="http://schemas.openxmlformats.org/drawingml/2006/main">
            <a:r>
              <a:t>      "basis": "P_I and P_O both declared"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snapshot:/inspection/readings/5/document/rows/0</a:t>
            </a:r>
          </a:p>
          <a:p xmlns:a="http://schemas.openxmlformats.org/drawingml/2006/main">
            <a:r>
              <a:t>snapshot:/inspection/readings/5/document/rows/1</a:t>
            </a:r>
          </a:p>
          <a:p xmlns:a="http://schemas.openxmlformats.org/drawingml/2006/main">
            <a:r>
              <a:t>snapshot:/inspection/readings/6/document/rows/0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a:t>
            </a:r>
          </a:p>
          <a:p xmlns:a="http://schemas.openxmlformats.org/drawingml/2006/main">
            <a:r>
              <a:t>    "reading": "expression-semantics",</a:t>
            </a:r>
          </a:p>
          <a:p xmlns:a="http://schemas.openxmlformats.org/drawingml/2006/main">
            <a:r>
              <a:t>    "property": "expression-semantics",</a:t>
            </a:r>
          </a:p>
          <a:p xmlns:a="http://schemas.openxmlformats.org/drawingml/2006/main">
            <a:r>
              <a:t>    "subject": "array",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"snapshot:/inspection/readings/7/document/rows/0",</a:t>
            </a:r>
          </a:p>
          <a:p xmlns:a="http://schemas.openxmlformats.org/drawingml/2006/main">
            <a:r>
              <a:t>    "rowIndex": 0,</a:t>
            </a:r>
          </a:p>
          <a:p xmlns:a="http://schemas.openxmlformats.org/drawingml/2006/main">
            <a:r>
              <a:t>    "raw": {</a:t>
            </a:r>
          </a:p>
          <a:p xmlns:a="http://schemas.openxmlformats.org/drawingml/2006/main">
            <a:r>
              <a:t>      "operator": "array",</a:t>
            </a:r>
          </a:p>
          <a:p xmlns:a="http://schemas.openxmlformats.org/drawingml/2006/main">
            <a:r>
              <a:t>      "ruling_file": "conformance/execution-graph/mechanics/array.v1",</a:t>
            </a:r>
          </a:p>
          <a:p xmlns:a="http://schemas.openxmlformats.org/drawingml/2006/main">
            <a:r>
              <a:t>      "semantic_effect": "pure",</a:t>
            </a:r>
          </a:p>
          <a:p xmlns:a="http://schemas.openxmlformats.org/drawingml/2006/main">
            <a:r>
              <a:t>      "primary_decision": "construct from evaluated items",</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a:t>
            </a:r>
          </a:p>
          <a:p xmlns:a="http://schemas.openxmlformats.org/drawingml/2006/main">
            <a:r>
              <a:t>    "reading": "expression-semantics",</a:t>
            </a:r>
          </a:p>
          <a:p xmlns:a="http://schemas.openxmlformats.org/drawingml/2006/main">
            <a:r>
              <a:t>    "property": "expression-semantics",</a:t>
            </a:r>
          </a:p>
          <a:p xmlns:a="http://schemas.openxmlformats.org/drawingml/2006/main">
            <a:r>
              <a:t>    "subject": "base64-decode-utf8",</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a:t>
            </a:r>
          </a:p>
          <a:p xmlns:a="http://schemas.openxmlformats.org/drawingml/2006/main">
            <a:r>
              <a:t>    "rowIndex": 1,</a:t>
            </a:r>
          </a:p>
          <a:p xmlns:a="http://schemas.openxmlformats.org/drawingml/2006/main">
            <a:r>
              <a:t>    "raw": {</a:t>
            </a:r>
          </a:p>
          <a:p xmlns:a="http://schemas.openxmlformats.org/drawingml/2006/main">
            <a:r>
              <a:t>      "operator": "base64-decode-utf8",</a:t>
            </a:r>
          </a:p>
          <a:p xmlns:a="http://schemas.openxmlformats.org/drawingml/2006/main">
            <a:r>
              <a:t>      "ruling_file": "conformance/execution-graph/mechanics/base64-decode-utf8.v1",</a:t>
            </a:r>
          </a:p>
          <a:p xmlns:a="http://schemas.openxmlformats.org/drawingml/2006/main">
            <a:r>
              <a:t>      "semantic_effect": "pure",</a:t>
            </a:r>
          </a:p>
          <a:p xmlns:a="http://schemas.openxmlformats.org/drawingml/2006/main">
            <a:r>
              <a:t>      "primary_decision": "decode base64 text as UTF-8",</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"V6",</a:t>
            </a:r>
          </a:p>
          <a:p xmlns:a="http://schemas.openxmlformats.org/drawingml/2006/main">
            <a:r>
              <a:t>    "reading": "expression-semantics",</a:t>
            </a:r>
          </a:p>
          <a:p xmlns:a="http://schemas.openxmlformats.org/drawingml/2006/main">
            <a:r>
              <a:t>    "property": "expression-semantics",</a:t>
            </a:r>
          </a:p>
          <a:p xmlns:a="http://schemas.openxmlformats.org/drawingml/2006/main">
            <a:r>
              <a:t>    "subject": "bind-path",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a:t>
            </a:r>
          </a:p>
          <a:p xmlns:a="http://schemas.openxmlformats.org/drawingml/2006/main">
            <a:r>
              <a:t>    "rowIndex": 2,</a:t>
            </a:r>
          </a:p>
          <a:p xmlns:a="http://schemas.openxmlformats.org/drawingml/2006/main">
            <a:r>
              <a:t>    "raw": {</a:t>
            </a:r>
          </a:p>
          <a:p xmlns:a="http://schemas.openxmlformats.org/drawingml/2006/main">
            <a:r>
              <a:t>      "operator": "bind-path",</a:t>
            </a:r>
          </a:p>
          <a:p xmlns:a="http://schemas.openxmlformats.org/drawingml/2006/main">
            <a:r>
              <a:t>      "ruling_file": "conformance/execution-graph/mechanics/bind-path.v1",</a:t>
            </a:r>
          </a:p>
          <a:p xmlns:a="http://schemas.openxmlformats.org/drawingml/2006/main">
            <a:r>
              <a:t>      "semantic_effect": "pure",</a:t>
            </a:r>
          </a:p>
          <a:p xmlns:a="http://schemas.openxmlformats.org/drawingml/2006/main">
            <a:r>
              <a:t>      "primary_decision": "prototype segments refused (PROTOTYPE_SEGMENT_REJECTED); empty path refused (PATH_NOT_DECLARED); non-object carrier refused (OPERAND_NOT_OBJECT); result is a clone",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snapshot:/inspection/readings/7/document/rows/0</a:t>
            </a:r>
          </a:p>
          <a:p xmlns:a="http://schemas.openxmlformats.org/drawingml/2006/main">
            <a:r>
              <a:t>snapshot:/inspection/readings/7/document/rows/1</a:t>
            </a:r>
          </a:p>
          <a:p xmlns:a="http://schemas.openxmlformats.org/drawingml/2006/main">
            <a:r>
              <a:t>snapshot:/inspection/readings/7/document/rows/2</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"V7",</a:t>
            </a:r>
          </a:p>
          <a:p xmlns:a="http://schemas.openxmlformats.org/drawingml/2006/main">
            <a:r>
              <a:t>    "reading": "expression-semantics",</a:t>
            </a:r>
          </a:p>
          <a:p xmlns:a="http://schemas.openxmlformats.org/drawingml/2006/main">
            <a:r>
              <a:t>    "property": "expression-semantics",</a:t>
            </a:r>
          </a:p>
          <a:p xmlns:a="http://schemas.openxmlformats.org/drawingml/2006/main">
            <a:r>
              <a:t>    "subject": "canonicalize",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a:t>
            </a:r>
          </a:p>
          <a:p xmlns:a="http://schemas.openxmlformats.org/drawingml/2006/main">
            <a:r>
              <a:t>    "rowIndex": 3,</a:t>
            </a:r>
          </a:p>
          <a:p xmlns:a="http://schemas.openxmlformats.org/drawingml/2006/main">
            <a:r>
              <a:t>    "raw": {</a:t>
            </a:r>
          </a:p>
          <a:p xmlns:a="http://schemas.openxmlformats.org/drawingml/2006/main">
            <a:r>
              <a:t>      "operator": "canonicalize",</a:t>
            </a:r>
          </a:p>
          <a:p xmlns:a="http://schemas.openxmlformats.org/drawingml/2006/main">
            <a:r>
              <a:t>      "ruling_file": "conformance/execution-graph/mechanics/canonicalize.v1",</a:t>
            </a:r>
          </a:p>
          <a:p xmlns:a="http://schemas.openxmlformats.org/drawingml/2006/main">
            <a:r>
              <a:t>      "semantic_effect": "pure",</a:t>
            </a:r>
          </a:p>
          <a:p xmlns:a="http://schemas.openxmlformats.org/drawingml/2006/main">
            <a:r>
              <a:t>      "primary_decision": "recursive sorted-key canonical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"V8",</a:t>
            </a:r>
          </a:p>
          <a:p xmlns:a="http://schemas.openxmlformats.org/drawingml/2006/main">
            <a:r>
              <a:t>    "reading": "expression-semantics",</a:t>
            </a:r>
          </a:p>
          <a:p xmlns:a="http://schemas.openxmlformats.org/drawingml/2006/main">
            <a:r>
              <a:t>    "property": "expression-semantics",</a:t>
            </a:r>
          </a:p>
          <a:p xmlns:a="http://schemas.openxmlformats.org/drawingml/2006/main">
            <a:r>
              <a:t>    "subject": "directed-graph-closure",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"snapshot:/inspection/readings/7/document/rows/4",</a:t>
            </a:r>
          </a:p>
          <a:p xmlns:a="http://schemas.openxmlformats.org/drawingml/2006/main">
            <a:r>
              <a:t>    "rowIndex": 4,</a:t>
            </a:r>
          </a:p>
          <a:p xmlns:a="http://schemas.openxmlformats.org/drawingml/2006/main">
            <a:r>
              <a:t>    "raw": {</a:t>
            </a:r>
          </a:p>
          <a:p xmlns:a="http://schemas.openxmlformats.org/drawingml/2006/main">
            <a:r>
              <a:t>      "operator": "directed-graph-closure",</a:t>
            </a:r>
          </a:p>
          <a:p xmlns:a="http://schemas.openxmlformats.org/drawingml/2006/main">
            <a:r>
              <a:t>      "ruling_file": "conformance/execution-graph/mechanics/directed-graph-closure.v1",</a:t>
            </a:r>
          </a:p>
          <a:p xmlns:a="http://schemas.openxmlformats.org/drawingml/2006/main">
            <a:r>
              <a:t>      "semantic_effect": "pure",</a:t>
            </a:r>
          </a:p>
          <a:p xmlns:a="http://schemas.openxmlformats.org/drawingml/2006/main">
            <a:r>
              <a:t>      "primary_decision": "lexical ordering by stable identity; reachability includes the zero-length path",</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"V9",</a:t>
            </a:r>
          </a:p>
          <a:p xmlns:a="http://schemas.openxmlformats.org/drawingml/2006/main">
            <a:r>
              <a:t>    "reading": "expression-semantics",</a:t>
            </a:r>
          </a:p>
          <a:p xmlns:a="http://schemas.openxmlformats.org/drawingml/2006/main">
            <a:r>
              <a:t>    "property": "expression-semantics",</a:t>
            </a:r>
          </a:p>
          <a:p xmlns:a="http://schemas.openxmlformats.org/drawingml/2006/main">
            <a:r>
              <a:t>    "subject": "equals",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"snapshot:/inspection/readings/7/document/rows/5",</a:t>
            </a:r>
          </a:p>
          <a:p xmlns:a="http://schemas.openxmlformats.org/drawingml/2006/main">
            <a:r>
              <a:t>    "rowIndex": 5,</a:t>
            </a:r>
          </a:p>
          <a:p xmlns:a="http://schemas.openxmlformats.org/drawingml/2006/main">
            <a:r>
              <a:t>    "raw": {</a:t>
            </a:r>
          </a:p>
          <a:p xmlns:a="http://schemas.openxmlformats.org/drawingml/2006/main">
            <a:r>
              <a:t>      "operator": "equals",</a:t>
            </a:r>
          </a:p>
          <a:p xmlns:a="http://schemas.openxmlformats.org/drawingml/2006/main">
            <a:r>
              <a:t>      "ruling_file": "conformance/execution-graph/mechanics/equals.v1",</a:t>
            </a:r>
          </a:p>
          <a:p xmlns:a="http://schemas.openxmlformats.org/drawingml/2006/main">
            <a:r>
              <a:t>      "semantic_effect": "pure",</a:t>
            </a:r>
          </a:p>
          <a:p xmlns:a="http://schemas.openxmlformats.org/drawingml/2006/main">
            <a:r>
              <a:t>      "primary_decision": "primitive values only; a non-primitive operand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a:t>
            </a:r>
          </a:p>
          <a:p xmlns:a="http://schemas.openxmlformats.org/drawingml/2006/main">
            <a:r>
              <a:t>snapshot:/inspection/readings/7/document/rows/4</a:t>
            </a:r>
          </a:p>
          <a:p xmlns:a="http://schemas.openxmlformats.org/drawingml/2006/main">
            <a:r>
              <a:t>snapshot:/inspection/readings/7/document/rows/5</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"V10",</a:t>
            </a:r>
          </a:p>
          <a:p xmlns:a="http://schemas.openxmlformats.org/drawingml/2006/main">
            <a:r>
              <a:t>    "reading": "expression-semantics",</a:t>
            </a:r>
          </a:p>
          <a:p xmlns:a="http://schemas.openxmlformats.org/drawingml/2006/main">
            <a:r>
              <a:t>    "property": "expression-semantics",</a:t>
            </a:r>
          </a:p>
          <a:p xmlns:a="http://schemas.openxmlformats.org/drawingml/2006/main">
            <a:r>
              <a:t>    "subject": "escape-html",</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"snapshot:/inspection/readings/7/document/rows/6",</a:t>
            </a:r>
          </a:p>
          <a:p xmlns:a="http://schemas.openxmlformats.org/drawingml/2006/main">
            <a:r>
              <a:t>    "rowIndex": 6,</a:t>
            </a:r>
          </a:p>
          <a:p xmlns:a="http://schemas.openxmlformats.org/drawingml/2006/main">
            <a:r>
              <a:t>    "raw": {</a:t>
            </a:r>
          </a:p>
          <a:p xmlns:a="http://schemas.openxmlformats.org/drawingml/2006/main">
            <a:r>
              <a:t>      "operator": "escape-html",</a:t>
            </a:r>
          </a:p>
          <a:p xmlns:a="http://schemas.openxmlformats.org/drawingml/2006/main">
            <a:r>
              <a:t>      "ruling_file": "conformance/execution-graph/mechanics/escape-html.v1",</a:t>
            </a:r>
          </a:p>
          <a:p xmlns:a="http://schemas.openxmlformats.org/drawingml/2006/main">
            <a:r>
              <a:t>      "semantic_effect": "pure",</a:t>
            </a:r>
          </a:p>
          <a:p xmlns:a="http://schemas.openxmlformats.org/drawingml/2006/main">
            <a:r>
              <a:t>      "primary_decision": "HTML-escape a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"V11",</a:t>
            </a:r>
          </a:p>
          <a:p xmlns:a="http://schemas.openxmlformats.org/drawingml/2006/main">
            <a:r>
              <a:t>    "reading": "expression-semantics",</a:t>
            </a:r>
          </a:p>
          <a:p xmlns:a="http://schemas.openxmlformats.org/drawingml/2006/main">
            <a:r>
              <a:t>    "property": "expression-semantics",</a:t>
            </a:r>
          </a:p>
          <a:p xmlns:a="http://schemas.openxmlformats.org/drawingml/2006/main">
            <a:r>
              <a:t>    "subject": "every",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"snapshot:/inspection/readings/7/document/rows/7",</a:t>
            </a:r>
          </a:p>
          <a:p xmlns:a="http://schemas.openxmlformats.org/drawingml/2006/main">
            <a:r>
              <a:t>    "rowIndex": 7,</a:t>
            </a:r>
          </a:p>
          <a:p xmlns:a="http://schemas.openxmlformats.org/drawingml/2006/main">
            <a:r>
              <a:t>    "raw": {</a:t>
            </a:r>
          </a:p>
          <a:p xmlns:a="http://schemas.openxmlformats.org/drawingml/2006/main">
            <a:r>
              <a:t>      "operator": "every",</a:t>
            </a:r>
          </a:p>
          <a:p xmlns:a="http://schemas.openxmlformats.org/drawingml/2006/main">
            <a:r>
              <a:t>      "ruling_file": "conformance/execution-graph/mechanics/every.v1",</a:t>
            </a:r>
          </a:p>
          <a:p xmlns:a="http://schemas.openxmlformats.org/drawingml/2006/main">
            <a:r>
              <a:t>      "semantic_effect": "pure",</a:t>
            </a:r>
          </a:p>
          <a:p xmlns:a="http://schemas.openxmlformats.org/drawingml/2006/main">
            <a:r>
              <a:t>      "primary_decision": "true when every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"V12",</a:t>
            </a:r>
          </a:p>
          <a:p xmlns:a="http://schemas.openxmlformats.org/drawingml/2006/main">
            <a:r>
              <a:t>    "reading": "expression-semantics",</a:t>
            </a:r>
          </a:p>
          <a:p xmlns:a="http://schemas.openxmlformats.org/drawingml/2006/main">
            <a:r>
              <a:t>    "property": "expression-semantics",</a:t>
            </a:r>
          </a:p>
          <a:p xmlns:a="http://schemas.openxmlformats.org/drawingml/2006/main">
            <a:r>
              <a:t>    "subject": "filter",</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"snapshot:/inspection/readings/7/document/rows/8",</a:t>
            </a:r>
          </a:p>
          <a:p xmlns:a="http://schemas.openxmlformats.org/drawingml/2006/main">
            <a:r>
              <a:t>    "rowIndex": 8,</a:t>
            </a:r>
          </a:p>
          <a:p xmlns:a="http://schemas.openxmlformats.org/drawingml/2006/main">
            <a:r>
              <a:t>    "raw": {</a:t>
            </a:r>
          </a:p>
          <a:p xmlns:a="http://schemas.openxmlformats.org/drawingml/2006/main">
            <a:r>
              <a:t>      "operator": "filter",</a:t>
            </a:r>
          </a:p>
          <a:p xmlns:a="http://schemas.openxmlformats.org/drawingml/2006/main">
            <a:r>
              <a:t>      "ruling_file": "conformance/execution-graph/mechanics/filter.v1",</a:t>
            </a:r>
          </a:p>
          <a:p xmlns:a="http://schemas.openxmlformats.org/drawingml/2006/main">
            <a:r>
              <a:t>      "semantic_effect": "pure",</a:t>
            </a:r>
          </a:p>
          <a:p xmlns:a="http://schemas.openxmlformats.org/drawingml/2006/main">
            <a:r>
              <a:t>      "primary_decision": "keep items whose predicate is truthy",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snapshot:/inspection/readings/7/document/rows/6</a:t>
            </a:r>
          </a:p>
          <a:p xmlns:a="http://schemas.openxmlformats.org/drawingml/2006/main">
            <a:r>
              <a:t>snapshot:/inspection/readings/7/document/rows/7</a:t>
            </a:r>
          </a:p>
          <a:p xmlns:a="http://schemas.openxmlformats.org/drawingml/2006/main">
            <a:r>
              <a:t>snapshot:/inspection/readings/7/document/rows/8</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"V13",</a:t>
            </a:r>
          </a:p>
          <a:p xmlns:a="http://schemas.openxmlformats.org/drawingml/2006/main">
            <a:r>
              <a:t>    "reading": "expression-semantics",</a:t>
            </a:r>
          </a:p>
          <a:p xmlns:a="http://schemas.openxmlformats.org/drawingml/2006/main">
            <a:r>
              <a:t>    "property": "expression-semantics",</a:t>
            </a:r>
          </a:p>
          <a:p xmlns:a="http://schemas.openxmlformats.org/drawingml/2006/main">
            <a:r>
              <a:t>    "subject": "find",</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"snapshot:/inspection/readings/7/document/rows/9",</a:t>
            </a:r>
          </a:p>
          <a:p xmlns:a="http://schemas.openxmlformats.org/drawingml/2006/main">
            <a:r>
              <a:t>    "rowIndex": 9,</a:t>
            </a:r>
          </a:p>
          <a:p xmlns:a="http://schemas.openxmlformats.org/drawingml/2006/main">
            <a:r>
              <a:t>    "raw": {</a:t>
            </a:r>
          </a:p>
          <a:p xmlns:a="http://schemas.openxmlformats.org/drawingml/2006/main">
            <a:r>
              <a:t>      "operator": "find",</a:t>
            </a:r>
          </a:p>
          <a:p xmlns:a="http://schemas.openxmlformats.org/drawingml/2006/main">
            <a:r>
              <a:t>      "ruling_file": "conformance/execution-graph/mechanics/find.v1",</a:t>
            </a:r>
          </a:p>
          <a:p xmlns:a="http://schemas.openxmlformats.org/drawingml/2006/main">
            <a:r>
              <a:t>      "semantic_effect": "pure",</a:t>
            </a:r>
          </a:p>
          <a:p xmlns:a="http://schemas.openxmlformats.org/drawingml/2006/main">
            <a:r>
              <a:t>      "primary_decision": "no match is absent (null)",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"V14",</a:t>
            </a:r>
          </a:p>
          <a:p xmlns:a="http://schemas.openxmlformats.org/drawingml/2006/main">
            <a:r>
              <a:t>    "reading": "expression-semantics",</a:t>
            </a:r>
          </a:p>
          <a:p xmlns:a="http://schemas.openxmlformats.org/drawingml/2006/main">
            <a:r>
              <a:t>    "property": "expression-semantics",</a:t>
            </a:r>
          </a:p>
          <a:p xmlns:a="http://schemas.openxmlformats.org/drawingml/2006/main">
            <a:r>
              <a:t>    "subject": "flat-map",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"snapshot:/inspection/readings/7/document/rows/10",</a:t>
            </a:r>
          </a:p>
          <a:p xmlns:a="http://schemas.openxmlformats.org/drawingml/2006/main">
            <a:r>
              <a:t>    "rowIndex": 10,</a:t>
            </a:r>
          </a:p>
          <a:p xmlns:a="http://schemas.openxmlformats.org/drawingml/2006/main">
            <a:r>
              <a:t>    "raw": {</a:t>
            </a:r>
          </a:p>
          <a:p xmlns:a="http://schemas.openxmlformats.org/drawingml/2006/main">
            <a:r>
              <a:t>      "operator": "flat-map",</a:t>
            </a:r>
          </a:p>
          <a:p xmlns:a="http://schemas.openxmlformats.org/drawingml/2006/main">
            <a:r>
              <a:t>      "ruling_file": "conformance/execution-graph/mechanics/flat-map.v1",</a:t>
            </a:r>
          </a:p>
          <a:p xmlns:a="http://schemas.openxmlformats.org/drawingml/2006/main">
            <a:r>
              <a:t>      "semantic_effect": "pure",</a:t>
            </a:r>
          </a:p>
          <a:p xmlns:a="http://schemas.openxmlformats.org/drawingml/2006/main">
            <a:r>
              <a:t>      "primary_decision": "map then flatten one level",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"V15",</a:t>
            </a:r>
          </a:p>
          <a:p xmlns:a="http://schemas.openxmlformats.org/drawingml/2006/main">
            <a:r>
              <a:t>    "reading": "expression-semantics",</a:t>
            </a:r>
          </a:p>
          <a:p xmlns:a="http://schemas.openxmlformats.org/drawingml/2006/main">
            <a:r>
              <a:t>    "property": "expression-semantics",</a:t>
            </a:r>
          </a:p>
          <a:p xmlns:a="http://schemas.openxmlformats.org/drawingml/2006/main">
            <a:r>
              <a:t>    "subject": "format",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"snapshot:/inspection/readings/7/document/rows/11",</a:t>
            </a:r>
          </a:p>
          <a:p xmlns:a="http://schemas.openxmlformats.org/drawingml/2006/main">
            <a:r>
              <a:t>    "rowIndex": 11,</a:t>
            </a:r>
          </a:p>
          <a:p xmlns:a="http://schemas.openxmlformats.org/drawingml/2006/main">
            <a:r>
              <a:t>    "raw": {</a:t>
            </a:r>
          </a:p>
          <a:p xmlns:a="http://schemas.openxmlformats.org/drawingml/2006/main">
            <a:r>
              <a:t>      "operator": "format",</a:t>
            </a:r>
          </a:p>
          <a:p xmlns:a="http://schemas.openxmlformats.org/drawingml/2006/main">
            <a:r>
              <a:t>      "ruling_file": "conformance/execution-graph/mechanics/format.v1",</a:t>
            </a:r>
          </a:p>
          <a:p xmlns:a="http://schemas.openxmlformats.org/drawingml/2006/main">
            <a:r>
              <a:t>      "semantic_effect": "pure",</a:t>
            </a:r>
          </a:p>
          <a:p xmlns:a="http://schemas.openxmlformats.org/drawingml/2006/main">
            <a:r>
              <a:t>      "primary_decision": "primitive values by the declared coercion table; each placeholder substituted once",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snapshot:/inspection/readings/7/document/rows/9</a:t>
            </a:r>
          </a:p>
          <a:p xmlns:a="http://schemas.openxmlformats.org/drawingml/2006/main">
            <a:r>
              <a:t>snapshot:/inspection/readings/7/document/rows/10</a:t>
            </a:r>
          </a:p>
          <a:p xmlns:a="http://schemas.openxmlformats.org/drawingml/2006/main">
            <a:r>
              <a:t>snapshot:/inspection/readings/7/document/rows/11</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"V16",</a:t>
            </a:r>
          </a:p>
          <a:p xmlns:a="http://schemas.openxmlformats.org/drawingml/2006/main">
            <a:r>
              <a:t>    "reading": "expression-semantics",</a:t>
            </a:r>
          </a:p>
          <a:p xmlns:a="http://schemas.openxmlformats.org/drawingml/2006/main">
            <a:r>
              <a:t>    "property": "expression-semantics",</a:t>
            </a:r>
          </a:p>
          <a:p xmlns:a="http://schemas.openxmlformats.org/drawingml/2006/main">
            <a:r>
              <a:t>    "subject": "greater-than",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"snapshot:/inspection/readings/7/document/rows/12",</a:t>
            </a:r>
          </a:p>
          <a:p xmlns:a="http://schemas.openxmlformats.org/drawingml/2006/main">
            <a:r>
              <a:t>    "rowIndex": 12,</a:t>
            </a:r>
          </a:p>
          <a:p xmlns:a="http://schemas.openxmlformats.org/drawingml/2006/main">
            <a:r>
              <a:t>    "raw": {</a:t>
            </a:r>
          </a:p>
          <a:p xmlns:a="http://schemas.openxmlformats.org/drawingml/2006/main">
            <a:r>
              <a:t>      "operator": "greater-than",</a:t>
            </a:r>
          </a:p>
          <a:p xmlns:a="http://schemas.openxmlformats.org/drawingml/2006/main">
            <a:r>
              <a:t>      "ruling_file": "conformance/execution-graph/mechanics/greater-than.v1",</a:t>
            </a:r>
          </a:p>
          <a:p xmlns:a="http://schemas.openxmlformats.org/drawingml/2006/main">
            <a:r>
              <a:t>      "semantic_effect": "pure",</a:t>
            </a:r>
          </a:p>
          <a:p xmlns:a="http://schemas.openxmlformats.org/drawingml/2006/main">
            <a:r>
              <a:t>      "primary_decision": "two numbers or two strings;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"V17",</a:t>
            </a:r>
          </a:p>
          <a:p xmlns:a="http://schemas.openxmlformats.org/drawingml/2006/main">
            <a:r>
              <a:t>    "reading": "expression-semantics",</a:t>
            </a:r>
          </a:p>
          <a:p xmlns:a="http://schemas.openxmlformats.org/drawingml/2006/main">
            <a:r>
              <a:t>    "property": "expression-semantics",</a:t>
            </a:r>
          </a:p>
          <a:p xmlns:a="http://schemas.openxmlformats.org/drawingml/2006/main">
            <a:r>
              <a:t>    "subject": "if",</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"snapshot:/inspection/readings/7/document/rows/13",</a:t>
            </a:r>
          </a:p>
          <a:p xmlns:a="http://schemas.openxmlformats.org/drawingml/2006/main">
            <a:r>
              <a:t>    "rowIndex": 13,</a:t>
            </a:r>
          </a:p>
          <a:p xmlns:a="http://schemas.openxmlformats.org/drawingml/2006/main">
            <a:r>
              <a:t>    "raw": {</a:t>
            </a:r>
          </a:p>
          <a:p xmlns:a="http://schemas.openxmlformats.org/drawingml/2006/main">
            <a:r>
              <a:t>      "operator": "if",</a:t>
            </a:r>
          </a:p>
          <a:p xmlns:a="http://schemas.openxmlformats.org/drawingml/2006/main">
            <a:r>
              <a:t>      "ruling_file": "conformance/execution-graph/mechanics/if.v1",</a:t>
            </a:r>
          </a:p>
          <a:p xmlns:a="http://schemas.openxmlformats.org/drawingml/2006/main">
            <a:r>
              <a:t>      "semantic_effect": "pure",</a:t>
            </a:r>
          </a:p>
          <a:p xmlns:a="http://schemas.openxmlformats.org/drawingml/2006/main">
            <a:r>
              <a:t>      "primary_decision": "empty collections are false; the untaken branch is not evaluated",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"V18",</a:t>
            </a:r>
          </a:p>
          <a:p xmlns:a="http://schemas.openxmlformats.org/drawingml/2006/main">
            <a:r>
              <a:t>    "reading": "expression-semantics",</a:t>
            </a:r>
          </a:p>
          <a:p xmlns:a="http://schemas.openxmlformats.org/drawingml/2006/main">
            <a:r>
              <a:t>    "property": "expression-semantics",</a:t>
            </a:r>
          </a:p>
          <a:p xmlns:a="http://schemas.openxmlformats.org/drawingml/2006/main">
            <a:r>
              <a:t>    "subject": "includes",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"snapshot:/inspection/readings/7/document/rows/14",</a:t>
            </a:r>
          </a:p>
          <a:p xmlns:a="http://schemas.openxmlformats.org/drawingml/2006/main">
            <a:r>
              <a:t>    "rowIndex": 14,</a:t>
            </a:r>
          </a:p>
          <a:p xmlns:a="http://schemas.openxmlformats.org/drawingml/2006/main">
            <a:r>
              <a:t>    "raw": {</a:t>
            </a:r>
          </a:p>
          <a:p xmlns:a="http://schemas.openxmlformats.org/drawingml/2006/main">
            <a:r>
              <a:t>      "operator": "includes",</a:t>
            </a:r>
          </a:p>
          <a:p xmlns:a="http://schemas.openxmlformats.org/drawingml/2006/main">
            <a:r>
              <a:t>      "ruling_file": "conformance/execution-graph/mechanics/includes.v1",</a:t>
            </a:r>
          </a:p>
          <a:p xmlns:a="http://schemas.openxmlformats.org/drawingml/2006/main">
            <a:r>
              <a:t>      "semantic_effect": "pure",</a:t>
            </a:r>
          </a:p>
          <a:p xmlns:a="http://schemas.openxmlformats.org/drawingml/2006/main">
            <a:r>
              <a:t>      "primary_decision": "a string contains a substring; an array contains a primitive member",</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snapshot:/inspection/readings/7/document/rows/12</a:t>
            </a:r>
          </a:p>
          <a:p xmlns:a="http://schemas.openxmlformats.org/drawingml/2006/main">
            <a:r>
              <a:t>snapshot:/inspection/readings/7/document/rows/13</a:t>
            </a:r>
          </a:p>
          <a:p xmlns:a="http://schemas.openxmlformats.org/drawingml/2006/main">
            <a:r>
              <a:t>snapshot:/inspection/readings/7/document/rows/14</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"V19",</a:t>
            </a:r>
          </a:p>
          <a:p xmlns:a="http://schemas.openxmlformats.org/drawingml/2006/main">
            <a:r>
              <a:t>    "reading": "expression-semantics",</a:t>
            </a:r>
          </a:p>
          <a:p xmlns:a="http://schemas.openxmlformats.org/drawingml/2006/main">
            <a:r>
              <a:t>    "property": "expression-semantics",</a:t>
            </a:r>
          </a:p>
          <a:p xmlns:a="http://schemas.openxmlformats.org/drawingml/2006/main">
            <a:r>
              <a:t>    "subject": "intersects",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"snapshot:/inspection/readings/7/document/rows/15",</a:t>
            </a:r>
          </a:p>
          <a:p xmlns:a="http://schemas.openxmlformats.org/drawingml/2006/main">
            <a:r>
              <a:t>    "rowIndex": 15,</a:t>
            </a:r>
          </a:p>
          <a:p xmlns:a="http://schemas.openxmlformats.org/drawingml/2006/main">
            <a:r>
              <a:t>    "raw": {</a:t>
            </a:r>
          </a:p>
          <a:p xmlns:a="http://schemas.openxmlformats.org/drawingml/2006/main">
            <a:r>
              <a:t>      "operator": "intersects",</a:t>
            </a:r>
          </a:p>
          <a:p xmlns:a="http://schemas.openxmlformats.org/drawingml/2006/main">
            <a:r>
              <a:t>      "ruling_file": "conformance/execution-graph/mechanics/intersects.v1",</a:t>
            </a:r>
          </a:p>
          <a:p xmlns:a="http://schemas.openxmlformats.org/drawingml/2006/main">
            <a:r>
              <a:t>      "semantic_effect": "pure",</a:t>
            </a:r>
          </a:p>
          <a:p xmlns:a="http://schemas.openxmlformats.org/drawingml/2006/main">
            <a:r>
              <a:t>      "primary_decision": "true when two arrays share an element",</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"V20",</a:t>
            </a:r>
          </a:p>
          <a:p xmlns:a="http://schemas.openxmlformats.org/drawingml/2006/main">
            <a:r>
              <a:t>    "reading": "expression-semantics",</a:t>
            </a:r>
          </a:p>
          <a:p xmlns:a="http://schemas.openxmlformats.org/drawingml/2006/main">
            <a:r>
              <a:t>    "property": "expression-semantics",</a:t>
            </a:r>
          </a:p>
          <a:p xmlns:a="http://schemas.openxmlformats.org/drawingml/2006/main">
            <a:r>
              <a:t>    "subject": "join",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"snapshot:/inspection/readings/7/document/rows/16",</a:t>
            </a:r>
          </a:p>
          <a:p xmlns:a="http://schemas.openxmlformats.org/drawingml/2006/main">
            <a:r>
              <a:t>    "rowIndex": 16,</a:t>
            </a:r>
          </a:p>
          <a:p xmlns:a="http://schemas.openxmlformats.org/drawingml/2006/main">
            <a:r>
              <a:t>    "raw": {</a:t>
            </a:r>
          </a:p>
          <a:p xmlns:a="http://schemas.openxmlformats.org/drawingml/2006/main">
            <a:r>
              <a:t>      "operator": "join",</a:t>
            </a:r>
          </a:p>
          <a:p xmlns:a="http://schemas.openxmlformats.org/drawingml/2006/main">
            <a:r>
              <a:t>      "ruling_file": "conformance/execution-graph/mechanics/join.v1",</a:t>
            </a:r>
          </a:p>
          <a:p xmlns:a="http://schemas.openxmlformats.org/drawingml/2006/main">
            <a:r>
              <a:t>      "semantic_effect": "pure",</a:t>
            </a:r>
          </a:p>
          <a:p xmlns:a="http://schemas.openxmlformats.org/drawingml/2006/main">
            <a:r>
              <a:t>      "primary_decision": "an absent member joins as the empty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"V21",</a:t>
            </a:r>
          </a:p>
          <a:p xmlns:a="http://schemas.openxmlformats.org/drawingml/2006/main">
            <a:r>
              <a:t>    "reading": "expression-semantics",</a:t>
            </a:r>
          </a:p>
          <a:p xmlns:a="http://schemas.openxmlformats.org/drawingml/2006/main">
            <a:r>
              <a:t>    "property": "expression-semantics",</a:t>
            </a:r>
          </a:p>
          <a:p xmlns:a="http://schemas.openxmlformats.org/drawingml/2006/main">
            <a:r>
              <a:t>    "subject": "json-stringify",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"snapshot:/inspection/readings/7/document/rows/17",</a:t>
            </a:r>
          </a:p>
          <a:p xmlns:a="http://schemas.openxmlformats.org/drawingml/2006/main">
            <a:r>
              <a:t>    "rowIndex": 17,</a:t>
            </a:r>
          </a:p>
          <a:p xmlns:a="http://schemas.openxmlformats.org/drawingml/2006/main">
            <a:r>
              <a:t>    "raw": {</a:t>
            </a:r>
          </a:p>
          <a:p xmlns:a="http://schemas.openxmlformats.org/drawingml/2006/main">
            <a:r>
              <a:t>      "operator": "json-stringify",</a:t>
            </a:r>
          </a:p>
          <a:p xmlns:a="http://schemas.openxmlformats.org/drawingml/2006/main">
            <a:r>
              <a:t>      "ruling_file": "conformance/execution-graph/mechanics/json-stringify.v1",</a:t>
            </a:r>
          </a:p>
          <a:p xmlns:a="http://schemas.openxmlformats.org/drawingml/2006/main">
            <a:r>
              <a:t>      "semantic_effect": "pure",</a:t>
            </a:r>
          </a:p>
          <a:p xmlns:a="http://schemas.openxmlformats.org/drawingml/2006/main">
            <a:r>
              <a:t>      "primary_decision": "declared field order, no whitespace, JSON escaping",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snapshot:/inspection/readings/7/document/rows/15</a:t>
            </a:r>
          </a:p>
          <a:p xmlns:a="http://schemas.openxmlformats.org/drawingml/2006/main">
            <a:r>
              <a:t>snapshot:/inspection/readings/7/document/rows/16</a:t>
            </a:r>
          </a:p>
          <a:p xmlns:a="http://schemas.openxmlformats.org/drawingml/2006/main">
            <a:r>
              <a:t>snapshot:/inspection/readings/7/document/rows/17</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"V22",</a:t>
            </a:r>
          </a:p>
          <a:p xmlns:a="http://schemas.openxmlformats.org/drawingml/2006/main">
            <a:r>
              <a:t>    "reading": "expression-semantics",</a:t>
            </a:r>
          </a:p>
          <a:p xmlns:a="http://schemas.openxmlformats.org/drawingml/2006/main">
            <a:r>
              <a:t>    "property": "expression-semantics",</a:t>
            </a:r>
          </a:p>
          <a:p xmlns:a="http://schemas.openxmlformats.org/drawingml/2006/main">
            <a:r>
              <a:t>    "subject": "length",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"snapshot:/inspection/readings/7/document/rows/18",</a:t>
            </a:r>
          </a:p>
          <a:p xmlns:a="http://schemas.openxmlformats.org/drawingml/2006/main">
            <a:r>
              <a:t>    "rowIndex": 18,</a:t>
            </a:r>
          </a:p>
          <a:p xmlns:a="http://schemas.openxmlformats.org/drawingml/2006/main">
            <a:r>
              <a:t>    "raw": {</a:t>
            </a:r>
          </a:p>
          <a:p xmlns:a="http://schemas.openxmlformats.org/drawingml/2006/main">
            <a:r>
              <a:t>      "operator": "length",</a:t>
            </a:r>
          </a:p>
          <a:p xmlns:a="http://schemas.openxmlformats.org/drawingml/2006/main">
            <a:r>
              <a:t>      "ruling_file": "conformance/execution-graph/mechanics/length.v1",</a:t>
            </a:r>
          </a:p>
          <a:p xmlns:a="http://schemas.openxmlformats.org/drawingml/2006/main">
            <a:r>
              <a:t>      "semantic_effect": "pure",</a:t>
            </a:r>
          </a:p>
          <a:p xmlns:a="http://schemas.openxmlformats.org/drawingml/2006/main">
            <a:r>
              <a:t>      "primary_decision": "arrays and strings only;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"V23",</a:t>
            </a:r>
          </a:p>
          <a:p xmlns:a="http://schemas.openxmlformats.org/drawingml/2006/main">
            <a:r>
              <a:t>    "reading": "expression-semantics",</a:t>
            </a:r>
          </a:p>
          <a:p xmlns:a="http://schemas.openxmlformats.org/drawingml/2006/main">
            <a:r>
              <a:t>    "property": "expression-semantics",</a:t>
            </a:r>
          </a:p>
          <a:p xmlns:a="http://schemas.openxmlformats.org/drawingml/2006/main">
            <a:r>
              <a:t>    "subject": "let",</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"snapshot:/inspection/readings/7/document/rows/19",</a:t>
            </a:r>
          </a:p>
          <a:p xmlns:a="http://schemas.openxmlformats.org/drawingml/2006/main">
            <a:r>
              <a:t>    "rowIndex": 19,</a:t>
            </a:r>
          </a:p>
          <a:p xmlns:a="http://schemas.openxmlformats.org/drawingml/2006/main">
            <a:r>
              <a:t>    "raw": {</a:t>
            </a:r>
          </a:p>
          <a:p xmlns:a="http://schemas.openxmlformats.org/drawingml/2006/main">
            <a:r>
              <a:t>      "operator": "let",</a:t>
            </a:r>
          </a:p>
          <a:p xmlns:a="http://schemas.openxmlformats.org/drawingml/2006/main">
            <a:r>
              <a:t>      "ruling_file": "conformance/execution-graph/mechanics/let.v1",</a:t>
            </a:r>
          </a:p>
          <a:p xmlns:a="http://schemas.openxmlformats.org/drawingml/2006/main">
            <a:r>
              <a:t>      "semantic_effect": "pure",</a:t>
            </a:r>
          </a:p>
          <a:p xmlns:a="http://schemas.openxmlformats.org/drawingml/2006/main">
            <a:r>
              <a:t>      "primary_decision": "sequential named bindings, then a body in the extended scope",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"V24",</a:t>
            </a:r>
          </a:p>
          <a:p xmlns:a="http://schemas.openxmlformats.org/drawingml/2006/main">
            <a:r>
              <a:t>    "reading": "expression-semantics",</a:t>
            </a:r>
          </a:p>
          <a:p xmlns:a="http://schemas.openxmlformats.org/drawingml/2006/main">
            <a:r>
              <a:t>    "property": "expression-semantics",</a:t>
            </a:r>
          </a:p>
          <a:p xmlns:a="http://schemas.openxmlformats.org/drawingml/2006/main">
            <a:r>
              <a:t>    "subject": "literal",</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"snapshot:/inspection/readings/7/document/rows/20",</a:t>
            </a:r>
          </a:p>
          <a:p xmlns:a="http://schemas.openxmlformats.org/drawingml/2006/main">
            <a:r>
              <a:t>    "rowIndex": 20,</a:t>
            </a:r>
          </a:p>
          <a:p xmlns:a="http://schemas.openxmlformats.org/drawingml/2006/main">
            <a:r>
              <a:t>    "raw": {</a:t>
            </a:r>
          </a:p>
          <a:p xmlns:a="http://schemas.openxmlformats.org/drawingml/2006/main">
            <a:r>
              <a:t>      "operator": "literal",</a:t>
            </a:r>
          </a:p>
          <a:p xmlns:a="http://schemas.openxmlformats.org/drawingml/2006/main">
            <a:r>
              <a:t>      "ruling_file": "conformance/execution-graph/mechanics/literal.v1",</a:t>
            </a:r>
          </a:p>
          <a:p xmlns:a="http://schemas.openxmlformats.org/drawingml/2006/main">
            <a:r>
              <a:t>      "semantic_effect": "pure",</a:t>
            </a:r>
          </a:p>
          <a:p xmlns:a="http://schemas.openxmlformats.org/drawingml/2006/main">
            <a:r>
              <a:t>      "primary_decision": "the declared literal value",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snapshot:/inspection/readings/7/document/rows/18</a:t>
            </a:r>
          </a:p>
          <a:p xmlns:a="http://schemas.openxmlformats.org/drawingml/2006/main">
            <a:r>
              <a:t>snapshot:/inspection/readings/7/document/rows/19</a:t>
            </a:r>
          </a:p>
          <a:p xmlns:a="http://schemas.openxmlformats.org/drawingml/2006/main">
            <a:r>
              <a:t>snapshot:/inspection/readings/7/document/rows/20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"V25",</a:t>
            </a:r>
          </a:p>
          <a:p xmlns:a="http://schemas.openxmlformats.org/drawingml/2006/main">
            <a:r>
              <a:t>    "reading": "expression-semantics",</a:t>
            </a:r>
          </a:p>
          <a:p xmlns:a="http://schemas.openxmlformats.org/drawingml/2006/main">
            <a:r>
              <a:t>    "property": "expression-semantics",</a:t>
            </a:r>
          </a:p>
          <a:p xmlns:a="http://schemas.openxmlformats.org/drawingml/2006/main">
            <a:r>
              <a:t>    "subject": "lower-case",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"snapshot:/inspection/readings/7/document/rows/21",</a:t>
            </a:r>
          </a:p>
          <a:p xmlns:a="http://schemas.openxmlformats.org/drawingml/2006/main">
            <a:r>
              <a:t>    "rowIndex": 21,</a:t>
            </a:r>
          </a:p>
          <a:p xmlns:a="http://schemas.openxmlformats.org/drawingml/2006/main">
            <a:r>
              <a:t>    "raw": {</a:t>
            </a:r>
          </a:p>
          <a:p xmlns:a="http://schemas.openxmlformats.org/drawingml/2006/main">
            <a:r>
              <a:t>      "operator": "lower-case",</a:t>
            </a:r>
          </a:p>
          <a:p xmlns:a="http://schemas.openxmlformats.org/drawingml/2006/main">
            <a:r>
              <a:t>      "ruling_file": "conformance/execution-graph/mechanics/lower-case.v1",</a:t>
            </a:r>
          </a:p>
          <a:p xmlns:a="http://schemas.openxmlformats.org/drawingml/2006/main">
            <a:r>
              <a:t>      "semantic_effect": "pure",</a:t>
            </a:r>
          </a:p>
          <a:p xmlns:a="http://schemas.openxmlformats.org/drawingml/2006/main">
            <a:r>
              <a:t>      "primary_decision": "locale-independent lower-case",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"V26",</a:t>
            </a:r>
          </a:p>
          <a:p xmlns:a="http://schemas.openxmlformats.org/drawingml/2006/main">
            <a:r>
              <a:t>    "reading": "expression-semantics",</a:t>
            </a:r>
          </a:p>
          <a:p xmlns:a="http://schemas.openxmlformats.org/drawingml/2006/main">
            <a:r>
              <a:t>    "property": "expression-semantics",</a:t>
            </a:r>
          </a:p>
          <a:p xmlns:a="http://schemas.openxmlformats.org/drawingml/2006/main">
            <a:r>
              <a:t>    "subject": "map",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"snapshot:/inspection/readings/7/document/rows/22",</a:t>
            </a:r>
          </a:p>
          <a:p xmlns:a="http://schemas.openxmlformats.org/drawingml/2006/main">
            <a:r>
              <a:t>    "rowIndex": 22,</a:t>
            </a:r>
          </a:p>
          <a:p xmlns:a="http://schemas.openxmlformats.org/drawingml/2006/main">
            <a:r>
              <a:t>    "raw": {</a:t>
            </a:r>
          </a:p>
          <a:p xmlns:a="http://schemas.openxmlformats.org/drawingml/2006/main">
            <a:r>
              <a:t>      "operator": "map",</a:t>
            </a:r>
          </a:p>
          <a:p xmlns:a="http://schemas.openxmlformats.org/drawingml/2006/main">
            <a:r>
              <a:t>      "ruling_file": "conformance/execution-graph/mechanics/map.v1",</a:t>
            </a:r>
          </a:p>
          <a:p xmlns:a="http://schemas.openxmlformats.org/drawingml/2006/main">
            <a:r>
              <a:t>      "semantic_effect": "pure",</a:t>
            </a:r>
          </a:p>
          <a:p xmlns:a="http://schemas.openxmlformats.org/drawingml/2006/main">
            <a:r>
              <a:t>      "primary_decision": "item-scoped evaluation",</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"V27",</a:t>
            </a:r>
          </a:p>
          <a:p xmlns:a="http://schemas.openxmlformats.org/drawingml/2006/main">
            <a:r>
              <a:t>    "reading": "expression-semantics",</a:t>
            </a:r>
          </a:p>
          <a:p xmlns:a="http://schemas.openxmlformats.org/drawingml/2006/main">
            <a:r>
              <a:t>    "property": "expression-semantics",</a:t>
            </a:r>
          </a:p>
          <a:p xmlns:a="http://schemas.openxmlformats.org/drawingml/2006/main">
            <a:r>
              <a:t>    "subject": "merge",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"snapshot:/inspection/readings/7/document/rows/23",</a:t>
            </a:r>
          </a:p>
          <a:p xmlns:a="http://schemas.openxmlformats.org/drawingml/2006/main">
            <a:r>
              <a:t>    "rowIndex": 23,</a:t>
            </a:r>
          </a:p>
          <a:p xmlns:a="http://schemas.openxmlformats.org/drawingml/2006/main">
            <a:r>
              <a:t>    "raw": {</a:t>
            </a:r>
          </a:p>
          <a:p xmlns:a="http://schemas.openxmlformats.org/drawingml/2006/main">
            <a:r>
              <a:t>      "operator": "merge",</a:t>
            </a:r>
          </a:p>
          <a:p xmlns:a="http://schemas.openxmlformats.org/drawingml/2006/main">
            <a:r>
              <a:t>      "ruling_file": "conformance/execution-graph/mechanics/merge.v1",</a:t>
            </a:r>
          </a:p>
          <a:p xmlns:a="http://schemas.openxmlformats.org/drawingml/2006/main">
            <a:r>
              <a:t>      "semantic_effect": "pure",</a:t>
            </a:r>
          </a:p>
          <a:p xmlns:a="http://schemas.openxmlformats.org/drawingml/2006/main">
            <a:r>
              <a:t>      "primary_decision": "objects and absent values only",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snapshot:/inspection/readings/7/document/rows/21</a:t>
            </a:r>
          </a:p>
          <a:p xmlns:a="http://schemas.openxmlformats.org/drawingml/2006/main">
            <a:r>
              <a:t>snapshot:/inspection/readings/7/document/rows/22</a:t>
            </a:r>
          </a:p>
          <a:p xmlns:a="http://schemas.openxmlformats.org/drawingml/2006/main">
            <a:r>
              <a:t>snapshot:/inspection/readings/7/document/rows/23</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"V28",</a:t>
            </a:r>
          </a:p>
          <a:p xmlns:a="http://schemas.openxmlformats.org/drawingml/2006/main">
            <a:r>
              <a:t>    "reading": "expression-semantics",</a:t>
            </a:r>
          </a:p>
          <a:p xmlns:a="http://schemas.openxmlformats.org/drawingml/2006/main">
            <a:r>
              <a:t>    "property": "expression-semantics",</a:t>
            </a:r>
          </a:p>
          <a:p xmlns:a="http://schemas.openxmlformats.org/drawingml/2006/main">
            <a:r>
              <a:t>    "subject": "object-values",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"snapshot:/inspection/readings/7/document/rows/24",</a:t>
            </a:r>
          </a:p>
          <a:p xmlns:a="http://schemas.openxmlformats.org/drawingml/2006/main">
            <a:r>
              <a:t>    "rowIndex": 24,</a:t>
            </a:r>
          </a:p>
          <a:p xmlns:a="http://schemas.openxmlformats.org/drawingml/2006/main">
            <a:r>
              <a:t>    "raw": {</a:t>
            </a:r>
          </a:p>
          <a:p xmlns:a="http://schemas.openxmlformats.org/drawingml/2006/main">
            <a:r>
              <a:t>      "operator": "object-values",</a:t>
            </a:r>
          </a:p>
          <a:p xmlns:a="http://schemas.openxmlformats.org/drawingml/2006/main">
            <a:r>
              <a:t>      "ruling_file": "conformance/execution-graph/mechanics/object-values.v1",</a:t>
            </a:r>
          </a:p>
          <a:p xmlns:a="http://schemas.openxmlformats.org/drawingml/2006/main">
            <a:r>
              <a:t>      "semantic_effect": "pure",</a:t>
            </a:r>
          </a:p>
          <a:p xmlns:a="http://schemas.openxmlformats.org/drawingml/2006/main">
            <a:r>
              <a:t>      "primary_decision": "values in ascending lexical key order",</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"V29",</a:t>
            </a:r>
          </a:p>
          <a:p xmlns:a="http://schemas.openxmlformats.org/drawingml/2006/main">
            <a:r>
              <a:t>    "reading": "expression-semantics",</a:t>
            </a:r>
          </a:p>
          <a:p xmlns:a="http://schemas.openxmlformats.org/drawingml/2006/main">
            <a:r>
              <a:t>    "property": "expression-semantics",</a:t>
            </a:r>
          </a:p>
          <a:p xmlns:a="http://schemas.openxmlformats.org/drawingml/2006/main">
            <a:r>
              <a:t>    "subject": "object",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"snapshot:/inspection/readings/7/document/rows/25",</a:t>
            </a:r>
          </a:p>
          <a:p xmlns:a="http://schemas.openxmlformats.org/drawingml/2006/main">
            <a:r>
              <a:t>    "rowIndex": 25,</a:t>
            </a:r>
          </a:p>
          <a:p xmlns:a="http://schemas.openxmlformats.org/drawingml/2006/main">
            <a:r>
              <a:t>    "raw": {</a:t>
            </a:r>
          </a:p>
          <a:p xmlns:a="http://schemas.openxmlformats.org/drawingml/2006/main">
            <a:r>
              <a:t>      "operator": "object",</a:t>
            </a:r>
          </a:p>
          <a:p xmlns:a="http://schemas.openxmlformats.org/drawingml/2006/main">
            <a:r>
              <a:t>      "ruling_file": "conformance/execution-graph/mechanics/object.v1",</a:t>
            </a:r>
          </a:p>
          <a:p xmlns:a="http://schemas.openxmlformats.org/drawingml/2006/main">
            <a:r>
              <a:t>      "semantic_effect": "pure",</a:t>
            </a:r>
          </a:p>
          <a:p xmlns:a="http://schemas.openxmlformats.org/drawingml/2006/main">
            <a:r>
              <a:t>      "primary_decision": "construct from evaluated fields",</a:t>
            </a:r>
          </a:p>
          <a:p xmlns:a="http://schemas.openxmlformats.org/drawingml/2006/main">
            <a:r>
              <a:t>      "estate_uses": 2,</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"V30",</a:t>
            </a:r>
          </a:p>
          <a:p xmlns:a="http://schemas.openxmlformats.org/drawingml/2006/main">
            <a:r>
              <a:t>    "reading": "expression-semantics",</a:t>
            </a:r>
          </a:p>
          <a:p xmlns:a="http://schemas.openxmlformats.org/drawingml/2006/main">
            <a:r>
              <a:t>    "property": "expression-semantics",</a:t>
            </a:r>
          </a:p>
          <a:p xmlns:a="http://schemas.openxmlformats.org/drawingml/2006/main">
            <a:r>
              <a:t>    "subject": "parse-json",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"snapshot:/inspection/readings/7/document/rows/26",</a:t>
            </a:r>
          </a:p>
          <a:p xmlns:a="http://schemas.openxmlformats.org/drawingml/2006/main">
            <a:r>
              <a:t>    "rowIndex": 26,</a:t>
            </a:r>
          </a:p>
          <a:p xmlns:a="http://schemas.openxmlformats.org/drawingml/2006/main">
            <a:r>
              <a:t>    "raw": {</a:t>
            </a:r>
          </a:p>
          <a:p xmlns:a="http://schemas.openxmlformats.org/drawingml/2006/main">
            <a:r>
              <a:t>      "operator": "parse-json",</a:t>
            </a:r>
          </a:p>
          <a:p xmlns:a="http://schemas.openxmlformats.org/drawingml/2006/main">
            <a:r>
              <a:t>      "ruling_file": "conformance/execution-graph/mechanics/parse-json.v1",</a:t>
            </a:r>
          </a:p>
          <a:p xmlns:a="http://schemas.openxmlformats.org/drawingml/2006/main">
            <a:r>
              <a:t>      "semantic_effect": "pure",</a:t>
            </a:r>
          </a:p>
          <a:p xmlns:a="http://schemas.openxmlformats.org/drawingml/2006/main">
            <a:r>
              <a:t>      "primary_decision": "unparsable text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snapshot:/inspection/readings/7/document/rows/24</a:t>
            </a:r>
          </a:p>
          <a:p xmlns:a="http://schemas.openxmlformats.org/drawingml/2006/main">
            <a:r>
              <a:t>snapshot:/inspection/readings/7/document/rows/25</a:t>
            </a:r>
          </a:p>
          <a:p xmlns:a="http://schemas.openxmlformats.org/drawingml/2006/main">
            <a:r>
              <a:t>snapshot:/inspection/readings/7/document/rows/26</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"V31",</a:t>
            </a:r>
          </a:p>
          <a:p xmlns:a="http://schemas.openxmlformats.org/drawingml/2006/main">
            <a:r>
              <a:t>    "reading": "expression-semantics",</a:t>
            </a:r>
          </a:p>
          <a:p xmlns:a="http://schemas.openxmlformats.org/drawingml/2006/main">
            <a:r>
              <a:t>    "property": "expression-semantics",</a:t>
            </a:r>
          </a:p>
          <a:p xmlns:a="http://schemas.openxmlformats.org/drawingml/2006/main">
            <a:r>
              <a:t>    "subject": "path",</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"snapshot:/inspection/readings/7/document/rows/27",</a:t>
            </a:r>
          </a:p>
          <a:p xmlns:a="http://schemas.openxmlformats.org/drawingml/2006/main">
            <a:r>
              <a:t>    "rowIndex": 27,</a:t>
            </a:r>
          </a:p>
          <a:p xmlns:a="http://schemas.openxmlformats.org/drawingml/2006/main">
            <a:r>
              <a:t>    "raw": {</a:t>
            </a:r>
          </a:p>
          <a:p xmlns:a="http://schemas.openxmlformats.org/drawingml/2006/main">
            <a:r>
              <a:t>      "operator": "path",</a:t>
            </a:r>
          </a:p>
          <a:p xmlns:a="http://schemas.openxmlformats.org/drawingml/2006/main">
            <a:r>
              <a:t>      "ruling_file": "conformance/execution-graph/mechanics/path.v1",</a:t>
            </a:r>
          </a:p>
          <a:p xmlns:a="http://schemas.openxmlformats.org/drawingml/2006/main">
            <a:r>
              <a:t>      "semantic_effect": "pure",</a:t>
            </a:r>
          </a:p>
          <a:p xmlns:a="http://schemas.openxmlformats.org/drawingml/2006/main">
            <a:r>
              <a:t>      "primary_decision": "empty path returns the binding; a missing segment is absent",</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"V32",</a:t>
            </a:r>
          </a:p>
          <a:p xmlns:a="http://schemas.openxmlformats.org/drawingml/2006/main">
            <a:r>
              <a:t>    "reading": "expression-semantics",</a:t>
            </a:r>
          </a:p>
          <a:p xmlns:a="http://schemas.openxmlformats.org/drawingml/2006/main">
            <a:r>
              <a:t>    "property": "expression-semantics",</a:t>
            </a:r>
          </a:p>
          <a:p xmlns:a="http://schemas.openxmlformats.org/drawingml/2006/main">
            <a:r>
              <a:t>    "subject": "sha256",</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"snapshot:/inspection/readings/7/document/rows/28",</a:t>
            </a:r>
          </a:p>
          <a:p xmlns:a="http://schemas.openxmlformats.org/drawingml/2006/main">
            <a:r>
              <a:t>    "rowIndex": 28,</a:t>
            </a:r>
          </a:p>
          <a:p xmlns:a="http://schemas.openxmlformats.org/drawingml/2006/main">
            <a:r>
              <a:t>    "raw": {</a:t>
            </a:r>
          </a:p>
          <a:p xmlns:a="http://schemas.openxmlformats.org/drawingml/2006/main">
            <a:r>
              <a:t>      "operator": "sha256",</a:t>
            </a:r>
          </a:p>
          <a:p xmlns:a="http://schemas.openxmlformats.org/drawingml/2006/main">
            <a:r>
              <a:t>      "ruling_file": "conformance/execution-graph/mechanics/sha256.v1",</a:t>
            </a:r>
          </a:p>
          <a:p xmlns:a="http://schemas.openxmlformats.org/drawingml/2006/main">
            <a:r>
              <a:t>      "semantic_effect": "pure",</a:t>
            </a:r>
          </a:p>
          <a:p xmlns:a="http://schemas.openxmlformats.org/drawingml/2006/main">
            <a:r>
              <a:t>      "primary_decision": "SHA-256 hex digest over the string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"V33",</a:t>
            </a:r>
          </a:p>
          <a:p xmlns:a="http://schemas.openxmlformats.org/drawingml/2006/main">
            <a:r>
              <a:t>    "reading": "expression-semantics",</a:t>
            </a:r>
          </a:p>
          <a:p xmlns:a="http://schemas.openxmlformats.org/drawingml/2006/main">
            <a:r>
              <a:t>    "property": "expression-semantics",</a:t>
            </a:r>
          </a:p>
          <a:p xmlns:a="http://schemas.openxmlformats.org/drawingml/2006/main">
            <a:r>
              <a:t>    "subject": "some",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"snapshot:/inspection/readings/7/document/rows/29",</a:t>
            </a:r>
          </a:p>
          <a:p xmlns:a="http://schemas.openxmlformats.org/drawingml/2006/main">
            <a:r>
              <a:t>    "rowIndex": 29,</a:t>
            </a:r>
          </a:p>
          <a:p xmlns:a="http://schemas.openxmlformats.org/drawingml/2006/main">
            <a:r>
              <a:t>    "raw": {</a:t>
            </a:r>
          </a:p>
          <a:p xmlns:a="http://schemas.openxmlformats.org/drawingml/2006/main">
            <a:r>
              <a:t>      "operator": "some",</a:t>
            </a:r>
          </a:p>
          <a:p xmlns:a="http://schemas.openxmlformats.org/drawingml/2006/main">
            <a:r>
              <a:t>      "ruling_file": "conformance/execution-graph/mechanics/some.v1",</a:t>
            </a:r>
          </a:p>
          <a:p xmlns:a="http://schemas.openxmlformats.org/drawingml/2006/main">
            <a:r>
              <a:t>      "semantic_effect": "pure",</a:t>
            </a:r>
          </a:p>
          <a:p xmlns:a="http://schemas.openxmlformats.org/drawingml/2006/main">
            <a:r>
              <a:t>      "primary_decision": "true when any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snapshot:/inspection/readings/7/document/rows/27</a:t>
            </a:r>
          </a:p>
          <a:p xmlns:a="http://schemas.openxmlformats.org/drawingml/2006/main">
            <a:r>
              <a:t>snapshot:/inspection/readings/7/document/rows/28</a:t>
            </a:r>
          </a:p>
          <a:p xmlns:a="http://schemas.openxmlformats.org/drawingml/2006/main">
            <a:r>
              <a:t>snapshot:/inspection/readings/7/document/rows/29</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"V34",</a:t>
            </a:r>
          </a:p>
          <a:p xmlns:a="http://schemas.openxmlformats.org/drawingml/2006/main">
            <a:r>
              <a:t>    "reading": "expression-semantics",</a:t>
            </a:r>
          </a:p>
          <a:p xmlns:a="http://schemas.openxmlformats.org/drawingml/2006/main">
            <a:r>
              <a:t>    "property": "expression-semantics",</a:t>
            </a:r>
          </a:p>
          <a:p xmlns:a="http://schemas.openxmlformats.org/drawingml/2006/main">
            <a:r>
              <a:t>    "subject": "trim",</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"snapshot:/inspection/readings/7/document/rows/30",</a:t>
            </a:r>
          </a:p>
          <a:p xmlns:a="http://schemas.openxmlformats.org/drawingml/2006/main">
            <a:r>
              <a:t>    "rowIndex": 30,</a:t>
            </a:r>
          </a:p>
          <a:p xmlns:a="http://schemas.openxmlformats.org/drawingml/2006/main">
            <a:r>
              <a:t>    "raw": {</a:t>
            </a:r>
          </a:p>
          <a:p xmlns:a="http://schemas.openxmlformats.org/drawingml/2006/main">
            <a:r>
              <a:t>      "operator": "trim",</a:t>
            </a:r>
          </a:p>
          <a:p xmlns:a="http://schemas.openxmlformats.org/drawingml/2006/main">
            <a:r>
              <a:t>      "ruling_file": "conformance/execution-graph/mechanics/trim.v1",</a:t>
            </a:r>
          </a:p>
          <a:p xmlns:a="http://schemas.openxmlformats.org/drawingml/2006/main">
            <a:r>
              <a:t>      "semantic_effect": "pure",</a:t>
            </a:r>
          </a:p>
          <a:p xmlns:a="http://schemas.openxmlformats.org/drawingml/2006/main">
            <a:r>
              <a:t>      "primary_decision": "remove leading/trailing Unicode whitespace",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"V35",</a:t>
            </a:r>
          </a:p>
          <a:p xmlns:a="http://schemas.openxmlformats.org/drawingml/2006/main">
            <a:r>
              <a:t>    "reading": "expression-semantics",</a:t>
            </a:r>
          </a:p>
          <a:p xmlns:a="http://schemas.openxmlformats.org/drawingml/2006/main">
            <a:r>
              <a:t>    "property": "expression-semantics",</a:t>
            </a:r>
          </a:p>
          <a:p xmlns:a="http://schemas.openxmlformats.org/drawingml/2006/main">
            <a:r>
              <a:t>    "subject": "try-parse-json",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"snapshot:/inspection/readings/7/document/rows/31",</a:t>
            </a:r>
          </a:p>
          <a:p xmlns:a="http://schemas.openxmlformats.org/drawingml/2006/main">
            <a:r>
              <a:t>    "rowIndex": 31,</a:t>
            </a:r>
          </a:p>
          <a:p xmlns:a="http://schemas.openxmlformats.org/drawingml/2006/main">
            <a:r>
              <a:t>    "raw": {</a:t>
            </a:r>
          </a:p>
          <a:p xmlns:a="http://schemas.openxmlformats.org/drawingml/2006/main">
            <a:r>
              <a:t>      "operator": "try-parse-json",</a:t>
            </a:r>
          </a:p>
          <a:p xmlns:a="http://schemas.openxmlformats.org/drawingml/2006/main">
            <a:r>
              <a:t>      "ruling_file": "conformance/execution-graph/mechanics/try-parse-json.v1",</a:t>
            </a:r>
          </a:p>
          <a:p xmlns:a="http://schemas.openxmlformats.org/drawingml/2006/main">
            <a:r>
              <a:t>      "semantic_effect": "pure",</a:t>
            </a:r>
          </a:p>
          <a:p xmlns:a="http://schemas.openxmlformats.org/drawingml/2006/main">
            <a:r>
              <a:t>      "primary_decision": "classify parsed or not parsed; no runtime exception",</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"V36",</a:t>
            </a:r>
          </a:p>
          <a:p xmlns:a="http://schemas.openxmlformats.org/drawingml/2006/main">
            <a:r>
              <a:t>    "reading": "expression-semantics",</a:t>
            </a:r>
          </a:p>
          <a:p xmlns:a="http://schemas.openxmlformats.org/drawingml/2006/main">
            <a:r>
              <a:t>    "property": "expression-semantics",</a:t>
            </a:r>
          </a:p>
          <a:p xmlns:a="http://schemas.openxmlformats.org/drawingml/2006/main">
            <a:r>
              <a:t>    "subject": "unique",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"snapshot:/inspection/readings/7/document/rows/32",</a:t>
            </a:r>
          </a:p>
          <a:p xmlns:a="http://schemas.openxmlformats.org/drawingml/2006/main">
            <a:r>
              <a:t>    "rowIndex": 32,</a:t>
            </a:r>
          </a:p>
          <a:p xmlns:a="http://schemas.openxmlformats.org/drawingml/2006/main">
            <a:r>
              <a:t>    "raw": {</a:t>
            </a:r>
          </a:p>
          <a:p xmlns:a="http://schemas.openxmlformats.org/drawingml/2006/main">
            <a:r>
              <a:t>      "operator": "unique",</a:t>
            </a:r>
          </a:p>
          <a:p xmlns:a="http://schemas.openxmlformats.org/drawingml/2006/main">
            <a:r>
              <a:t>      "ruling_file": "conformance/execution-graph/mechanics/unique.v1",</a:t>
            </a:r>
          </a:p>
          <a:p xmlns:a="http://schemas.openxmlformats.org/drawingml/2006/main">
            <a:r>
              <a:t>      "semantic_effect": "pure",</a:t>
            </a:r>
          </a:p>
          <a:p xmlns:a="http://schemas.openxmlformats.org/drawingml/2006/main">
            <a:r>
              <a:t>      "primary_decision": "primitive members only; preserve first occurrence",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snapshot:/inspection/readings/7/document/rows/30</a:t>
            </a:r>
          </a:p>
          <a:p xmlns:a="http://schemas.openxmlformats.org/drawingml/2006/main">
            <a:r>
              <a:t>snapshot:/inspection/readings/7/document/rows/31</a:t>
            </a:r>
          </a:p>
          <a:p xmlns:a="http://schemas.openxmlformats.org/drawingml/2006/main">
            <a:r>
              <a:t>snapshot:/inspection/readings/7/document/rows/32</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"V37",</a:t>
            </a:r>
          </a:p>
          <a:p xmlns:a="http://schemas.openxmlformats.org/drawingml/2006/main">
            <a:r>
              <a:t>    "reading": "expression-semantics",</a:t>
            </a:r>
          </a:p>
          <a:p xmlns:a="http://schemas.openxmlformats.org/drawingml/2006/main">
            <a:r>
              <a:t>    "property": "expression-semantics",</a:t>
            </a:r>
          </a:p>
          <a:p xmlns:a="http://schemas.openxmlformats.org/drawingml/2006/main">
            <a:r>
              <a:t>    "subject": "read-argv",</a:t>
            </a:r>
          </a:p>
          <a:p xmlns:a="http://schemas.openxmlformats.org/drawingml/2006/main">
            <a:r>
              <a:t>    "disposition": "PROVIDER_ASSUMPTION_REQUIRED",</a:t>
            </a:r>
          </a:p>
          <a:p xmlns:a="http://schemas.openxmlformats.org/drawingml/2006/main">
            <a:r>
              <a:t>    "basis": "effectful observation operator; no pure-mechanics ruling file exists",</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"snapshot:/inspection/readings/7/document/rows/33",</a:t>
            </a:r>
          </a:p>
          <a:p xmlns:a="http://schemas.openxmlformats.org/drawingml/2006/main">
            <a:r>
              <a:t>    "rowIndex": 33,</a:t>
            </a:r>
          </a:p>
          <a:p xmlns:a="http://schemas.openxmlformats.org/drawingml/2006/main">
            <a:r>
              <a:t>    "raw": {</a:t>
            </a:r>
          </a:p>
          <a:p xmlns:a="http://schemas.openxmlformats.org/drawingml/2006/main">
            <a:r>
              <a:t>      "operator": "read-argv",</a:t>
            </a:r>
          </a:p>
          <a:p xmlns:a="http://schemas.openxmlformats.org/drawingml/2006/main">
            <a:r>
              <a:t>      "semantic_effect": "observation",</a:t>
            </a:r>
          </a:p>
          <a:p xmlns:a="http://schemas.openxmlformats.org/drawingml/2006/main">
            <a:r>
              <a:t>      "primary_decision": "effectful observation; declared by the estate read-argv mechanic on platform-effect-provider.v1; no pure-mechanics ruling file",</a:t>
            </a:r>
          </a:p>
          <a:p xmlns:a="http://schemas.openxmlformats.org/drawingml/2006/main">
            <a:r>
              <a:t>      "estate_uses": 0,</a:t>
            </a:r>
          </a:p>
          <a:p xmlns:a="http://schemas.openxmlformats.org/drawingml/2006/main">
            <a:r>
              <a:t>      "transcribed": 0,</a:t>
            </a:r>
          </a:p>
          <a:p xmlns:a="http://schemas.openxmlformats.org/drawingml/2006/main">
            <a:r>
              <a:t>      "disposition": "PROVIDER_ASSUMPTION_REQUIRED",</a:t>
            </a:r>
          </a:p>
          <a:p xmlns:a="http://schemas.openxmlformats.org/drawingml/2006/main">
            <a:r>
              <a:t>      "basis": "effectful observation operator; no pure-mechanics ruling file exists"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"V38",</a:t>
            </a:r>
          </a:p>
          <a:p xmlns:a="http://schemas.openxmlformats.org/drawingml/2006/main">
            <a:r>
              <a:t>    "reading": "expression-totality",</a:t>
            </a:r>
          </a:p>
          <a:p xmlns:a="http://schemas.openxmlformats.org/drawingml/2006/main">
            <a:r>
              <a:t>    "property": "expression-totality",</a:t>
            </a:r>
          </a:p>
          <a:p xmlns:a="http://schemas.openxmlformats.org/drawingml/2006/main">
            <a:r>
              <a:t>    "subject": "read-capability-dsl-source-transform.v1",</a:t>
            </a:r>
          </a:p>
          <a:p xmlns:a="http://schemas.openxmlformats.org/drawingml/2006/main">
            <a:r>
              <a:t>    "disposition": "PROVED",</a:t>
            </a:r>
          </a:p>
          <a:p xmlns:a="http://schemas.openxmlformats.org/drawingml/2006/main">
            <a:r>
              <a:t>    "basis": "no if node; totality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"snapshot:/inspection/readings/8/document/rows/0",</a:t>
            </a:r>
          </a:p>
          <a:p xmlns:a="http://schemas.openxmlformats.org/drawingml/2006/main">
            <a:r>
              <a:t>    "rowIndex": 0,</a:t>
            </a:r>
          </a:p>
          <a:p xmlns:a="http://schemas.openxmlformats.org/drawingml/2006/main">
            <a:r>
              <a:t>    "raw": {</a:t>
            </a:r>
          </a:p>
          <a:p xmlns:a="http://schemas.openxmlformats.org/drawingml/2006/main">
            <a:r>
              <a:t>      "transformation_id": "read-capability-dsl-source-transform.v1",</a:t>
            </a:r>
          </a:p>
          <a:p xmlns:a="http://schemas.openxmlformats.org/drawingml/2006/main">
            <a:r>
              <a:t>      "namespace_id": "sidefx:capability:read-capability-dsl-source",</a:t>
            </a:r>
          </a:p>
          <a:p xmlns:a="http://schemas.openxmlformats.org/drawingml/2006/main">
            <a:r>
              <a:t>      "if_nodes": 0,</a:t>
            </a:r>
          </a:p>
          <a:p xmlns:a="http://schemas.openxmlformats.org/drawingml/2006/main">
            <a:r>
              <a:t>      "if_with_else": 0,</a:t>
            </a:r>
          </a:p>
          <a:p xmlns:a="http://schemas.openxmlformats.org/drawingml/2006/main">
            <a:r>
              <a:t>      "if_missing_then": 0,</a:t>
            </a:r>
          </a:p>
          <a:p xmlns:a="http://schemas.openxmlformats.org/drawingml/2006/main">
            <a:r>
              <a:t>      "disposition": "PROVED",</a:t>
            </a:r>
          </a:p>
          <a:p xmlns:a="http://schemas.openxmlformats.org/drawingml/2006/main">
            <a:r>
              <a:t>      "basis": "no if node; totality holds vacuously"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"V39",</a:t>
            </a:r>
          </a:p>
          <a:p xmlns:a="http://schemas.openxmlformats.org/drawingml/2006/main">
            <a:r>
              <a:t>    "reading": "route-variant-coverage",</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"snapshot:/inspection/readings/9"</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snapshot:/inspection/readings/7/document/rows/33</a:t>
            </a:r>
          </a:p>
          <a:p xmlns:a="http://schemas.openxmlformats.org/drawingml/2006/main">
            <a:r>
              <a:t>snapshot:/inspection/readings/8/document/rows/0</a:t>
            </a:r>
          </a:p>
          <a:p xmlns:a="http://schemas.openxmlformats.org/drawingml/2006/main">
            <a:r>
              <a:t>snapshot:/inspection/readings/9</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"V40",</a:t>
            </a:r>
          </a:p>
          <a:p xmlns:a="http://schemas.openxmlformats.org/drawingml/2006/main">
            <a:r>
              <a:t>    "reading": "reachability-cycles",</a:t>
            </a:r>
          </a:p>
          <a:p xmlns:a="http://schemas.openxmlformats.org/drawingml/2006/main">
            <a:r>
              <a:t>    "property": "reachability-cycles",</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"snapshot:/inspection/readings/10/document/rows/0",</a:t>
            </a:r>
          </a:p>
          <a:p xmlns:a="http://schemas.openxmlformats.org/drawingml/2006/main">
            <a:r>
              <a:t>    "rowIndex": 0,</a:t>
            </a:r>
          </a:p>
          <a:p xmlns:a="http://schemas.openxmlformats.org/drawingml/2006/main">
            <a:r>
              <a:t>    "raw": {</a:t>
            </a:r>
          </a:p>
          <a:p xmlns:a="http://schemas.openxmlformats.org/drawingml/2006/main">
            <a:r>
              <a:t>      "capability_id": "read-capability-dsl-source",</a:t>
            </a:r>
          </a:p>
          <a:p xmlns:a="http://schemas.openxmlformats.org/drawingml/2006/main">
            <a:r>
              <a:t>      "capability_version_pk": 4852209,</a:t>
            </a:r>
          </a:p>
          <a:p xmlns:a="http://schemas.openxmlformats.org/drawingml/2006/main">
            <a:r>
              <a:t>      "invoke_scenario_edges": 0,</a:t>
            </a:r>
          </a:p>
          <a:p xmlns:a="http://schemas.openxmlformats.org/drawingml/2006/main">
            <a:r>
              <a:t>      "cycle_paths": 0,</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"V41",</a:t>
            </a:r>
          </a:p>
          <a:p xmlns:a="http://schemas.openxmlformats.org/drawingml/2006/main">
            <a:r>
              <a:t>    "reading": "contract-face-compatibility",</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"snapshot:/inspection/readings/11"</a:t>
            </a:r>
          </a:p>
          <a:p xmlns:a="http://schemas.openxmlformats.org/drawingml/2006/main">
            <a:r>
              <a:t>  },</a:t>
            </a:r>
          </a:p>
          <a:p xmlns:a="http://schemas.openxmlformats.org/drawingml/2006/main">
            <a:r>
              <a:t>  {</a:t>
            </a:r>
          </a:p>
          <a:p xmlns:a="http://schemas.openxmlformats.org/drawingml/2006/main">
            <a:r>
              <a:t>    "id": "V42",</a:t>
            </a:r>
          </a:p>
          <a:p xmlns:a="http://schemas.openxmlformats.org/drawingml/2006/main">
            <a:r>
              <a:t>    "reading": "witnesses",</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"snapshot:/inspection/readings/12"</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snapshot:/inspection/readings/10/document/rows/0</a:t>
            </a:r>
          </a:p>
          <a:p xmlns:a="http://schemas.openxmlformats.org/drawingml/2006/main">
            <a:r>
              <a:t>snapshot:/inspection/readings/11</a:t>
            </a:r>
          </a:p>
          <a:p xmlns:a="http://schemas.openxmlformats.org/drawingml/2006/main">
            <a:r>
              <a:t>snapshot:/inspection/readings/12</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"V43",</a:t>
            </a:r>
          </a:p>
          <a:p xmlns:a="http://schemas.openxmlformats.org/drawingml/2006/main">
            <a:r>
              <a:t>    "reading": "capability-proof-obligations",</a:t>
            </a:r>
          </a:p>
          <a:p xmlns:a="http://schemas.openxmlformats.org/drawingml/2006/main">
            <a:r>
              <a:t>    "property": "contract-satisfiability",</a:t>
            </a:r>
          </a:p>
          <a:p xmlns:a="http://schemas.openxmlformats.org/drawingml/2006/main">
            <a:r>
              <a:t>    "disposition": "PROVED",</a:t>
            </a:r>
          </a:p>
          <a:p xmlns:a="http://schemas.openxmlformats.org/drawingml/2006/main">
            <a:r>
              <a:t>    "basis": "2 contract(s) resolve with no unsatisfiable root pattern",</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0,</a:t>
            </a:r>
          </a:p>
          <a:p xmlns:a="http://schemas.openxmlformats.org/drawingml/2006/main">
            <a:r>
              <a:t>    "raw": {</a:t>
            </a:r>
          </a:p>
          <a:p xmlns:a="http://schemas.openxmlformats.org/drawingml/2006/main">
            <a:r>
              <a:t>      "obligation": "contract-satisfiability",</a:t>
            </a:r>
          </a:p>
          <a:p xmlns:a="http://schemas.openxmlformats.org/drawingml/2006/main">
            <a:r>
              <a:t>      "disposition": "PROVED",</a:t>
            </a:r>
          </a:p>
          <a:p xmlns:a="http://schemas.openxmlformats.org/drawingml/2006/main">
            <a:r>
              <a:t>      "basis": "2 contract(s) resolve with no unsatisfiable root pattern",</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"V44",</a:t>
            </a:r>
          </a:p>
          <a:p xmlns:a="http://schemas.openxmlformats.org/drawingml/2006/main">
            <a:r>
              <a:t>    "reading": "capability-proof-obligations",</a:t>
            </a:r>
          </a:p>
          <a:p xmlns:a="http://schemas.openxmlformats.org/drawingml/2006/main">
            <a:r>
              <a:t>    "property": "input-outcome-predicates",</a:t>
            </a:r>
          </a:p>
          <a:p xmlns:a="http://schemas.openxmlformats.org/drawingml/2006/main">
            <a:r>
              <a:t>    "disposition": "PROVED",</a:t>
            </a:r>
          </a:p>
          <a:p xmlns:a="http://schemas.openxmlformats.org/drawingml/2006/main">
            <a:r>
              <a:t>    "basis": "1/1 input predicates, 1/1 outcome predicates",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a:t>
            </a:r>
          </a:p>
          <a:p xmlns:a="http://schemas.openxmlformats.org/drawingml/2006/main">
            <a:r>
              <a:t>    "raw": {</a:t>
            </a:r>
          </a:p>
          <a:p xmlns:a="http://schemas.openxmlformats.org/drawingml/2006/main">
            <a:r>
              <a:t>      "obligation": "input-outcome-predicates",</a:t>
            </a:r>
          </a:p>
          <a:p xmlns:a="http://schemas.openxmlformats.org/drawingml/2006/main">
            <a:r>
              <a:t>      "disposition": "PROVED",</a:t>
            </a:r>
          </a:p>
          <a:p xmlns:a="http://schemas.openxmlformats.org/drawingml/2006/main">
            <a:r>
              <a:t>      "basis": "1/1 input predicates, 1/1 outcome predicates",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"V45",</a:t>
            </a:r>
          </a:p>
          <a:p xmlns:a="http://schemas.openxmlformats.org/drawingml/2006/main">
            <a:r>
              <a:t>    "reading": "capability-proof-obligations",</a:t>
            </a:r>
          </a:p>
          <a:p xmlns:a="http://schemas.openxmlformats.org/drawingml/2006/main">
            <a:r>
              <a:t>    "property": "expression-semantics",</a:t>
            </a:r>
          </a:p>
          <a:p xmlns:a="http://schemas.openxmlformats.org/drawingml/2006/main">
            <a:r>
              <a:t>    "disposition": "PROVED",</a:t>
            </a:r>
          </a:p>
          <a:p xmlns:a="http://schemas.openxmlformats.org/drawingml/2006/main">
            <a:r>
              <a:t>    "basis": "4 operator(s) used; every one is transcribed by an SDA ruling file",</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2,</a:t>
            </a:r>
          </a:p>
          <a:p xmlns:a="http://schemas.openxmlformats.org/drawingml/2006/main">
            <a:r>
              <a:t>    "raw": {</a:t>
            </a:r>
          </a:p>
          <a:p xmlns:a="http://schemas.openxmlformats.org/drawingml/2006/main">
            <a:r>
              <a:t>      "obligation": "expression-semantics",</a:t>
            </a:r>
          </a:p>
          <a:p xmlns:a="http://schemas.openxmlformats.org/drawingml/2006/main">
            <a:r>
              <a:t>      "disposition": "PROVED",</a:t>
            </a:r>
          </a:p>
          <a:p xmlns:a="http://schemas.openxmlformats.org/drawingml/2006/main">
            <a:r>
              <a:t>      "basis": "4 operator(s) used; every one is transcribed by an SDA ruling file",</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"V46",</a:t>
            </a:r>
          </a:p>
          <a:p xmlns:a="http://schemas.openxmlformats.org/drawingml/2006/main">
            <a:r>
              <a:t>    "reading": "capability-proof-obligations",</a:t>
            </a:r>
          </a:p>
          <a:p xmlns:a="http://schemas.openxmlformats.org/drawingml/2006/main">
            <a:r>
              <a:t>    "property": "expression-totality",</a:t>
            </a:r>
          </a:p>
          <a:p xmlns:a="http://schemas.openxmlformats.org/drawingml/2006/main">
            <a:r>
              <a:t>    "disposition": "PROVED",</a:t>
            </a:r>
          </a:p>
          <a:p xmlns:a="http://schemas.openxmlformats.org/drawingml/2006/main">
            <a:r>
              <a:t>    "basis": "no if node; totality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3,</a:t>
            </a:r>
          </a:p>
          <a:p xmlns:a="http://schemas.openxmlformats.org/drawingml/2006/main">
            <a:r>
              <a:t>    "raw": {</a:t>
            </a:r>
          </a:p>
          <a:p xmlns:a="http://schemas.openxmlformats.org/drawingml/2006/main">
            <a:r>
              <a:t>      "obligation": "expression-totality",</a:t>
            </a:r>
          </a:p>
          <a:p xmlns:a="http://schemas.openxmlformats.org/drawingml/2006/main">
            <a:r>
              <a:t>      "disposition": "PROVED",</a:t>
            </a:r>
          </a:p>
          <a:p xmlns:a="http://schemas.openxmlformats.org/drawingml/2006/main">
            <a:r>
              <a:t>      "basis": "no if node; totality holds vacuously",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"V47",</a:t>
            </a:r>
          </a:p>
          <a:p xmlns:a="http://schemas.openxmlformats.org/drawingml/2006/main">
            <a:r>
              <a:t>    "reading": "capability-proof-obligations",</a:t>
            </a:r>
          </a:p>
          <a:p xmlns:a="http://schemas.openxmlformats.org/drawingml/2006/main">
            <a:r>
              <a:t>    "property": "route-variant-coverage",</a:t>
            </a:r>
          </a:p>
          <a:p xmlns:a="http://schemas.openxmlformats.org/drawingml/2006/main">
            <a:r>
              <a:t>    "disposition": "NOT_FORMALLY_OBSERVABLE",</a:t>
            </a:r>
          </a:p>
          <a:p xmlns:a="http://schemas.openxmlformats.org/drawingml/2006/main">
            <a:r>
              <a:t>    "basis": "no declared routing entry reaches this capability",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4,</a:t>
            </a:r>
          </a:p>
          <a:p xmlns:a="http://schemas.openxmlformats.org/drawingml/2006/main">
            <a:r>
              <a:t>    "raw": {</a:t>
            </a:r>
          </a:p>
          <a:p xmlns:a="http://schemas.openxmlformats.org/drawingml/2006/main">
            <a:r>
              <a:t>      "obligation": "route-variant-coverage",</a:t>
            </a:r>
          </a:p>
          <a:p xmlns:a="http://schemas.openxmlformats.org/drawingml/2006/main">
            <a:r>
              <a:t>      "disposition": "NOT_FORMALLY_OBSERVABLE",</a:t>
            </a:r>
          </a:p>
          <a:p xmlns:a="http://schemas.openxmlformats.org/drawingml/2006/main">
            <a:r>
              <a:t>      "basis": "no declared routing entry reaches this capability",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"V48",</a:t>
            </a:r>
          </a:p>
          <a:p xmlns:a="http://schemas.openxmlformats.org/drawingml/2006/main">
            <a:r>
              <a:t>    "reading": "capability-proof-obligations",</a:t>
            </a:r>
          </a:p>
          <a:p xmlns:a="http://schemas.openxmlformats.org/drawingml/2006/main">
            <a:r>
              <a:t>    "property": "reachability-acyclicity",</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5,</a:t>
            </a:r>
          </a:p>
          <a:p xmlns:a="http://schemas.openxmlformats.org/drawingml/2006/main">
            <a:r>
              <a:t>    "raw": {</a:t>
            </a:r>
          </a:p>
          <a:p xmlns:a="http://schemas.openxmlformats.org/drawingml/2006/main">
            <a:r>
              <a:t>      "obligation": "reachability-acyclicity",</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"V49",</a:t>
            </a:r>
          </a:p>
          <a:p xmlns:a="http://schemas.openxmlformats.org/drawingml/2006/main">
            <a:r>
              <a:t>    "reading": "capability-proof-obligations",</a:t>
            </a:r>
          </a:p>
          <a:p xmlns:a="http://schemas.openxmlformats.org/drawingml/2006/main">
            <a:r>
              <a:t>    "property": "contract-face-compatibility",</a:t>
            </a:r>
          </a:p>
          <a:p xmlns:a="http://schemas.openxmlformats.org/drawingml/2006/main">
            <a:r>
              <a:t>    "disposition": "NOT_FORMALLY_OBSERVABLE",</a:t>
            </a:r>
          </a:p>
          <a:p xmlns:a="http://schemas.openxmlformats.org/drawingml/2006/main">
            <a:r>
              <a:t>    "basis": "no route or terminal invoke-scenario edge declared",</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6,</a:t>
            </a:r>
          </a:p>
          <a:p xmlns:a="http://schemas.openxmlformats.org/drawingml/2006/main">
            <a:r>
              <a:t>    "raw": {</a:t>
            </a:r>
          </a:p>
          <a:p xmlns:a="http://schemas.openxmlformats.org/drawingml/2006/main">
            <a:r>
              <a:t>      "obligation": "contract-face-compatibility",</a:t>
            </a:r>
          </a:p>
          <a:p xmlns:a="http://schemas.openxmlformats.org/drawingml/2006/main">
            <a:r>
              <a:t>      "disposition": "NOT_FORMALLY_OBSERVABLE",</a:t>
            </a:r>
          </a:p>
          <a:p xmlns:a="http://schemas.openxmlformats.org/drawingml/2006/main">
            <a:r>
              <a:t>      "basis": "no route or terminal invoke-scenario edge declared",</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"V50",</a:t>
            </a:r>
          </a:p>
          <a:p xmlns:a="http://schemas.openxmlformats.org/drawingml/2006/main">
            <a:r>
              <a:t>    "reading": "capability-proof-obligations",</a:t>
            </a:r>
          </a:p>
          <a:p xmlns:a="http://schemas.openxmlformats.org/drawingml/2006/main">
            <a:r>
              <a:t>    "property": "witnesses",</a:t>
            </a:r>
          </a:p>
          <a:p xmlns:a="http://schemas.openxmlformats.org/drawingml/2006/main">
            <a:r>
              <a:t>    "disposition": "NOT_FORMALLY_OBSERVABLE",</a:t>
            </a:r>
          </a:p>
          <a:p xmlns:a="http://schemas.openxmlformats.org/drawingml/2006/main">
            <a:r>
              <a:t>    "basis": "no fixture owned by this capability or its scenarios",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7,</a:t>
            </a:r>
          </a:p>
          <a:p xmlns:a="http://schemas.openxmlformats.org/drawingml/2006/main">
            <a:r>
              <a:t>    "raw": {</a:t>
            </a:r>
          </a:p>
          <a:p xmlns:a="http://schemas.openxmlformats.org/drawingml/2006/main">
            <a:r>
              <a:t>      "obligation": "witnesses",</a:t>
            </a:r>
          </a:p>
          <a:p xmlns:a="http://schemas.openxmlformats.org/drawingml/2006/main">
            <a:r>
              <a:t>      "disposition": "NOT_FORMALLY_OBSERVABLE",</a:t>
            </a:r>
          </a:p>
          <a:p xmlns:a="http://schemas.openxmlformats.org/drawingml/2006/main">
            <a:r>
              <a:t>      "basis": "no fixture owned by this capability or its scenarios",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"V51",</a:t>
            </a:r>
          </a:p>
          <a:p xmlns:a="http://schemas.openxmlformats.org/drawingml/2006/main">
            <a:r>
              <a:t>    "reading": "capability-proof-obligations",</a:t>
            </a:r>
          </a:p>
          <a:p xmlns:a="http://schemas.openxmlformats.org/drawingml/2006/main">
            <a:r>
              <a:t>    "property": "invariants",</a:t>
            </a:r>
          </a:p>
          <a:p xmlns:a="http://schemas.openxmlformats.org/drawingml/2006/main">
            <a:r>
              <a:t>    "disposition": "NOT_FORMALLY_OBSERVABLE",</a:t>
            </a:r>
          </a:p>
          <a:p xmlns:a="http://schemas.openxmlformats.org/drawingml/2006/main">
            <a:r>
              <a:t>    "basis": "0 observable condition(s) owned, 0 with a formal expression statement",</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8,</a:t>
            </a:r>
          </a:p>
          <a:p xmlns:a="http://schemas.openxmlformats.org/drawingml/2006/main">
            <a:r>
              <a:t>    "raw": {</a:t>
            </a:r>
          </a:p>
          <a:p xmlns:a="http://schemas.openxmlformats.org/drawingml/2006/main">
            <a:r>
              <a:t>      "obligation": "invariants",</a:t>
            </a:r>
          </a:p>
          <a:p xmlns:a="http://schemas.openxmlformats.org/drawingml/2006/main">
            <a:r>
              <a:t>      "disposition": "NOT_FORMALLY_OBSERVABLE",</a:t>
            </a:r>
          </a:p>
          <a:p xmlns:a="http://schemas.openxmlformats.org/drawingml/2006/main">
            <a:r>
              <a:t>      "basis": "0 observable condition(s) owned, 0 with a formal expression statement",</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"V52",</a:t>
            </a:r>
          </a:p>
          <a:p xmlns:a="http://schemas.openxmlformats.org/drawingml/2006/main">
            <a:r>
              <a:t>    "reading": "capability-proof-obligations",</a:t>
            </a:r>
          </a:p>
          <a:p xmlns:a="http://schemas.openxmlformats.org/drawingml/2006/main">
            <a:r>
              <a:t>    "property": "provider-assumptions",</a:t>
            </a:r>
          </a:p>
          <a:p xmlns:a="http://schemas.openxmlformats.org/drawingml/2006/main">
            <a:r>
              <a:t>    "disposition": "NOT_FORMALLY_OBSERVABLE",</a:t>
            </a:r>
          </a:p>
          <a:p xmlns:a="http://schemas.openxmlformats.org/drawingml/2006/main">
            <a:r>
              <a:t>    "basis": "no provider-facing port declared",</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9,</a:t>
            </a:r>
          </a:p>
          <a:p xmlns:a="http://schemas.openxmlformats.org/drawingml/2006/main">
            <a:r>
              <a:t>    "raw": {</a:t>
            </a:r>
          </a:p>
          <a:p xmlns:a="http://schemas.openxmlformats.org/drawingml/2006/main">
            <a:r>
              <a:t>      "obligation": "provider-assumptions",</a:t>
            </a:r>
          </a:p>
          <a:p xmlns:a="http://schemas.openxmlformats.org/drawingml/2006/main">
            <a:r>
              <a:t>      "disposition": "NOT_FORMALLY_OBSERVABLE",</a:t>
            </a:r>
          </a:p>
          <a:p xmlns:a="http://schemas.openxmlformats.org/drawingml/2006/main">
            <a:r>
              <a:t>      "basis": "no provider-facing port declared",</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"V53",</a:t>
            </a:r>
          </a:p>
          <a:p xmlns:a="http://schemas.openxmlformats.org/drawingml/2006/main">
            <a:r>
              <a:t>    "reading": "capability-proof-obligations",</a:t>
            </a:r>
          </a:p>
          <a:p xmlns:a="http://schemas.openxmlformats.org/drawingml/2006/main">
            <a:r>
              <a:t>    "property": "mechanic-contracts",</a:t>
            </a:r>
          </a:p>
          <a:p xmlns:a="http://schemas.openxmlformats.org/drawingml/2006/main">
            <a:r>
              <a:t>    "disposition": "NOT_FORMALLY_OBSERVABLE",</a:t>
            </a:r>
          </a:p>
          <a:p xmlns:a="http://schemas.openxmlformats.org/drawingml/2006/main">
            <a:r>
              <a:t>    "basis": "no platform mechanic referenced by this capability's ports",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10,</a:t>
            </a:r>
          </a:p>
          <a:p xmlns:a="http://schemas.openxmlformats.org/drawingml/2006/main">
            <a:r>
              <a:t>    "raw": {</a:t>
            </a:r>
          </a:p>
          <a:p xmlns:a="http://schemas.openxmlformats.org/drawingml/2006/main">
            <a:r>
              <a:t>      "obligation": "mechanic-contracts",</a:t>
            </a:r>
          </a:p>
          <a:p xmlns:a="http://schemas.openxmlformats.org/drawingml/2006/main">
            <a:r>
              <a:t>      "disposition": "NOT_FORMALLY_OBSERVABLE",</a:t>
            </a:r>
          </a:p>
          <a:p xmlns:a="http://schemas.openxmlformats.org/drawingml/2006/main">
            <a:r>
              <a:t>      "basis": "no platform mechanic referenced by this capability's ports",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"V54",</a:t>
            </a:r>
          </a:p>
          <a:p xmlns:a="http://schemas.openxmlformats.org/drawingml/2006/main">
            <a:r>
              <a:t>    "reading": "capability-proof-obligations",</a:t>
            </a:r>
          </a:p>
          <a:p xmlns:a="http://schemas.openxmlformats.org/drawingml/2006/main">
            <a:r>
              <a:t>    "property": "pattern-vocabulary-binding",</a:t>
            </a:r>
          </a:p>
          <a:p xmlns:a="http://schemas.openxmlformats.org/drawingml/2006/main">
            <a:r>
              <a:t>    "disposition": "NOT_FORMALLY_OBSERVABLE",</a:t>
            </a:r>
          </a:p>
          <a:p xmlns:a="http://schemas.openxmlformats.org/drawingml/2006/main">
            <a:r>
              <a:t>    "basis": "0 of 4552 selected estate definitions with a pattern key; the mapping from the ordinal operation list to the declared pattern semantics is compiler behaviour, not a declared row",</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11,</a:t>
            </a:r>
          </a:p>
          <a:p xmlns:a="http://schemas.openxmlformats.org/drawingml/2006/main">
            <a:r>
              <a:t>    "raw": {</a:t>
            </a:r>
          </a:p>
          <a:p xmlns:a="http://schemas.openxmlformats.org/drawingml/2006/main">
            <a:r>
              <a:t>      "obligation": "pattern-vocabulary-binding",</a:t>
            </a:r>
          </a:p>
          <a:p xmlns:a="http://schemas.openxmlformats.org/drawingml/2006/main">
            <a:r>
              <a:t>      "disposition": "NOT_FORMALLY_OBSERVABLE",</a:t>
            </a:r>
          </a:p>
          <a:p xmlns:a="http://schemas.openxmlformats.org/drawingml/2006/main">
            <a:r>
              <a:t>      "basis": "0 of 4552 selected estate definitions with a pattern key; the mapping from the ordinal operation list to the declared pattern semantics is compiler behaviour, not a declared row",</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"V55",</a:t>
            </a:r>
          </a:p>
          <a:p xmlns:a="http://schemas.openxmlformats.org/drawingml/2006/main">
            <a:r>
              <a:t>    "reading": "capability-proof-obligations",</a:t>
            </a:r>
          </a:p>
          <a:p xmlns:a="http://schemas.openxmlformats.org/drawingml/2006/main">
            <a:r>
              <a:t>    "property": "interpreter-conformance",</a:t>
            </a:r>
          </a:p>
          <a:p xmlns:a="http://schemas.openxmlformats.org/drawingml/2006/main">
            <a:r>
              <a:t>    "disposition": "NOT_FORMALLY_OBSERVABLE",</a:t>
            </a:r>
          </a:p>
          <a:p xmlns:a="http://schemas.openxmlformats.org/drawingml/2006/main">
            <a:r>
              <a:t>    "basis": "installed kernel is csharp and has no execution-pattern-vector conformance test; node and python run the vectors",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12,</a:t>
            </a:r>
          </a:p>
          <a:p xmlns:a="http://schemas.openxmlformats.org/drawingml/2006/main">
            <a:r>
              <a:t>    "raw": {</a:t>
            </a:r>
          </a:p>
          <a:p xmlns:a="http://schemas.openxmlformats.org/drawingml/2006/main">
            <a:r>
              <a:t>      "obligation": "interpreter-conformance",</a:t>
            </a:r>
          </a:p>
          <a:p xmlns:a="http://schemas.openxmlformats.org/drawingml/2006/main">
            <a:r>
              <a:t>      "disposition": "NOT_FORMALLY_OBSERVABLE",</a:t>
            </a:r>
          </a:p>
          <a:p xmlns:a="http://schemas.openxmlformats.org/drawingml/2006/main">
            <a:r>
              <a:t>      "basis": "installed kernel is csharp and has no execution-pattern-vector conformance test; node and python run the vectors",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"R01",</a:t>
            </a:r>
          </a:p>
          <a:p xmlns:a="http://schemas.openxmlformats.org/drawingml/2006/main">
            <a:r>
              <a:t>    "severity": "warning",</a:t>
            </a:r>
          </a:p>
          <a:p xmlns:a="http://schemas.openxmlformats.org/drawingml/2006/main">
            <a:r>
              <a:t>    "code": "BINDING_NOT_INVOKED",</a:t>
            </a:r>
          </a:p>
          <a:p xmlns:a="http://schemas.openxmlformats.org/drawingml/2006/main">
            <a:r>
              <a:t>    "message": "Binding read-capability-dsl-source-port has no invoking operation in the selected graph.",</a:t>
            </a:r>
          </a:p>
          <a:p xmlns:a="http://schemas.openxmlformats.org/drawingml/2006/main">
            <a:r>
              <a:t>    "nodeIds": [</a:t>
            </a:r>
          </a:p>
          <a:p xmlns:a="http://schemas.openxmlformats.org/drawingml/2006/main">
            <a:r>
              <a:t>      "binding:read-capability-dsl-source-port"</a:t>
            </a:r>
          </a:p>
          <a:p xmlns:a="http://schemas.openxmlformats.org/drawingml/2006/main">
            <a:r>
              <a:t>    ],</a:t>
            </a:r>
          </a:p>
          <a:p xmlns:a="http://schemas.openxmlformats.org/drawingml/2006/main">
            <a:r>
              <a:t>    "sourceRefs": [</a:t>
            </a:r>
          </a:p>
          <a:p xmlns:a="http://schemas.openxmlformats.org/drawingml/2006/main">
            <a:r>
              <a:t>      "graph:/interfaceAuthority/portBindings/0"</a:t>
            </a:r>
          </a:p>
          <a:p xmlns:a="http://schemas.openxmlformats.org/drawingml/2006/main">
            <a:r>
              <a:t>    ],</a:t>
            </a:r>
          </a:p>
          <a:p xmlns:a="http://schemas.openxmlformats.org/drawingml/2006/main">
            <a:r>
              <a:t>    "resolvedNodeIds": [</a:t>
            </a:r>
          </a:p>
          <a:p xmlns:a="http://schemas.openxmlformats.org/drawingml/2006/main">
            <a:r>
              <a:t>      "binding:read-capability-dsl-source-port"</a:t>
            </a:r>
          </a:p>
          <a:p xmlns:a="http://schemas.openxmlformats.org/drawingml/2006/main">
            <a:r>
              <a:t>    ],</a:t>
            </a:r>
          </a:p>
          <a:p xmlns:a="http://schemas.openxmlformats.org/drawingml/2006/main">
            <a:r>
              <a:t>    "scenarioIds": [],</a:t>
            </a:r>
          </a:p>
          <a:p xmlns:a="http://schemas.openxmlformats.org/drawingml/2006/main">
            <a:r>
              <a:t>    "addressStatus": "LOCATED",</a:t>
            </a:r>
          </a:p>
          <a:p xmlns:a="http://schemas.openxmlformats.org/drawingml/2006/main">
            <a:r>
              <a:t>    "repair": {</a:t>
            </a:r>
          </a:p>
          <a:p xmlns:a="http://schemas.openxmlformats.org/drawingml/2006/main">
            <a:r>
              <a:t>      "status": "MAPPED",</a:t>
            </a:r>
          </a:p>
          <a:p xmlns:a="http://schemas.openxmlformats.org/drawingml/2006/main">
            <a:r>
              <a:t>      "declaration": {</a:t>
            </a:r>
          </a:p>
          <a:p xmlns:a="http://schemas.openxmlformats.org/drawingml/2006/main">
            <a:r>
              <a:t>        "findingCode": "BINDING_NOT_INVOKED",</a:t>
            </a:r>
          </a:p>
          <a:p xmlns:a="http://schemas.openxmlformats.org/drawingml/2006/main">
            <a:r>
              <a:t>        "disposition": "REPAIR",</a:t>
            </a:r>
          </a:p>
          <a:p xmlns:a="http://schemas.openxmlformats.org/drawingml/2006/main">
            <a:r>
              <a:t>        "repairProcedure": "model.remove_scenario_operations",</a:t>
            </a:r>
          </a:p>
          <a:p xmlns:a="http://schemas.openxmlformats.org/drawingml/2006/main">
            <a:r>
              <a:t>        "parameterContract": "blueprint-finding-repair-parameters.v1",</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"parameterDefaults": {</a:t>
            </a:r>
          </a:p>
          <a:p xmlns:a="http://schemas.openxmlformats.org/drawingml/2006/main">
            <a:r>
              <a:t>          "operation_ids": null,</a:t>
            </a:r>
          </a:p>
          <a:p xmlns:a="http://schemas.openxmlformats.org/drawingml/2006/main">
            <a:r>
              <a:t>          "remove_uninvoked_bindings": true</a:t>
            </a:r>
          </a:p>
          <a:p xmlns:a="http://schemas.openxmlformats.org/drawingml/2006/main">
            <a:r>
              <a:t>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"R02",</a:t>
            </a:r>
          </a:p>
          <a:p xmlns:a="http://schemas.openxmlformats.org/drawingml/2006/main">
            <a:r>
              <a:t>    "severity": "warning",</a:t>
            </a:r>
          </a:p>
          <a:p xmlns:a="http://schemas.openxmlformats.org/drawingml/2006/main">
            <a:r>
              <a:t>    "code": "CANONICAL_BLUEPRINT_EDGES_NOT_AVAILABLE",</a:t>
            </a:r>
          </a:p>
          <a:p xmlns:a="http://schemas.openxmlformats.org/drawingml/2006/main">
            <a:r>
              <a:t>    "message": "No selected canonical blueprint with edge records was returned. Operation order is not a proof of complete canonical semantics.",</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"CANONICAL_BLUEPRINT_EDGES_NOT_AVAILABLE",</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graph:/interfaceAuthority/portBindings/0</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"R03",</a:t>
            </a:r>
          </a:p>
          <a:p xmlns:a="http://schemas.openxmlformats.org/drawingml/2006/main">
            <a:r>
              <a:t>    "severity": "warning",</a:t>
            </a:r>
          </a:p>
          <a:p xmlns:a="http://schemas.openxmlformats.org/drawingml/2006/main">
            <a:r>
              <a:t>    "code": "OBSERVABILITY_CONTRACT_NOT_RETAINED",</a:t>
            </a:r>
          </a:p>
          <a:p xmlns:a="http://schemas.openxmlformats.org/drawingml/2006/main">
            <a:r>
              <a:t>    "message": "The reader did not retain a per-cell observation contract. Runtime state is separate and unobserved.",</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"OBSERVABILITY_CONTRACT_NOT_RETAINED",</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"R04",</a:t>
            </a:r>
          </a:p>
          <a:p xmlns:a="http://schemas.openxmlformats.org/drawingml/2006/main">
            <a:r>
              <a:t>    "severity": "warning",</a:t>
            </a:r>
          </a:p>
          <a:p xmlns:a="http://schemas.openxmlformats.org/drawingml/2006/main">
            <a:r>
              <a:t>    "code": "MONOTONIC_PROGRESS_NOT_PROVEN",</a:t>
            </a:r>
          </a:p>
          <a:p xmlns:a="http://schemas.openxmlformats.org/drawingml/2006/main">
            <a:r>
              <a:t>    "message": "No complete semantic-progress proof was retained. Forward placement must not imply proven monotonicity.",</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"MONOTONIC_PROGRESS_NOT_PROVEN",</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734ca73fdf67e4726120180a2426181532ab2c9c02d15ae6c44a0d02aeaa1103</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eab71c3b8042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1da1b4d48942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e55dcde82c4d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0e31b380ca4a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21dd8f58a146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fee57f537648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BE41D8-BCCB-4438-B11E-0530AAE141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F7BE1D-1CEA-46B1-AAE4-A371D93824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391E63-44A9-414F-969C-AF41F564AC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8AEB0A-65F4-42CD-9C64-B2C54F9F13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228F10-8DD0-4FFD-8DBD-5902B3A8EE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83B560-E2A4-4C14-B928-A667921580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1101FF-D6D4-4F17-A71B-BB30D6441B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812AE52-B219-4621-A03F-68FE0F04D2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AD802D-D942-4D1D-85DC-C08D25DA92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250E85-50DE-4928-9D61-80768FE152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7a398812fb45e4" /><Relationship Type="http://schemas.openxmlformats.org/officeDocument/2006/relationships/slideLayout" Target="/ppt/slideLayouts/slideLayout1.xml" Id="R50aac2f596794f44" /><Relationship Type="http://schemas.openxmlformats.org/officeDocument/2006/relationships/slideLayout" Target="/ppt/slideLayouts/slideLayout2.xml" Id="R6b43ccfbce3b4cd0" /><Relationship Type="http://schemas.openxmlformats.org/officeDocument/2006/relationships/slideLayout" Target="/ppt/slideLayouts/slideLayout3.xml" Id="R7741a82db34d495d" /><Relationship Type="http://schemas.openxmlformats.org/officeDocument/2006/relationships/slideLayout" Target="/ppt/slideLayouts/slideLayout4.xml" Id="Rb342573403c34895" /><Relationship Type="http://schemas.openxmlformats.org/officeDocument/2006/relationships/slideLayout" Target="/ppt/slideLayouts/slideLayout5.xml" Id="R8ef2543bf4cf46ba" /><Relationship Type="http://schemas.openxmlformats.org/officeDocument/2006/relationships/slideLayout" Target="/ppt/slideLayouts/slideLayout6.xml" Id="Rcf920088210c42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aac2f596794f44"/>
    <p:sldLayoutId xmlns:r="http://schemas.openxmlformats.org/officeDocument/2006/relationships" id="2147483650" r:id="R6b43ccfbce3b4cd0"/>
    <p:sldLayoutId xmlns:r="http://schemas.openxmlformats.org/officeDocument/2006/relationships" id="2147483651" r:id="R7741a82db34d495d"/>
    <p:sldLayoutId xmlns:r="http://schemas.openxmlformats.org/officeDocument/2006/relationships" id="2147483652" r:id="Rb342573403c34895"/>
    <p:sldLayoutId xmlns:r="http://schemas.openxmlformats.org/officeDocument/2006/relationships" id="2147483653" r:id="R8ef2543bf4cf46ba"/>
    <p:sldLayoutId xmlns:r="http://schemas.openxmlformats.org/officeDocument/2006/relationships" id="2147483654" r:id="Rcf920088210c42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9d57c30f7049c8" /><Relationship Type="http://schemas.openxmlformats.org/officeDocument/2006/relationships/notesSlide" Target="/ppt/notesSlides/notesSlide1.xml" Id="Rbcc44180e81a4a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09d277566b49f9" /><Relationship Type="http://schemas.openxmlformats.org/officeDocument/2006/relationships/hyperlink" Target="slide8.xml" Id="Re297ef6e1e724a18" /><Relationship Type="http://schemas.openxmlformats.org/officeDocument/2006/relationships/hyperlink" Target="slide7.xml" Id="Rf3c829291359401f" /><Relationship Type="http://schemas.openxmlformats.org/officeDocument/2006/relationships/hyperlink" Target="slide5.xml" Id="R9de75dcac81f4ce6" /><Relationship Type="http://schemas.openxmlformats.org/officeDocument/2006/relationships/hyperlink" Target="slide5.xml" Id="R19f1df0e483e4056" /><Relationship Type="http://schemas.openxmlformats.org/officeDocument/2006/relationships/hyperlink" Target="slide5.xml" Id="R576045e4600440ca" /><Relationship Type="http://schemas.openxmlformats.org/officeDocument/2006/relationships/hyperlink" Target="slide38.xml" Id="R9ce9f85c48504ced" /><Relationship Type="http://schemas.openxmlformats.org/officeDocument/2006/relationships/hyperlink" Target="slide38.xml" Id="Rd072b6c2d51f478b" /><Relationship Type="http://schemas.openxmlformats.org/officeDocument/2006/relationships/hyperlink" Target="slide9.xml" Id="R77e08c3b25234593" /><Relationship Type="http://schemas.openxmlformats.org/officeDocument/2006/relationships/notesSlide" Target="/ppt/notesSlides/notesSlide2.xml" Id="Rd9338b699bc747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cecadfed704f1c" /><Relationship Type="http://schemas.openxmlformats.org/officeDocument/2006/relationships/hyperlink" Target="slide8.xml" Id="R07ac145eddbb4cc3" /><Relationship Type="http://schemas.openxmlformats.org/officeDocument/2006/relationships/hyperlink" Target="slide2.xml" Id="R406bfd129a314e8c" /><Relationship Type="http://schemas.openxmlformats.org/officeDocument/2006/relationships/hyperlink" Target="slide10.xml" Id="R37cfcf75313445ef" /><Relationship Type="http://schemas.openxmlformats.org/officeDocument/2006/relationships/hyperlink" Target="slide9.xml" Id="Rb3fd9d0089004ee8" /><Relationship Type="http://schemas.openxmlformats.org/officeDocument/2006/relationships/notesSlide" Target="/ppt/notesSlides/notesSlide3.xml" Id="R2de66ccb2a6249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d78ed0296a4ae2" /><Relationship Type="http://schemas.openxmlformats.org/officeDocument/2006/relationships/hyperlink" Target="slide5.xml" Id="R052853b7e961495b" /><Relationship Type="http://schemas.openxmlformats.org/officeDocument/2006/relationships/hyperlink" Target="slide5.xml" Id="Rdd89d51440254123" /><Relationship Type="http://schemas.openxmlformats.org/officeDocument/2006/relationships/hyperlink" Target="slide3.xml" Id="Rdc51049624e5423f" /><Relationship Type="http://schemas.openxmlformats.org/officeDocument/2006/relationships/hyperlink" Target="slide4.xml" Id="R8198e9ee457549c8" /><Relationship Type="http://schemas.openxmlformats.org/officeDocument/2006/relationships/hyperlink" Target="slide9.xml" Id="R3669bfcb34304184" /><Relationship Type="http://schemas.openxmlformats.org/officeDocument/2006/relationships/hyperlink" Target="slide10.xml" Id="Rc1bf314dd4194d90" /><Relationship Type="http://schemas.openxmlformats.org/officeDocument/2006/relationships/notesSlide" Target="/ppt/notesSlides/notesSlide4.xml" Id="R5a337209f8a84a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1da723d5404a31" /><Relationship Type="http://schemas.openxmlformats.org/officeDocument/2006/relationships/hyperlink" Target="slide7.xml" Id="R221267fd0b4a4ad9" /><Relationship Type="http://schemas.openxmlformats.org/officeDocument/2006/relationships/hyperlink" Target="slide3.xml" Id="R5855dfa9d8ba457b" /><Relationship Type="http://schemas.openxmlformats.org/officeDocument/2006/relationships/hyperlink" Target="slide2.xml" Id="Re236c835ed2648d4" /><Relationship Type="http://schemas.openxmlformats.org/officeDocument/2006/relationships/hyperlink" Target="slide9.xml" Id="R0d1fa0d311254214" /><Relationship Type="http://schemas.openxmlformats.org/officeDocument/2006/relationships/hyperlink" Target="slide10.xml" Id="R684d870231044429" /><Relationship Type="http://schemas.openxmlformats.org/officeDocument/2006/relationships/notesSlide" Target="/ppt/notesSlides/notesSlide5.xml" Id="R56a8348d6c224f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0b1e43182441e8" /><Relationship Type="http://schemas.openxmlformats.org/officeDocument/2006/relationships/hyperlink" Target="slide5.xml" Id="Refccafc2c65a4887" /><Relationship Type="http://schemas.openxmlformats.org/officeDocument/2006/relationships/notesSlide" Target="/ppt/notesSlides/notesSlide6.xml" Id="Rb1f337cbc5e443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a3dde21dbd48e0" /><Relationship Type="http://schemas.openxmlformats.org/officeDocument/2006/relationships/hyperlink" Target="slide5.xml" Id="R3f5143282acd4b45" /><Relationship Type="http://schemas.openxmlformats.org/officeDocument/2006/relationships/notesSlide" Target="/ppt/notesSlides/notesSlide7.xml" Id="Re3f7d42b314144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9e3658c8d54514" /><Relationship Type="http://schemas.openxmlformats.org/officeDocument/2006/relationships/hyperlink" Target="slide7.xml" Id="R81d36eb916db43ef" /><Relationship Type="http://schemas.openxmlformats.org/officeDocument/2006/relationships/hyperlink" Target="slide3.xml" Id="R866ba5f7f4a24ea1" /><Relationship Type="http://schemas.openxmlformats.org/officeDocument/2006/relationships/notesSlide" Target="/ppt/notesSlides/notesSlide8.xml" Id="R5c8f074cb52e47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0d78249bae4f80" /><Relationship Type="http://schemas.openxmlformats.org/officeDocument/2006/relationships/hyperlink" Target="slide3.xml" Id="R77220bcc58294c58" /><Relationship Type="http://schemas.openxmlformats.org/officeDocument/2006/relationships/notesSlide" Target="/ppt/notesSlides/notesSlide9.xml" Id="Rcbc43ec5500741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621c64bedb4724" /><Relationship Type="http://schemas.openxmlformats.org/officeDocument/2006/relationships/hyperlink" Target="slide3.xml" Id="R3d621d131f304735" /><Relationship Type="http://schemas.openxmlformats.org/officeDocument/2006/relationships/notesSlide" Target="/ppt/notesSlides/notesSlide10.xml" Id="R2988f748dc1245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6bad20a983f48a1" /><Relationship Type="http://schemas.openxmlformats.org/officeDocument/2006/relationships/notesSlide" Target="/ppt/notesSlides/notesSlide11.xml" Id="Rf5eb7bf75ffd41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d3fea008f974071" /><Relationship Type="http://schemas.openxmlformats.org/officeDocument/2006/relationships/notesSlide" Target="/ppt/notesSlides/notesSlide12.xml" Id="Rf07ed02b3fb64a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3b0c82efb6e48e0" /><Relationship Type="http://schemas.openxmlformats.org/officeDocument/2006/relationships/notesSlide" Target="/ppt/notesSlides/notesSlide13.xml" Id="Rcb5d8b59320d4e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6d63107fa0744bf" /><Relationship Type="http://schemas.openxmlformats.org/officeDocument/2006/relationships/notesSlide" Target="/ppt/notesSlides/notesSlide14.xml" Id="R7326ff3f0a8b4d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1c69c3c60f4af7" /><Relationship Type="http://schemas.openxmlformats.org/officeDocument/2006/relationships/notesSlide" Target="/ppt/notesSlides/notesSlide15.xml" Id="R1472d89c04cf4f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1ee53684f146db" /><Relationship Type="http://schemas.openxmlformats.org/officeDocument/2006/relationships/notesSlide" Target="/ppt/notesSlides/notesSlide16.xml" Id="Rcc066b3ff264402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5cc7c858494227" /><Relationship Type="http://schemas.openxmlformats.org/officeDocument/2006/relationships/notesSlide" Target="/ppt/notesSlides/notesSlide17.xml" Id="Ra327534a684d47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79b41bed9334d09" /><Relationship Type="http://schemas.openxmlformats.org/officeDocument/2006/relationships/notesSlide" Target="/ppt/notesSlides/notesSlide18.xml" Id="R8a7e4ff949064f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6e87a3d4b0b495e" /><Relationship Type="http://schemas.openxmlformats.org/officeDocument/2006/relationships/notesSlide" Target="/ppt/notesSlides/notesSlide19.xml" Id="Rd2545e1b4b8f45b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8bd77805fdb45ea" /><Relationship Type="http://schemas.openxmlformats.org/officeDocument/2006/relationships/notesSlide" Target="/ppt/notesSlides/notesSlide20.xml" Id="R54a52b35dd5447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38d152339db4534" /><Relationship Type="http://schemas.openxmlformats.org/officeDocument/2006/relationships/notesSlide" Target="/ppt/notesSlides/notesSlide21.xml" Id="R342a056fd27d41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a765497281a4f95" /><Relationship Type="http://schemas.openxmlformats.org/officeDocument/2006/relationships/notesSlide" Target="/ppt/notesSlides/notesSlide22.xml" Id="R6966caf8e791475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53009cba527439f" /><Relationship Type="http://schemas.openxmlformats.org/officeDocument/2006/relationships/notesSlide" Target="/ppt/notesSlides/notesSlide23.xml" Id="R5975af8968894e6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0d095a575774370" /><Relationship Type="http://schemas.openxmlformats.org/officeDocument/2006/relationships/notesSlide" Target="/ppt/notesSlides/notesSlide24.xml" Id="R6cce7d55914445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b0931d44b784e9f" /><Relationship Type="http://schemas.openxmlformats.org/officeDocument/2006/relationships/notesSlide" Target="/ppt/notesSlides/notesSlide25.xml" Id="R8603bef4fe8c43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42e3f7a64ca4c7b" /><Relationship Type="http://schemas.openxmlformats.org/officeDocument/2006/relationships/notesSlide" Target="/ppt/notesSlides/notesSlide26.xml" Id="R48fb7347ac034e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b8a543545de4392" /><Relationship Type="http://schemas.openxmlformats.org/officeDocument/2006/relationships/notesSlide" Target="/ppt/notesSlides/notesSlide27.xml" Id="R6272e85800bc4f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bb25b04e7aa4545" /><Relationship Type="http://schemas.openxmlformats.org/officeDocument/2006/relationships/notesSlide" Target="/ppt/notesSlides/notesSlide28.xml" Id="R8adbd14bb653478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36f1326e64241f0" /><Relationship Type="http://schemas.openxmlformats.org/officeDocument/2006/relationships/notesSlide" Target="/ppt/notesSlides/notesSlide29.xml" Id="Rf03aa01159a44b3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a3e051eebb4fc6" /><Relationship Type="http://schemas.openxmlformats.org/officeDocument/2006/relationships/notesSlide" Target="/ppt/notesSlides/notesSlide30.xml" Id="R58f5bd21e1d642c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cb38f364b7349cc" /><Relationship Type="http://schemas.openxmlformats.org/officeDocument/2006/relationships/notesSlide" Target="/ppt/notesSlides/notesSlide31.xml" Id="R91d16bfa0493414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6f491d686984e71" /><Relationship Type="http://schemas.openxmlformats.org/officeDocument/2006/relationships/notesSlide" Target="/ppt/notesSlides/notesSlide32.xml" Id="R8550a4f5ab2a43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98dff37b8924c9a" /><Relationship Type="http://schemas.openxmlformats.org/officeDocument/2006/relationships/notesSlide" Target="/ppt/notesSlides/notesSlide33.xml" Id="R52647fe5c23a498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30999877b40412a" /><Relationship Type="http://schemas.openxmlformats.org/officeDocument/2006/relationships/notesSlide" Target="/ppt/notesSlides/notesSlide34.xml" Id="Rb467d16c31a447d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0ae225620144426" /><Relationship Type="http://schemas.openxmlformats.org/officeDocument/2006/relationships/notesSlide" Target="/ppt/notesSlides/notesSlide35.xml" Id="R016633528b434b7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3a5f7843be741e4" /><Relationship Type="http://schemas.openxmlformats.org/officeDocument/2006/relationships/notesSlide" Target="/ppt/notesSlides/notesSlide36.xml" Id="R1c4a01c1f7ef4f1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2d2d79bf93b4f20" /><Relationship Type="http://schemas.openxmlformats.org/officeDocument/2006/relationships/notesSlide" Target="/ppt/notesSlides/notesSlide37.xml" Id="Rfb0f73b265af4a7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d06a7e6f5ce4d83" /><Relationship Type="http://schemas.openxmlformats.org/officeDocument/2006/relationships/notesSlide" Target="/ppt/notesSlides/notesSlide38.xml" Id="Re99c18bcc25541d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1d9f992b66548bc" /><Relationship Type="http://schemas.openxmlformats.org/officeDocument/2006/relationships/hyperlink" Target="slide38.xml" Id="R4532753901904aef" /><Relationship Type="http://schemas.openxmlformats.org/officeDocument/2006/relationships/notesSlide" Target="/ppt/notesSlides/notesSlide39.xml" Id="Rd73277ff7ca44a0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52ff1018e4a4eaa" /><Relationship Type="http://schemas.openxmlformats.org/officeDocument/2006/relationships/hyperlink" Target="slide38.xml" Id="R63183b79098d479f" /><Relationship Type="http://schemas.openxmlformats.org/officeDocument/2006/relationships/notesSlide" Target="/ppt/notesSlides/notesSlide40.xml" Id="R77cef24a9a6b4d6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905e6a5b8104d22" /><Relationship Type="http://schemas.openxmlformats.org/officeDocument/2006/relationships/hyperlink" Target="slide38.xml" Id="R833ff060b06f4b79" /><Relationship Type="http://schemas.openxmlformats.org/officeDocument/2006/relationships/notesSlide" Target="/ppt/notesSlides/notesSlide41.xml" Id="R8688abd8e510401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dc75141092340f9" /><Relationship Type="http://schemas.openxmlformats.org/officeDocument/2006/relationships/hyperlink" Target="slide38.xml" Id="R8c22e6764ca14259" /><Relationship Type="http://schemas.openxmlformats.org/officeDocument/2006/relationships/notesSlide" Target="/ppt/notesSlides/notesSlide42.xml" Id="Ra05ddaa6f227437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d8bff6d635947ec" /><Relationship Type="http://schemas.openxmlformats.org/officeDocument/2006/relationships/hyperlink" Target="slide38.xml" Id="R24070f3e9f014c5d" /><Relationship Type="http://schemas.openxmlformats.org/officeDocument/2006/relationships/notesSlide" Target="/ppt/notesSlides/notesSlide43.xml" Id="R1fe574bcf039403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5597bae9444424a" /><Relationship Type="http://schemas.openxmlformats.org/officeDocument/2006/relationships/hyperlink" Target="slide38.xml" Id="R61f7e0b8d2514223" /><Relationship Type="http://schemas.openxmlformats.org/officeDocument/2006/relationships/notesSlide" Target="/ppt/notesSlides/notesSlide44.xml" Id="Rcfd65ba42c27412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0057106438c42a4" /><Relationship Type="http://schemas.openxmlformats.org/officeDocument/2006/relationships/hyperlink" Target="slide38.xml" Id="Rccb8c4d4fa544dc3" /><Relationship Type="http://schemas.openxmlformats.org/officeDocument/2006/relationships/notesSlide" Target="/ppt/notesSlides/notesSlide45.xml" Id="R34b53411ba1447d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c5dac3bf5da4533" /><Relationship Type="http://schemas.openxmlformats.org/officeDocument/2006/relationships/hyperlink" Target="slide38.xml" Id="R565585c59dee4dc2" /><Relationship Type="http://schemas.openxmlformats.org/officeDocument/2006/relationships/notesSlide" Target="/ppt/notesSlides/notesSlide46.xml" Id="R53f86617cb6644f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7dab1e25cfe45ea" /><Relationship Type="http://schemas.openxmlformats.org/officeDocument/2006/relationships/hyperlink" Target="slide38.xml" Id="R9bf2afdeb051403c" /><Relationship Type="http://schemas.openxmlformats.org/officeDocument/2006/relationships/notesSlide" Target="/ppt/notesSlides/notesSlide47.xml" Id="Re0deee5c54be401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9a494e23cfc4462" /><Relationship Type="http://schemas.openxmlformats.org/officeDocument/2006/relationships/hyperlink" Target="slide38.xml" Id="Ra36ec8b9e5a74890" /><Relationship Type="http://schemas.openxmlformats.org/officeDocument/2006/relationships/notesSlide" Target="/ppt/notesSlides/notesSlide48.xml" Id="R8ca88040de82422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460359de76e42c3" /><Relationship Type="http://schemas.openxmlformats.org/officeDocument/2006/relationships/hyperlink" Target="slide38.xml" Id="R175c55b9e84043b2" /><Relationship Type="http://schemas.openxmlformats.org/officeDocument/2006/relationships/notesSlide" Target="/ppt/notesSlides/notesSlide49.xml" Id="R0a993e4f211344d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7c04c60c1a04662" /><Relationship Type="http://schemas.openxmlformats.org/officeDocument/2006/relationships/hyperlink" Target="slide38.xml" Id="R513b924f846c4f36" /><Relationship Type="http://schemas.openxmlformats.org/officeDocument/2006/relationships/notesSlide" Target="/ppt/notesSlides/notesSlide50.xml" Id="R02135401b62a4f4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f6be05e10564e8b" /><Relationship Type="http://schemas.openxmlformats.org/officeDocument/2006/relationships/hyperlink" Target="slide38.xml" Id="Re526f1f4c1d44834" /><Relationship Type="http://schemas.openxmlformats.org/officeDocument/2006/relationships/notesSlide" Target="/ppt/notesSlides/notesSlide51.xml" Id="Rbb579e0864e64c9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fa08f21c250e4017" /><Relationship Type="http://schemas.openxmlformats.org/officeDocument/2006/relationships/hyperlink" Target="slide38.xml" Id="R952ee4cd0df34355" /><Relationship Type="http://schemas.openxmlformats.org/officeDocument/2006/relationships/notesSlide" Target="/ppt/notesSlides/notesSlide52.xml" Id="R2b82914e2c8d4bf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e32cd85cb1b4caf" /><Relationship Type="http://schemas.openxmlformats.org/officeDocument/2006/relationships/hyperlink" Target="slide38.xml" Id="R7dcd8ac6dc9c41d0" /><Relationship Type="http://schemas.openxmlformats.org/officeDocument/2006/relationships/notesSlide" Target="/ppt/notesSlides/notesSlide53.xml" Id="R8e1266ed1687484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6e3607dbca64821" /><Relationship Type="http://schemas.openxmlformats.org/officeDocument/2006/relationships/hyperlink" Target="slide38.xml" Id="R8b0cdbfeda78464b" /><Relationship Type="http://schemas.openxmlformats.org/officeDocument/2006/relationships/notesSlide" Target="/ppt/notesSlides/notesSlide54.xml" Id="R1974e0b4375143d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8af3b7cf44994fd1" /><Relationship Type="http://schemas.openxmlformats.org/officeDocument/2006/relationships/hyperlink" Target="slide38.xml" Id="R0111e9ecfed34e99" /><Relationship Type="http://schemas.openxmlformats.org/officeDocument/2006/relationships/notesSlide" Target="/ppt/notesSlides/notesSlide55.xml" Id="R92e0e38f19e5488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b69263e4f2d4e6f" /><Relationship Type="http://schemas.openxmlformats.org/officeDocument/2006/relationships/hyperlink" Target="slide38.xml" Id="Raf868e5371dc4fe5" /><Relationship Type="http://schemas.openxmlformats.org/officeDocument/2006/relationships/notesSlide" Target="/ppt/notesSlides/notesSlide56.xml" Id="R2289737a3904458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450a870a33ec4759" /><Relationship Type="http://schemas.openxmlformats.org/officeDocument/2006/relationships/hyperlink" Target="slide38.xml" Id="Rd805f01f4d5546c1" /><Relationship Type="http://schemas.openxmlformats.org/officeDocument/2006/relationships/notesSlide" Target="/ppt/notesSlides/notesSlide57.xml" Id="R668f14d451e24d1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ea26f34b2084996" /><Relationship Type="http://schemas.openxmlformats.org/officeDocument/2006/relationships/hyperlink" Target="slide38.xml" Id="Rd516215d6517489c" /><Relationship Type="http://schemas.openxmlformats.org/officeDocument/2006/relationships/notesSlide" Target="/ppt/notesSlides/notesSlide58.xml" Id="R53b88ab937704697" /></Relationships>
</file>

<file path=ppt/slides/slide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5" name="capability_v1_s1_o1">
            <a:extLst xmlns:a="http://schemas.openxmlformats.org/drawingml/2006/main">
              <a:ext uri="{FF2B5EF4-FFF2-40B4-BE49-F238E27FC236}">
                <a16:creationId xmlns:a16="http://schemas.microsoft.com/office/drawing/2014/main" id="{6159BFAF-5415-45B1-B8E6-F5FEF8FE0BD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read capability dsl source</a:t>
            </a:r>
          </a:p>
        </p:txBody>
      </p:sp>
      <p:sp>
        <p:nvSpPr>
          <p:cNvPr id="2" name="capability_v1_s1_o2">
            <a:extLst xmlns:a="http://schemas.openxmlformats.org/drawingml/2006/main">
              <a:ext uri="{FF2B5EF4-FFF2-40B4-BE49-F238E27FC236}">
                <a16:creationId xmlns:a16="http://schemas.microsoft.com/office/drawing/2014/main" id="{6F8F81F5-51DF-49E4-A747-6776C4FDBCE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CAPABILITY CIRCUIT  ·  CONTEXT ACROSS 11 AUTHORING ALTITUDES</a:t>
            </a:r>
          </a:p>
        </p:txBody>
      </p:sp>
      <p:sp>
        <p:nvSpPr>
          <p:cNvPr id="3" name="capability_v1_s1_o3">
            <a:extLst xmlns:a="http://schemas.openxmlformats.org/drawingml/2006/main">
              <a:ext uri="{FF2B5EF4-FFF2-40B4-BE49-F238E27FC236}">
                <a16:creationId xmlns:a16="http://schemas.microsoft.com/office/drawing/2014/main" id="{CC072DCA-33C7-4A4D-B73B-9917B23EA8B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01</a:t>
            </a:r>
          </a:p>
        </p:txBody>
      </p:sp>
      <p:sp>
        <p:nvSpPr>
          <p:cNvPr id="4" name="capability_v1_s1_o4">
            <a:extLst xmlns:a="http://schemas.openxmlformats.org/drawingml/2006/main">
              <a:ext uri="{FF2B5EF4-FFF2-40B4-BE49-F238E27FC236}">
                <a16:creationId xmlns:a16="http://schemas.microsoft.com/office/drawing/2014/main" id="{56E374D4-56EC-425C-95F3-C32A9242A192}"/>
              </a:ext>
            </a:extLst>
          </p:cNvPr>
          <p:cNvSpPr>
            <a:spLocks xmlns:a="http://schemas.openxmlformats.org/drawingml/2006/main" noGrp="1"/>
          </p:cNvSpPr>
          <p:nvPr/>
        </p:nvSpPr>
        <p:spPr>
          <a:xfrm xmlns:a="http://schemas.openxmlformats.org/drawingml/2006/main">
            <a:off x="3670300" y="2730500"/>
            <a:ext cx="4889500" cy="1333500"/>
          </a:xfrm>
          <a:prstGeom xmlns:a="http://schemas.openxmlformats.org/drawingml/2006/main" prst="roundRect">
            <a:avLst>
              <a:gd name="adj" fmla="val 7619"/>
            </a:avLst>
          </a:prstGeom>
          <a:solidFill xmlns:a="http://schemas.openxmlformats.org/drawingml/2006/main">
            <a:srgbClr val="020A14"/>
          </a:solidFill>
          <a:ln xmlns:a="http://schemas.openxmlformats.org/drawingml/2006/main" w="0">
            <a:noFill/>
          </a:ln>
        </p:spPr>
      </p:sp>
      <p:sp>
        <p:nvSpPr>
          <p:cNvPr id="5" name="capability_v1_s1_o5">
            <a:extLst xmlns:a="http://schemas.openxmlformats.org/drawingml/2006/main">
              <a:ext uri="{FF2B5EF4-FFF2-40B4-BE49-F238E27FC236}">
                <a16:creationId xmlns:a16="http://schemas.microsoft.com/office/drawing/2014/main" id="{2A8C9D63-86BB-4FB0-8A24-8F10FF5CA7E1}"/>
              </a:ext>
            </a:extLst>
          </p:cNvPr>
          <p:cNvSpPr>
            <a:spLocks xmlns:a="http://schemas.openxmlformats.org/drawingml/2006/main" noGrp="1"/>
          </p:cNvSpPr>
          <p:nvPr/>
        </p:nvSpPr>
        <p:spPr>
          <a:xfrm xmlns:a="http://schemas.openxmlformats.org/drawingml/2006/main">
            <a:off x="3619500" y="2667000"/>
            <a:ext cx="4889500" cy="1333500"/>
          </a:xfrm>
          <a:prstGeom xmlns:a="http://schemas.openxmlformats.org/drawingml/2006/main" prst="roundRect">
            <a:avLst>
              <a:gd name="adj" fmla="val 7619"/>
            </a:avLst>
          </a:prstGeom>
          <a:solidFill xmlns:a="http://schemas.openxmlformats.org/drawingml/2006/main">
            <a:srgbClr val="102238"/>
          </a:solidFill>
          <a:ln xmlns:a="http://schemas.openxmlformats.org/drawingml/2006/main" w="17780">
            <a:solidFill>
              <a:srgbClr val="45A7FF"/>
            </a:solidFill>
          </a:ln>
        </p:spPr>
      </p:sp>
      <p:sp>
        <p:nvSpPr>
          <p:cNvPr id="6" name="capability_v1_s1_o6">
            <a:extLst xmlns:a="http://schemas.openxmlformats.org/drawingml/2006/main">
              <a:ext uri="{FF2B5EF4-FFF2-40B4-BE49-F238E27FC236}">
                <a16:creationId xmlns:a16="http://schemas.microsoft.com/office/drawing/2014/main" id="{D5A9ADD4-ADAE-4048-914C-129546C1825E}"/>
              </a:ext>
            </a:extLst>
          </p:cNvPr>
          <p:cNvSpPr>
            <a:spLocks xmlns:a="http://schemas.openxmlformats.org/drawingml/2006/main" noGrp="1"/>
          </p:cNvSpPr>
          <p:nvPr/>
        </p:nvSpPr>
        <p:spPr>
          <a:xfrm xmlns:a="http://schemas.openxmlformats.org/drawingml/2006/main">
            <a:off x="3683000" y="2730500"/>
            <a:ext cx="47625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_o7">
            <a:extLst xmlns:a="http://schemas.openxmlformats.org/drawingml/2006/main">
              <a:ext uri="{FF2B5EF4-FFF2-40B4-BE49-F238E27FC236}">
                <a16:creationId xmlns:a16="http://schemas.microsoft.com/office/drawing/2014/main" id="{C0D3228F-F05D-44A2-8F0E-3415FF73C31D}"/>
              </a:ext>
            </a:extLst>
          </p:cNvPr>
          <p:cNvSpPr>
            <a:spLocks xmlns:a="http://schemas.openxmlformats.org/drawingml/2006/main" noGrp="1"/>
          </p:cNvSpPr>
          <p:nvPr/>
        </p:nvSpPr>
        <p:spPr>
          <a:xfrm xmlns:a="http://schemas.openxmlformats.org/drawingml/2006/main">
            <a:off x="3530600" y="3333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_o8">
            <a:extLst xmlns:a="http://schemas.openxmlformats.org/drawingml/2006/main">
              <a:ext uri="{FF2B5EF4-FFF2-40B4-BE49-F238E27FC236}">
                <a16:creationId xmlns:a16="http://schemas.microsoft.com/office/drawing/2014/main" id="{2286F4AB-416A-4694-AE91-015D18A02824}"/>
              </a:ext>
            </a:extLst>
          </p:cNvPr>
          <p:cNvSpPr>
            <a:spLocks xmlns:a="http://schemas.openxmlformats.org/drawingml/2006/main" noGrp="1"/>
          </p:cNvSpPr>
          <p:nvPr/>
        </p:nvSpPr>
        <p:spPr>
          <a:xfrm xmlns:a="http://schemas.openxmlformats.org/drawingml/2006/main">
            <a:off x="8509000" y="3333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_o9">
            <a:extLst xmlns:a="http://schemas.openxmlformats.org/drawingml/2006/main">
              <a:ext uri="{FF2B5EF4-FFF2-40B4-BE49-F238E27FC236}">
                <a16:creationId xmlns:a16="http://schemas.microsoft.com/office/drawing/2014/main" id="{B671A910-DEFF-4807-A1CC-CA6CCBC376B1}"/>
              </a:ext>
            </a:extLst>
          </p:cNvPr>
          <p:cNvSpPr>
            <a:spLocks xmlns:a="http://schemas.openxmlformats.org/drawingml/2006/main" noGrp="1"/>
          </p:cNvSpPr>
          <p:nvPr/>
        </p:nvSpPr>
        <p:spPr>
          <a:xfrm xmlns:a="http://schemas.openxmlformats.org/drawingml/2006/main">
            <a:off x="3683000" y="2819400"/>
            <a:ext cx="4762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2500" b="1">
                <a:solidFill>
                  <a:srgbClr val="F4F7FB"/>
                </a:solidFill>
                <a:latin typeface="Arial"/>
                <a:ea typeface="Arial"/>
                <a:cs typeface="Arial"/>
              </a:defRPr>
            </a:defPPr>
          </a:lstStyle>
          <a:p xmlns:a="http://schemas.openxmlformats.org/drawingml/2006/main">
            <a:pPr algn="ctr">
              <a:lnSpc>
                <a:spcPct val="108000"/>
              </a:lnSpc>
              <a:buNone/>
              <a:defRPr sz="2500" b="1">
                <a:solidFill>
                  <a:srgbClr val="F4F7FB"/>
                </a:solidFill>
                <a:latin typeface="Arial"/>
                <a:ea typeface="Arial"/>
                <a:cs typeface="Arial"/>
              </a:defRPr>
            </a:pPr>
            <a:r>
              <a:rPr sz="2500" b="1">
                <a:solidFill>
                  <a:srgbClr val="F4F7FB"/>
                </a:solidFill>
                <a:latin typeface="Arial"/>
                <a:ea typeface="Arial"/>
                <a:cs typeface="Arial"/>
              </a:rPr>
              <a:t>read capability dsl</a:t>
            </a:r>
          </a:p>
          <a:p xmlns:a="http://schemas.openxmlformats.org/drawingml/2006/main">
            <a:pPr algn="ctr">
              <a:lnSpc>
                <a:spcPct val="108000"/>
              </a:lnSpc>
              <a:buNone/>
              <a:defRPr sz="2500" b="1">
                <a:solidFill>
                  <a:srgbClr val="F4F7FB"/>
                </a:solidFill>
                <a:latin typeface="Arial"/>
                <a:ea typeface="Arial"/>
                <a:cs typeface="Arial"/>
              </a:defRPr>
            </a:pPr>
            <a:r>
              <a:rPr sz="2500" b="1">
                <a:solidFill>
                  <a:srgbClr val="F4F7FB"/>
                </a:solidFill>
                <a:latin typeface="Arial"/>
                <a:ea typeface="Arial"/>
                <a:cs typeface="Arial"/>
              </a:rPr>
              <a:t>source</a:t>
            </a:r>
          </a:p>
        </p:txBody>
      </p:sp>
      <p:sp>
        <p:nvSpPr>
          <p:cNvPr id="10" name="capability_v1_s1_o10">
            <a:extLst xmlns:a="http://schemas.openxmlformats.org/drawingml/2006/main">
              <a:ext uri="{FF2B5EF4-FFF2-40B4-BE49-F238E27FC236}">
                <a16:creationId xmlns:a16="http://schemas.microsoft.com/office/drawing/2014/main" id="{7A2AEC0C-540B-474C-B74A-8E9370518E80}"/>
              </a:ext>
            </a:extLst>
          </p:cNvPr>
          <p:cNvSpPr>
            <a:spLocks xmlns:a="http://schemas.openxmlformats.org/drawingml/2006/main" noGrp="1"/>
          </p:cNvSpPr>
          <p:nvPr/>
        </p:nvSpPr>
        <p:spPr>
          <a:xfrm xmlns:a="http://schemas.openxmlformats.org/drawingml/2006/main">
            <a:off x="1016000" y="3327400"/>
            <a:ext cx="2476500" cy="95"/>
          </a:xfrm>
          <a:custGeom xmlns:a="http://schemas.openxmlformats.org/drawingml/2006/main">
            <a:pathLst>
              <a:path w="2476500" h="95">
                <a:moveTo>
                  <a:pt x="0" y="0"/>
                </a:moveTo>
                <a:lnTo>
                  <a:pt x="2476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1_o11">
            <a:extLst xmlns:a="http://schemas.openxmlformats.org/drawingml/2006/main">
              <a:ext uri="{FF2B5EF4-FFF2-40B4-BE49-F238E27FC236}">
                <a16:creationId xmlns:a16="http://schemas.microsoft.com/office/drawing/2014/main" id="{011A0363-E7D3-40A0-A4BF-15BCE627AAF1}"/>
              </a:ext>
            </a:extLst>
          </p:cNvPr>
          <p:cNvSpPr>
            <a:spLocks xmlns:a="http://schemas.openxmlformats.org/drawingml/2006/main" noGrp="1"/>
          </p:cNvSpPr>
          <p:nvPr/>
        </p:nvSpPr>
        <p:spPr>
          <a:xfrm xmlns:a="http://schemas.openxmlformats.org/drawingml/2006/main">
            <a:off x="1016000" y="3327400"/>
            <a:ext cx="2476500" cy="95"/>
          </a:xfrm>
          <a:custGeom xmlns:a="http://schemas.openxmlformats.org/drawingml/2006/main">
            <a:pathLst>
              <a:path w="2476500" h="95">
                <a:moveTo>
                  <a:pt x="0" y="0"/>
                </a:moveTo>
                <a:lnTo>
                  <a:pt x="2476500" y="0"/>
                </a:lnTo>
              </a:path>
            </a:pathLst>
          </a:custGeom>
          <a:noFill xmlns:a="http://schemas.openxmlformats.org/drawingml/2006/main"/>
          <a:ln xmlns:a="http://schemas.openxmlformats.org/drawingml/2006/main" w="31750">
            <a:solidFill>
              <a:srgbClr val="F6B94D"/>
            </a:solidFill>
            <a:prstDash val="solid"/>
          </a:ln>
        </p:spPr>
      </p:sp>
      <p:sp>
        <p:nvSpPr>
          <p:cNvPr id="12" name="capability_v1_s1_o11_arrow">
            <a:extLst xmlns:a="http://schemas.openxmlformats.org/drawingml/2006/main">
              <a:ext uri="{FF2B5EF4-FFF2-40B4-BE49-F238E27FC236}">
                <a16:creationId xmlns:a16="http://schemas.microsoft.com/office/drawing/2014/main" id="{BC4C651A-3081-4D35-BBCB-72E33AFE6E33}"/>
              </a:ext>
            </a:extLst>
          </p:cNvPr>
          <p:cNvSpPr>
            <a:spLocks xmlns:a="http://schemas.openxmlformats.org/drawingml/2006/main" noGrp="1"/>
          </p:cNvSpPr>
          <p:nvPr/>
        </p:nvSpPr>
        <p:spPr>
          <a:xfrm xmlns:a="http://schemas.openxmlformats.org/drawingml/2006/main">
            <a:off x="3416300" y="32880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3" name="capability_v1_s1_o12">
            <a:extLst xmlns:a="http://schemas.openxmlformats.org/drawingml/2006/main">
              <a:ext uri="{FF2B5EF4-FFF2-40B4-BE49-F238E27FC236}">
                <a16:creationId xmlns:a16="http://schemas.microsoft.com/office/drawing/2014/main" id="{5383AFA2-6037-4244-B6D7-81C7CC6F81DF}"/>
              </a:ext>
            </a:extLst>
          </p:cNvPr>
          <p:cNvSpPr>
            <a:spLocks xmlns:a="http://schemas.openxmlformats.org/drawingml/2006/main" noGrp="1"/>
          </p:cNvSpPr>
          <p:nvPr/>
        </p:nvSpPr>
        <p:spPr>
          <a:xfrm xmlns:a="http://schemas.openxmlformats.org/drawingml/2006/main">
            <a:off x="431800" y="2971800"/>
            <a:ext cx="711200" cy="711200"/>
          </a:xfrm>
          <a:prstGeom xmlns:a="http://schemas.openxmlformats.org/drawingml/2006/main" prst="ellipse">
            <a:avLst/>
          </a:prstGeom>
          <a:noFill xmlns:a="http://schemas.openxmlformats.org/drawingml/2006/main"/>
          <a:ln xmlns:a="http://schemas.openxmlformats.org/drawingml/2006/main" w="7620">
            <a:solidFill>
              <a:srgbClr val="F6B94D">
                <a:alpha val="45000"/>
              </a:srgbClr>
            </a:solidFill>
          </a:ln>
        </p:spPr>
      </p:sp>
      <p:sp>
        <p:nvSpPr>
          <p:cNvPr id="14" name="capability_v1_s1_o13">
            <a:extLst xmlns:a="http://schemas.openxmlformats.org/drawingml/2006/main">
              <a:ext uri="{FF2B5EF4-FFF2-40B4-BE49-F238E27FC236}">
                <a16:creationId xmlns:a16="http://schemas.microsoft.com/office/drawing/2014/main" id="{B3D5B907-B4D3-4269-85FC-A291B75C5530}"/>
              </a:ext>
            </a:extLst>
          </p:cNvPr>
          <p:cNvSpPr>
            <a:spLocks xmlns:a="http://schemas.openxmlformats.org/drawingml/2006/main" noGrp="1"/>
          </p:cNvSpPr>
          <p:nvPr/>
        </p:nvSpPr>
        <p:spPr>
          <a:xfrm xmlns:a="http://schemas.openxmlformats.org/drawingml/2006/main">
            <a:off x="482600" y="3022600"/>
            <a:ext cx="609600" cy="609600"/>
          </a:xfrm>
          <a:prstGeom xmlns:a="http://schemas.openxmlformats.org/drawingml/2006/main" prst="ellipse">
            <a:avLst/>
          </a:prstGeom>
          <a:solidFill xmlns:a="http://schemas.openxmlformats.org/drawingml/2006/main">
            <a:srgbClr val="102238"/>
          </a:solidFill>
          <a:ln xmlns:a="http://schemas.openxmlformats.org/drawingml/2006/main" w="22860">
            <a:solidFill>
              <a:srgbClr val="F6B94D"/>
            </a:solidFill>
          </a:ln>
        </p:spPr>
      </p:sp>
      <p:sp>
        <p:nvSpPr>
          <p:cNvPr id="15" name="capability_v1_s1_o14">
            <a:extLst xmlns:a="http://schemas.openxmlformats.org/drawingml/2006/main">
              <a:ext uri="{FF2B5EF4-FFF2-40B4-BE49-F238E27FC236}">
                <a16:creationId xmlns:a16="http://schemas.microsoft.com/office/drawing/2014/main" id="{7681DF68-5428-4937-9629-077B03B633A0}"/>
              </a:ext>
            </a:extLst>
          </p:cNvPr>
          <p:cNvSpPr>
            <a:spLocks xmlns:a="http://schemas.openxmlformats.org/drawingml/2006/main" noGrp="1"/>
          </p:cNvSpPr>
          <p:nvPr/>
        </p:nvSpPr>
        <p:spPr>
          <a:xfrm xmlns:a="http://schemas.openxmlformats.org/drawingml/2006/main">
            <a:off x="508000" y="3200400"/>
            <a:ext cx="5588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F6B94D"/>
                </a:solidFill>
                <a:latin typeface="Arial"/>
                <a:ea typeface="Arial"/>
                <a:cs typeface="Arial"/>
              </a:defRPr>
            </a:defPPr>
          </a:lstStyle>
          <a:p xmlns:a="http://schemas.openxmlformats.org/drawingml/2006/main">
            <a:pPr algn="ctr">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IN</a:t>
            </a:r>
          </a:p>
        </p:txBody>
      </p:sp>
      <p:sp>
        <p:nvSpPr>
          <p:cNvPr id="16" name="capability_v1_s1_o15">
            <a:extLst xmlns:a="http://schemas.openxmlformats.org/drawingml/2006/main">
              <a:ext uri="{FF2B5EF4-FFF2-40B4-BE49-F238E27FC236}">
                <a16:creationId xmlns:a16="http://schemas.microsoft.com/office/drawing/2014/main" id="{92E2F82C-35E1-4BA1-A04E-2B8B197F68AE}"/>
              </a:ext>
            </a:extLst>
          </p:cNvPr>
          <p:cNvSpPr>
            <a:spLocks xmlns:a="http://schemas.openxmlformats.org/drawingml/2006/main" noGrp="1"/>
          </p:cNvSpPr>
          <p:nvPr/>
        </p:nvSpPr>
        <p:spPr>
          <a:xfrm xmlns:a="http://schemas.openxmlformats.org/drawingml/2006/main">
            <a:off x="8597900" y="3327400"/>
            <a:ext cx="2578100" cy="95"/>
          </a:xfrm>
          <a:custGeom xmlns:a="http://schemas.openxmlformats.org/drawingml/2006/main">
            <a:pathLst>
              <a:path w="2578100" h="95">
                <a:moveTo>
                  <a:pt x="0" y="0"/>
                </a:moveTo>
                <a:lnTo>
                  <a:pt x="25781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7" name="capability_v1_s1_o16">
            <a:extLst xmlns:a="http://schemas.openxmlformats.org/drawingml/2006/main">
              <a:ext uri="{FF2B5EF4-FFF2-40B4-BE49-F238E27FC236}">
                <a16:creationId xmlns:a16="http://schemas.microsoft.com/office/drawing/2014/main" id="{A4D8350E-DB53-414D-9621-E3B4267BBE83}"/>
              </a:ext>
            </a:extLst>
          </p:cNvPr>
          <p:cNvSpPr>
            <a:spLocks xmlns:a="http://schemas.openxmlformats.org/drawingml/2006/main" noGrp="1"/>
          </p:cNvSpPr>
          <p:nvPr/>
        </p:nvSpPr>
        <p:spPr>
          <a:xfrm xmlns:a="http://schemas.openxmlformats.org/drawingml/2006/main">
            <a:off x="8597900" y="3327400"/>
            <a:ext cx="2578100" cy="95"/>
          </a:xfrm>
          <a:custGeom xmlns:a="http://schemas.openxmlformats.org/drawingml/2006/main">
            <a:pathLst>
              <a:path w="2578100" h="95">
                <a:moveTo>
                  <a:pt x="0" y="0"/>
                </a:moveTo>
                <a:lnTo>
                  <a:pt x="2578100" y="0"/>
                </a:lnTo>
              </a:path>
            </a:pathLst>
          </a:custGeom>
          <a:noFill xmlns:a="http://schemas.openxmlformats.org/drawingml/2006/main"/>
          <a:ln xmlns:a="http://schemas.openxmlformats.org/drawingml/2006/main" w="31750">
            <a:solidFill>
              <a:srgbClr val="4DE0B0"/>
            </a:solidFill>
            <a:prstDash val="solid"/>
          </a:ln>
        </p:spPr>
      </p:sp>
      <p:sp>
        <p:nvSpPr>
          <p:cNvPr id="18" name="capability_v1_s1_o16_arrow">
            <a:extLst xmlns:a="http://schemas.openxmlformats.org/drawingml/2006/main">
              <a:ext uri="{FF2B5EF4-FFF2-40B4-BE49-F238E27FC236}">
                <a16:creationId xmlns:a16="http://schemas.microsoft.com/office/drawing/2014/main" id="{E76AF824-0DCA-4123-92ED-0F43B582D8A9}"/>
              </a:ext>
            </a:extLst>
          </p:cNvPr>
          <p:cNvSpPr>
            <a:spLocks xmlns:a="http://schemas.openxmlformats.org/drawingml/2006/main" noGrp="1"/>
          </p:cNvSpPr>
          <p:nvPr/>
        </p:nvSpPr>
        <p:spPr>
          <a:xfrm xmlns:a="http://schemas.openxmlformats.org/drawingml/2006/main">
            <a:off x="11099800" y="32880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9" name="capability_v1_s1_o17">
            <a:extLst xmlns:a="http://schemas.openxmlformats.org/drawingml/2006/main">
              <a:ext uri="{FF2B5EF4-FFF2-40B4-BE49-F238E27FC236}">
                <a16:creationId xmlns:a16="http://schemas.microsoft.com/office/drawing/2014/main" id="{3D97AB5A-9EF8-4A37-B928-6EFB69521C52}"/>
              </a:ext>
            </a:extLst>
          </p:cNvPr>
          <p:cNvSpPr>
            <a:spLocks xmlns:a="http://schemas.openxmlformats.org/drawingml/2006/main" noGrp="1"/>
          </p:cNvSpPr>
          <p:nvPr/>
        </p:nvSpPr>
        <p:spPr>
          <a:xfrm xmlns:a="http://schemas.openxmlformats.org/drawingml/2006/main">
            <a:off x="11112500" y="2971800"/>
            <a:ext cx="711200" cy="711200"/>
          </a:xfrm>
          <a:prstGeom xmlns:a="http://schemas.openxmlformats.org/drawingml/2006/main" prst="ellipse">
            <a:avLst/>
          </a:prstGeom>
          <a:noFill xmlns:a="http://schemas.openxmlformats.org/drawingml/2006/main"/>
          <a:ln xmlns:a="http://schemas.openxmlformats.org/drawingml/2006/main" w="7620">
            <a:solidFill>
              <a:srgbClr val="4DE0B0">
                <a:alpha val="45000"/>
              </a:srgbClr>
            </a:solidFill>
          </a:ln>
        </p:spPr>
      </p:sp>
      <p:sp>
        <p:nvSpPr>
          <p:cNvPr id="20" name="capability_v1_s1_o18">
            <a:extLst xmlns:a="http://schemas.openxmlformats.org/drawingml/2006/main">
              <a:ext uri="{FF2B5EF4-FFF2-40B4-BE49-F238E27FC236}">
                <a16:creationId xmlns:a16="http://schemas.microsoft.com/office/drawing/2014/main" id="{F0981281-BC9F-4CC3-9507-5ECCBEB57862}"/>
              </a:ext>
            </a:extLst>
          </p:cNvPr>
          <p:cNvSpPr>
            <a:spLocks xmlns:a="http://schemas.openxmlformats.org/drawingml/2006/main" noGrp="1"/>
          </p:cNvSpPr>
          <p:nvPr/>
        </p:nvSpPr>
        <p:spPr>
          <a:xfrm xmlns:a="http://schemas.openxmlformats.org/drawingml/2006/main">
            <a:off x="11163300" y="3022600"/>
            <a:ext cx="609600" cy="609600"/>
          </a:xfrm>
          <a:prstGeom xmlns:a="http://schemas.openxmlformats.org/drawingml/2006/main" prst="ellipse">
            <a:avLst/>
          </a:prstGeom>
          <a:solidFill xmlns:a="http://schemas.openxmlformats.org/drawingml/2006/main">
            <a:srgbClr val="102238"/>
          </a:solidFill>
          <a:ln xmlns:a="http://schemas.openxmlformats.org/drawingml/2006/main" w="22860">
            <a:solidFill>
              <a:srgbClr val="4DE0B0"/>
            </a:solidFill>
          </a:ln>
        </p:spPr>
      </p:sp>
      <p:sp>
        <p:nvSpPr>
          <p:cNvPr id="21" name="capability_v1_s1_o19">
            <a:extLst xmlns:a="http://schemas.openxmlformats.org/drawingml/2006/main">
              <a:ext uri="{FF2B5EF4-FFF2-40B4-BE49-F238E27FC236}">
                <a16:creationId xmlns:a16="http://schemas.microsoft.com/office/drawing/2014/main" id="{5F582B70-DC70-422B-84F0-0E85E945D56F}"/>
              </a:ext>
            </a:extLst>
          </p:cNvPr>
          <p:cNvSpPr>
            <a:spLocks xmlns:a="http://schemas.openxmlformats.org/drawingml/2006/main" noGrp="1"/>
          </p:cNvSpPr>
          <p:nvPr/>
        </p:nvSpPr>
        <p:spPr>
          <a:xfrm xmlns:a="http://schemas.openxmlformats.org/drawingml/2006/main">
            <a:off x="11188700" y="3200400"/>
            <a:ext cx="5588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DE0B0"/>
                </a:solidFill>
                <a:latin typeface="Arial"/>
                <a:ea typeface="Arial"/>
                <a:cs typeface="Arial"/>
              </a:defRPr>
            </a:defPPr>
          </a:lstStyle>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OUT</a:t>
            </a:r>
          </a:p>
        </p:txBody>
      </p:sp>
      <p:sp>
        <p:nvSpPr>
          <p:cNvPr id="22" name="capability_v1_s1_o20">
            <a:extLst xmlns:a="http://schemas.openxmlformats.org/drawingml/2006/main">
              <a:ext uri="{FF2B5EF4-FFF2-40B4-BE49-F238E27FC236}">
                <a16:creationId xmlns:a16="http://schemas.microsoft.com/office/drawing/2014/main" id="{DECBDA0E-6625-4850-BAEE-960731343FD8}"/>
              </a:ext>
            </a:extLst>
          </p:cNvPr>
          <p:cNvSpPr>
            <a:spLocks xmlns:a="http://schemas.openxmlformats.org/drawingml/2006/main" noGrp="1"/>
          </p:cNvSpPr>
          <p:nvPr/>
        </p:nvSpPr>
        <p:spPr>
          <a:xfrm xmlns:a="http://schemas.openxmlformats.org/drawingml/2006/main">
            <a:off x="3556000" y="4432300"/>
            <a:ext cx="5397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700" b="0">
                <a:solidFill>
                  <a:srgbClr val="A8B8CA"/>
                </a:solidFill>
                <a:latin typeface="Arial"/>
                <a:ea typeface="Arial"/>
                <a:cs typeface="Arial"/>
              </a:defRPr>
            </a:defPPr>
          </a:lstStyle>
          <a:p xmlns:a="http://schemas.openxmlformats.org/drawingml/2006/main">
            <a:pPr algn="ctr">
              <a:lnSpc>
                <a:spcPct val="108000"/>
              </a:lnSpc>
              <a:buNone/>
              <a:defRPr sz="1700" b="0">
                <a:solidFill>
                  <a:srgbClr val="A8B8CA"/>
                </a:solidFill>
                <a:latin typeface="Arial"/>
                <a:ea typeface="Arial"/>
                <a:cs typeface="Arial"/>
              </a:defRPr>
            </a:pPr>
            <a:r>
              <a:rPr sz="1700" b="0">
                <a:solidFill>
                  <a:srgbClr val="A8B8CA"/>
                </a:solidFill>
                <a:latin typeface="Arial"/>
                <a:ea typeface="Arial"/>
                <a:cs typeface="Arial"/>
              </a:rPr>
              <a:t>Estate 34  /  version 4852209</a:t>
            </a:r>
          </a:p>
        </p:txBody>
      </p:sp>
      <p:sp>
        <p:nvSpPr>
          <p:cNvPr id="23" name="capability_v1_s1_o21">
            <a:extLst xmlns:a="http://schemas.openxmlformats.org/drawingml/2006/main">
              <a:ext uri="{FF2B5EF4-FFF2-40B4-BE49-F238E27FC236}">
                <a16:creationId xmlns:a16="http://schemas.microsoft.com/office/drawing/2014/main" id="{4367AB44-1E3A-445F-A140-4D2D5F72F1C3}"/>
              </a:ext>
            </a:extLst>
          </p:cNvPr>
          <p:cNvSpPr>
            <a:spLocks xmlns:a="http://schemas.openxmlformats.org/drawingml/2006/main" noGrp="1"/>
          </p:cNvSpPr>
          <p:nvPr/>
        </p:nvSpPr>
        <p:spPr>
          <a:xfrm xmlns:a="http://schemas.openxmlformats.org/drawingml/2006/main">
            <a:off x="1905000" y="5156200"/>
            <a:ext cx="8445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0">
                <a:solidFill>
                  <a:srgbClr val="F4F7FB"/>
                </a:solidFill>
                <a:latin typeface="Arial"/>
                <a:ea typeface="Arial"/>
                <a:cs typeface="Arial"/>
              </a:defRPr>
            </a:defPPr>
          </a:lstStyle>
          <a:p xmlns:a="http://schemas.openxmlformats.org/drawingml/2006/main">
            <a:pPr algn="ctr">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Feature: Write the configured text to standard output</a:t>
            </a:r>
          </a:p>
        </p:txBody>
      </p:sp>
      <p:sp>
        <p:nvSpPr>
          <p:cNvPr id="24" name="capability_v1_s1_o22">
            <a:extLst xmlns:a="http://schemas.openxmlformats.org/drawingml/2006/main">
              <a:ext uri="{FF2B5EF4-FFF2-40B4-BE49-F238E27FC236}">
                <a16:creationId xmlns:a16="http://schemas.microsoft.com/office/drawing/2014/main" id="{389946D6-3D54-41C2-ADE6-B6AF3F20C162}"/>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789251519"/>
      </p:ext>
    </p:extLst>
  </p:cSld>
</p:sld>
</file>

<file path=ppt/slides/slide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24" name="capability_v1_s2_o1">
            <a:extLst xmlns:a="http://schemas.openxmlformats.org/drawingml/2006/main">
              <a:ext uri="{FF2B5EF4-FFF2-40B4-BE49-F238E27FC236}">
                <a16:creationId xmlns:a16="http://schemas.microsoft.com/office/drawing/2014/main" id="{210EE3AC-3D26-44CC-B2EA-F172E4702C2B}"/>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2_o2">
            <a:extLst xmlns:a="http://schemas.openxmlformats.org/drawingml/2006/main">
              <a:ext uri="{FF2B5EF4-FFF2-40B4-BE49-F238E27FC236}">
                <a16:creationId xmlns:a16="http://schemas.microsoft.com/office/drawing/2014/main" id="{75DD817E-3293-4A3E-87A0-6D4E4BFCD677}"/>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2_o3">
            <a:extLst xmlns:a="http://schemas.openxmlformats.org/drawingml/2006/main">
              <a:ext uri="{FF2B5EF4-FFF2-40B4-BE49-F238E27FC236}">
                <a16:creationId xmlns:a16="http://schemas.microsoft.com/office/drawing/2014/main" id="{5308AFF7-FF37-40B3-9150-7F4EFAEBC753}"/>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2_o4">
            <a:extLst xmlns:a="http://schemas.openxmlformats.org/drawingml/2006/main">
              <a:ext uri="{FF2B5EF4-FFF2-40B4-BE49-F238E27FC236}">
                <a16:creationId xmlns:a16="http://schemas.microsoft.com/office/drawing/2014/main" id="{A896CCA4-693C-40F8-813C-9FBF073A0948}"/>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2_o5">
            <a:extLst xmlns:a="http://schemas.openxmlformats.org/drawingml/2006/main">
              <a:ext uri="{FF2B5EF4-FFF2-40B4-BE49-F238E27FC236}">
                <a16:creationId xmlns:a16="http://schemas.microsoft.com/office/drawing/2014/main" id="{4F777337-149A-49DC-9EA9-52DE61D854FA}"/>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2_o6">
            <a:extLst xmlns:a="http://schemas.openxmlformats.org/drawingml/2006/main">
              <a:ext uri="{FF2B5EF4-FFF2-40B4-BE49-F238E27FC236}">
                <a16:creationId xmlns:a16="http://schemas.microsoft.com/office/drawing/2014/main" id="{E8E75898-F9E5-4A7B-A1B0-B65FA090095F}"/>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2_o7">
            <a:extLst xmlns:a="http://schemas.openxmlformats.org/drawingml/2006/main">
              <a:ext uri="{FF2B5EF4-FFF2-40B4-BE49-F238E27FC236}">
                <a16:creationId xmlns:a16="http://schemas.microsoft.com/office/drawing/2014/main" id="{2B2E3061-6C4C-470F-BF8D-22285E3AE090}"/>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2_o8">
            <a:extLst xmlns:a="http://schemas.openxmlformats.org/drawingml/2006/main">
              <a:ext uri="{FF2B5EF4-FFF2-40B4-BE49-F238E27FC236}">
                <a16:creationId xmlns:a16="http://schemas.microsoft.com/office/drawing/2014/main" id="{A551CCC4-2BDE-42B8-A677-1E340AF38CD5}"/>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2_o9">
            <a:extLst xmlns:a="http://schemas.openxmlformats.org/drawingml/2006/main">
              <a:ext uri="{FF2B5EF4-FFF2-40B4-BE49-F238E27FC236}">
                <a16:creationId xmlns:a16="http://schemas.microsoft.com/office/drawing/2014/main" id="{9FB95BC8-3827-48A8-83B6-CA1FAACBA07C}"/>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2_o10">
            <a:extLst xmlns:a="http://schemas.openxmlformats.org/drawingml/2006/main">
              <a:ext uri="{FF2B5EF4-FFF2-40B4-BE49-F238E27FC236}">
                <a16:creationId xmlns:a16="http://schemas.microsoft.com/office/drawing/2014/main" id="{3A0A41AC-1241-483C-90F7-A3DC4C1B76E4}"/>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2_o11">
            <a:extLst xmlns:a="http://schemas.openxmlformats.org/drawingml/2006/main">
              <a:ext uri="{FF2B5EF4-FFF2-40B4-BE49-F238E27FC236}">
                <a16:creationId xmlns:a16="http://schemas.microsoft.com/office/drawing/2014/main" id="{3C3E2595-D3E8-4E04-B1B8-938BD3080A32}"/>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2_o12">
            <a:extLst xmlns:a="http://schemas.openxmlformats.org/drawingml/2006/main">
              <a:ext uri="{FF2B5EF4-FFF2-40B4-BE49-F238E27FC236}">
                <a16:creationId xmlns:a16="http://schemas.microsoft.com/office/drawing/2014/main" id="{419AC239-1356-435B-A092-2A5148EC977A}"/>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2_o13">
            <a:extLst xmlns:a="http://schemas.openxmlformats.org/drawingml/2006/main">
              <a:ext uri="{FF2B5EF4-FFF2-40B4-BE49-F238E27FC236}">
                <a16:creationId xmlns:a16="http://schemas.microsoft.com/office/drawing/2014/main" id="{06DD2956-8EFD-461E-BCC0-E915FD75E6A9}"/>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2_o14">
            <a:extLst xmlns:a="http://schemas.openxmlformats.org/drawingml/2006/main">
              <a:ext uri="{FF2B5EF4-FFF2-40B4-BE49-F238E27FC236}">
                <a16:creationId xmlns:a16="http://schemas.microsoft.com/office/drawing/2014/main" id="{D848F258-29D8-4A3E-9E31-048D4CBC23FB}"/>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2_o15">
            <a:extLst xmlns:a="http://schemas.openxmlformats.org/drawingml/2006/main">
              <a:ext uri="{FF2B5EF4-FFF2-40B4-BE49-F238E27FC236}">
                <a16:creationId xmlns:a16="http://schemas.microsoft.com/office/drawing/2014/main" id="{1F22CFED-2F56-47AD-8175-13D6F4B6CA98}"/>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2_o16">
            <a:extLst xmlns:a="http://schemas.openxmlformats.org/drawingml/2006/main">
              <a:ext uri="{FF2B5EF4-FFF2-40B4-BE49-F238E27FC236}">
                <a16:creationId xmlns:a16="http://schemas.microsoft.com/office/drawing/2014/main" id="{C6C2A542-B8D8-45C9-A494-DFF9F643D9CF}"/>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2_o17">
            <a:extLst xmlns:a="http://schemas.openxmlformats.org/drawingml/2006/main">
              <a:ext uri="{FF2B5EF4-FFF2-40B4-BE49-F238E27FC236}">
                <a16:creationId xmlns:a16="http://schemas.microsoft.com/office/drawing/2014/main" id="{DD715B62-A80C-47CF-9F87-98C87FF7AF46}"/>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2_o18">
            <a:extLst xmlns:a="http://schemas.openxmlformats.org/drawingml/2006/main">
              <a:ext uri="{FF2B5EF4-FFF2-40B4-BE49-F238E27FC236}">
                <a16:creationId xmlns:a16="http://schemas.microsoft.com/office/drawing/2014/main" id="{7EDB92FE-769D-46A9-8AA8-985B09BDD49E}"/>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2_o19">
            <a:extLst xmlns:a="http://schemas.openxmlformats.org/drawingml/2006/main">
              <a:ext uri="{FF2B5EF4-FFF2-40B4-BE49-F238E27FC236}">
                <a16:creationId xmlns:a16="http://schemas.microsoft.com/office/drawing/2014/main" id="{5A574598-5856-4330-9B30-F64A7C3C8E57}"/>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2_o20">
            <a:extLst xmlns:a="http://schemas.openxmlformats.org/drawingml/2006/main">
              <a:ext uri="{FF2B5EF4-FFF2-40B4-BE49-F238E27FC236}">
                <a16:creationId xmlns:a16="http://schemas.microsoft.com/office/drawing/2014/main" id="{CA273781-5EA9-4201-B302-873DDA9A7147}"/>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2_o21">
            <a:extLst xmlns:a="http://schemas.openxmlformats.org/drawingml/2006/main">
              <a:ext uri="{FF2B5EF4-FFF2-40B4-BE49-F238E27FC236}">
                <a16:creationId xmlns:a16="http://schemas.microsoft.com/office/drawing/2014/main" id="{63AE5413-2C64-47CE-BDF7-20682BD09667}"/>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2_o22">
            <a:extLst xmlns:a="http://schemas.openxmlformats.org/drawingml/2006/main">
              <a:ext uri="{FF2B5EF4-FFF2-40B4-BE49-F238E27FC236}">
                <a16:creationId xmlns:a16="http://schemas.microsoft.com/office/drawing/2014/main" id="{21E642E6-5019-4C95-A6E2-DE7085CEEC20}"/>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2_o23">
            <a:extLst xmlns:a="http://schemas.openxmlformats.org/drawingml/2006/main">
              <a:ext uri="{FF2B5EF4-FFF2-40B4-BE49-F238E27FC236}">
                <a16:creationId xmlns:a16="http://schemas.microsoft.com/office/drawing/2014/main" id="{A095158A-A81B-4FE9-8377-F013F3C8860A}"/>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2_o24">
            <a:extLst xmlns:a="http://schemas.openxmlformats.org/drawingml/2006/main">
              <a:ext uri="{FF2B5EF4-FFF2-40B4-BE49-F238E27FC236}">
                <a16:creationId xmlns:a16="http://schemas.microsoft.com/office/drawing/2014/main" id="{A176156B-BC19-4160-942A-D4BF43AB670F}"/>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2_o25">
            <a:extLst xmlns:a="http://schemas.openxmlformats.org/drawingml/2006/main">
              <a:ext uri="{FF2B5EF4-FFF2-40B4-BE49-F238E27FC236}">
                <a16:creationId xmlns:a16="http://schemas.microsoft.com/office/drawing/2014/main" id="{2BDFC665-8E38-4D15-A1BA-8DA606B36448}"/>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2_o26">
            <a:extLst xmlns:a="http://schemas.openxmlformats.org/drawingml/2006/main">
              <a:ext uri="{FF2B5EF4-FFF2-40B4-BE49-F238E27FC236}">
                <a16:creationId xmlns:a16="http://schemas.microsoft.com/office/drawing/2014/main" id="{D17E039F-8F08-4336-9BD4-E38AC7F56CB8}"/>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2_o27">
            <a:extLst xmlns:a="http://schemas.openxmlformats.org/drawingml/2006/main">
              <a:ext uri="{FF2B5EF4-FFF2-40B4-BE49-F238E27FC236}">
                <a16:creationId xmlns:a16="http://schemas.microsoft.com/office/drawing/2014/main" id="{6ECA91F1-61AB-4033-AE93-0AA5F4FC2BD0}"/>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2_o28">
            <a:extLst xmlns:a="http://schemas.openxmlformats.org/drawingml/2006/main">
              <a:ext uri="{FF2B5EF4-FFF2-40B4-BE49-F238E27FC236}">
                <a16:creationId xmlns:a16="http://schemas.microsoft.com/office/drawing/2014/main" id="{70E6F540-4D53-46B5-83A6-10E364193A69}"/>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2_o29">
            <a:extLst xmlns:a="http://schemas.openxmlformats.org/drawingml/2006/main">
              <a:ext uri="{FF2B5EF4-FFF2-40B4-BE49-F238E27FC236}">
                <a16:creationId xmlns:a16="http://schemas.microsoft.com/office/drawing/2014/main" id="{F42B3332-8118-40D6-A053-CA9F3ACE2C53}"/>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2_o30">
            <a:extLst xmlns:a="http://schemas.openxmlformats.org/drawingml/2006/main">
              <a:ext uri="{FF2B5EF4-FFF2-40B4-BE49-F238E27FC236}">
                <a16:creationId xmlns:a16="http://schemas.microsoft.com/office/drawing/2014/main" id="{DB494636-7DD0-44DB-BCDB-F34F55C9D219}"/>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2_o31">
            <a:extLst xmlns:a="http://schemas.openxmlformats.org/drawingml/2006/main">
              <a:ext uri="{FF2B5EF4-FFF2-40B4-BE49-F238E27FC236}">
                <a16:creationId xmlns:a16="http://schemas.microsoft.com/office/drawing/2014/main" id="{10B6E892-C237-42BA-9F36-698C1B6AB95C}"/>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2_o32">
            <a:extLst xmlns:a="http://schemas.openxmlformats.org/drawingml/2006/main">
              <a:ext uri="{FF2B5EF4-FFF2-40B4-BE49-F238E27FC236}">
                <a16:creationId xmlns:a16="http://schemas.microsoft.com/office/drawing/2014/main" id="{C63EA8EF-1062-42BC-97EB-EEB3ABD7298A}"/>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2_o33">
            <a:extLst xmlns:a="http://schemas.openxmlformats.org/drawingml/2006/main">
              <a:ext uri="{FF2B5EF4-FFF2-40B4-BE49-F238E27FC236}">
                <a16:creationId xmlns:a16="http://schemas.microsoft.com/office/drawing/2014/main" id="{2F3A34CB-61C3-4101-93FC-540291832D6D}"/>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2_o34">
            <a:extLst xmlns:a="http://schemas.openxmlformats.org/drawingml/2006/main">
              <a:ext uri="{FF2B5EF4-FFF2-40B4-BE49-F238E27FC236}">
                <a16:creationId xmlns:a16="http://schemas.microsoft.com/office/drawing/2014/main" id="{B6E80FBA-6950-4D86-B132-EF382C89D707}"/>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2_o35">
            <a:extLst xmlns:a="http://schemas.openxmlformats.org/drawingml/2006/main">
              <a:ext uri="{FF2B5EF4-FFF2-40B4-BE49-F238E27FC236}">
                <a16:creationId xmlns:a16="http://schemas.microsoft.com/office/drawing/2014/main" id="{5D696CCC-C198-4C32-8F4A-C0FCFA3B4CA1}"/>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2_o36">
            <a:extLst xmlns:a="http://schemas.openxmlformats.org/drawingml/2006/main">
              <a:ext uri="{FF2B5EF4-FFF2-40B4-BE49-F238E27FC236}">
                <a16:creationId xmlns:a16="http://schemas.microsoft.com/office/drawing/2014/main" id="{3CD0FB1B-29A6-4385-B41F-15B38CE845A2}"/>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2_o37">
            <a:extLst xmlns:a="http://schemas.openxmlformats.org/drawingml/2006/main">
              <a:ext uri="{FF2B5EF4-FFF2-40B4-BE49-F238E27FC236}">
                <a16:creationId xmlns:a16="http://schemas.microsoft.com/office/drawing/2014/main" id="{1AAE0CF3-D7C4-471B-97E5-EEE56D944164}"/>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2_o38">
            <a:extLst xmlns:a="http://schemas.openxmlformats.org/drawingml/2006/main">
              <a:ext uri="{FF2B5EF4-FFF2-40B4-BE49-F238E27FC236}">
                <a16:creationId xmlns:a16="http://schemas.microsoft.com/office/drawing/2014/main" id="{64349297-736B-4F9B-9AD5-34C664205A4D}"/>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2_o39">
            <a:extLst xmlns:a="http://schemas.openxmlformats.org/drawingml/2006/main">
              <a:ext uri="{FF2B5EF4-FFF2-40B4-BE49-F238E27FC236}">
                <a16:creationId xmlns:a16="http://schemas.microsoft.com/office/drawing/2014/main" id="{6BAB5185-F0B4-483A-8BE2-E43D4026EB33}"/>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2_o40">
            <a:extLst xmlns:a="http://schemas.openxmlformats.org/drawingml/2006/main">
              <a:ext uri="{FF2B5EF4-FFF2-40B4-BE49-F238E27FC236}">
                <a16:creationId xmlns:a16="http://schemas.microsoft.com/office/drawing/2014/main" id="{4F00E530-73B9-4A21-8A13-175A1703E395}"/>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2_o41">
            <a:extLst xmlns:a="http://schemas.openxmlformats.org/drawingml/2006/main">
              <a:ext uri="{FF2B5EF4-FFF2-40B4-BE49-F238E27FC236}">
                <a16:creationId xmlns:a16="http://schemas.microsoft.com/office/drawing/2014/main" id="{629F22CB-D9C2-46FF-BAFB-7DCE24C6A647}"/>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2_o42">
            <a:extLst xmlns:a="http://schemas.openxmlformats.org/drawingml/2006/main">
              <a:ext uri="{FF2B5EF4-FFF2-40B4-BE49-F238E27FC236}">
                <a16:creationId xmlns:a16="http://schemas.microsoft.com/office/drawing/2014/main" id="{514AC6D8-D12D-4851-BB18-CA9447096BB7}"/>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2_o43">
            <a:extLst xmlns:a="http://schemas.openxmlformats.org/drawingml/2006/main">
              <a:ext uri="{FF2B5EF4-FFF2-40B4-BE49-F238E27FC236}">
                <a16:creationId xmlns:a16="http://schemas.microsoft.com/office/drawing/2014/main" id="{45AF001F-1B44-4DB2-A6B9-CA300344DC94}"/>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2_o44">
            <a:extLst xmlns:a="http://schemas.openxmlformats.org/drawingml/2006/main">
              <a:ext uri="{FF2B5EF4-FFF2-40B4-BE49-F238E27FC236}">
                <a16:creationId xmlns:a16="http://schemas.microsoft.com/office/drawing/2014/main" id="{FF1DA4C3-28A3-47F6-8DB4-C684DFA7BA73}"/>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2_o45">
            <a:extLst xmlns:a="http://schemas.openxmlformats.org/drawingml/2006/main">
              <a:ext uri="{FF2B5EF4-FFF2-40B4-BE49-F238E27FC236}">
                <a16:creationId xmlns:a16="http://schemas.microsoft.com/office/drawing/2014/main" id="{19C2DABA-170A-4A17-B3C1-76001DC577BE}"/>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2_o46">
            <a:extLst xmlns:a="http://schemas.openxmlformats.org/drawingml/2006/main">
              <a:ext uri="{FF2B5EF4-FFF2-40B4-BE49-F238E27FC236}">
                <a16:creationId xmlns:a16="http://schemas.microsoft.com/office/drawing/2014/main" id="{FDBEF6A4-77D3-41DF-823F-DD800CF6F5C2}"/>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2_o47">
            <a:extLst xmlns:a="http://schemas.openxmlformats.org/drawingml/2006/main">
              <a:ext uri="{FF2B5EF4-FFF2-40B4-BE49-F238E27FC236}">
                <a16:creationId xmlns:a16="http://schemas.microsoft.com/office/drawing/2014/main" id="{DFE4201E-6C6C-4A77-901B-BDD505BB2F87}"/>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2_o48">
            <a:extLst xmlns:a="http://schemas.openxmlformats.org/drawingml/2006/main">
              <a:ext uri="{FF2B5EF4-FFF2-40B4-BE49-F238E27FC236}">
                <a16:creationId xmlns:a16="http://schemas.microsoft.com/office/drawing/2014/main" id="{59077538-DF12-4476-958C-8674FD616834}"/>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2_o49">
            <a:extLst xmlns:a="http://schemas.openxmlformats.org/drawingml/2006/main">
              <a:ext uri="{FF2B5EF4-FFF2-40B4-BE49-F238E27FC236}">
                <a16:creationId xmlns:a16="http://schemas.microsoft.com/office/drawing/2014/main" id="{A1D6CC55-101F-479C-B67C-DCC5D0D9CAAB}"/>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2_o50">
            <a:extLst xmlns:a="http://schemas.openxmlformats.org/drawingml/2006/main">
              <a:ext uri="{FF2B5EF4-FFF2-40B4-BE49-F238E27FC236}">
                <a16:creationId xmlns:a16="http://schemas.microsoft.com/office/drawing/2014/main" id="{0B56C7D2-7FF4-473D-868F-786DF5EF4353}"/>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2_o51">
            <a:extLst xmlns:a="http://schemas.openxmlformats.org/drawingml/2006/main">
              <a:ext uri="{FF2B5EF4-FFF2-40B4-BE49-F238E27FC236}">
                <a16:creationId xmlns:a16="http://schemas.microsoft.com/office/drawing/2014/main" id="{5732978B-E573-4D1D-BA47-2EBA4D1B3109}"/>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2_o52">
            <a:extLst xmlns:a="http://schemas.openxmlformats.org/drawingml/2006/main">
              <a:ext uri="{FF2B5EF4-FFF2-40B4-BE49-F238E27FC236}">
                <a16:creationId xmlns:a16="http://schemas.microsoft.com/office/drawing/2014/main" id="{9E1FFAC7-C43C-4285-ABDB-4651A7EE401F}"/>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2_o53">
            <a:extLst xmlns:a="http://schemas.openxmlformats.org/drawingml/2006/main">
              <a:ext uri="{FF2B5EF4-FFF2-40B4-BE49-F238E27FC236}">
                <a16:creationId xmlns:a16="http://schemas.microsoft.com/office/drawing/2014/main" id="{3A14C26B-BD0A-4C51-AD8D-9ABD25A87629}"/>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2_o54">
            <a:extLst xmlns:a="http://schemas.openxmlformats.org/drawingml/2006/main">
              <a:ext uri="{FF2B5EF4-FFF2-40B4-BE49-F238E27FC236}">
                <a16:creationId xmlns:a16="http://schemas.microsoft.com/office/drawing/2014/main" id="{4C247435-9417-4192-A134-61A739B93050}"/>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2_o55">
            <a:extLst xmlns:a="http://schemas.openxmlformats.org/drawingml/2006/main">
              <a:ext uri="{FF2B5EF4-FFF2-40B4-BE49-F238E27FC236}">
                <a16:creationId xmlns:a16="http://schemas.microsoft.com/office/drawing/2014/main" id="{C217AC71-533F-4D11-9926-492FCD2352A6}"/>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2_o56">
            <a:extLst xmlns:a="http://schemas.openxmlformats.org/drawingml/2006/main">
              <a:ext uri="{FF2B5EF4-FFF2-40B4-BE49-F238E27FC236}">
                <a16:creationId xmlns:a16="http://schemas.microsoft.com/office/drawing/2014/main" id="{D5E1CE15-D9AA-4112-B22F-2802EC550B5E}"/>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2_o57">
            <a:extLst xmlns:a="http://schemas.openxmlformats.org/drawingml/2006/main">
              <a:ext uri="{FF2B5EF4-FFF2-40B4-BE49-F238E27FC236}">
                <a16:creationId xmlns:a16="http://schemas.microsoft.com/office/drawing/2014/main" id="{C6486389-EF6F-4F60-81F4-642AD2D6773A}"/>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2_o58">
            <a:extLst xmlns:a="http://schemas.openxmlformats.org/drawingml/2006/main">
              <a:ext uri="{FF2B5EF4-FFF2-40B4-BE49-F238E27FC236}">
                <a16:creationId xmlns:a16="http://schemas.microsoft.com/office/drawing/2014/main" id="{120C4F1A-9567-44EB-90CA-9E9D241334B7}"/>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2_o59">
            <a:extLst xmlns:a="http://schemas.openxmlformats.org/drawingml/2006/main">
              <a:ext uri="{FF2B5EF4-FFF2-40B4-BE49-F238E27FC236}">
                <a16:creationId xmlns:a16="http://schemas.microsoft.com/office/drawing/2014/main" id="{3F27A3B8-1239-4970-97EA-AE29CBDC2BE3}"/>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2_o60">
            <a:extLst xmlns:a="http://schemas.openxmlformats.org/drawingml/2006/main">
              <a:ext uri="{FF2B5EF4-FFF2-40B4-BE49-F238E27FC236}">
                <a16:creationId xmlns:a16="http://schemas.microsoft.com/office/drawing/2014/main" id="{DEB56D3B-2090-4288-AD49-98DABBAA1295}"/>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2_o61">
            <a:extLst xmlns:a="http://schemas.openxmlformats.org/drawingml/2006/main">
              <a:ext uri="{FF2B5EF4-FFF2-40B4-BE49-F238E27FC236}">
                <a16:creationId xmlns:a16="http://schemas.microsoft.com/office/drawing/2014/main" id="{592FB08F-9844-4802-9887-1C1506AA9BDF}"/>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2_o62">
            <a:extLst xmlns:a="http://schemas.openxmlformats.org/drawingml/2006/main">
              <a:ext uri="{FF2B5EF4-FFF2-40B4-BE49-F238E27FC236}">
                <a16:creationId xmlns:a16="http://schemas.microsoft.com/office/drawing/2014/main" id="{5C279A2D-C7DC-41E5-8ECA-7DD5794E8201}"/>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2_o63">
            <a:extLst xmlns:a="http://schemas.openxmlformats.org/drawingml/2006/main">
              <a:ext uri="{FF2B5EF4-FFF2-40B4-BE49-F238E27FC236}">
                <a16:creationId xmlns:a16="http://schemas.microsoft.com/office/drawing/2014/main" id="{1CFBEF7B-AD93-4528-8754-805FF03B191C}"/>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2_o64">
            <a:extLst xmlns:a="http://schemas.openxmlformats.org/drawingml/2006/main">
              <a:ext uri="{FF2B5EF4-FFF2-40B4-BE49-F238E27FC236}">
                <a16:creationId xmlns:a16="http://schemas.microsoft.com/office/drawing/2014/main" id="{2D635105-3DAB-4DA4-9D05-C149F8BE1D43}"/>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2_o65">
            <a:extLst xmlns:a="http://schemas.openxmlformats.org/drawingml/2006/main">
              <a:ext uri="{FF2B5EF4-FFF2-40B4-BE49-F238E27FC236}">
                <a16:creationId xmlns:a16="http://schemas.microsoft.com/office/drawing/2014/main" id="{66C70803-B603-409C-9F95-6CC554B32023}"/>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2_o66">
            <a:extLst xmlns:a="http://schemas.openxmlformats.org/drawingml/2006/main">
              <a:ext uri="{FF2B5EF4-FFF2-40B4-BE49-F238E27FC236}">
                <a16:creationId xmlns:a16="http://schemas.microsoft.com/office/drawing/2014/main" id="{F9CD5053-9836-4D10-92DC-0F3BD5CF6CC9}"/>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2_o67">
            <a:extLst xmlns:a="http://schemas.openxmlformats.org/drawingml/2006/main">
              <a:ext uri="{FF2B5EF4-FFF2-40B4-BE49-F238E27FC236}">
                <a16:creationId xmlns:a16="http://schemas.microsoft.com/office/drawing/2014/main" id="{1CA8F266-A9E6-498D-91CD-BD60FD18A5EC}"/>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2_o68">
            <a:extLst xmlns:a="http://schemas.openxmlformats.org/drawingml/2006/main">
              <a:ext uri="{FF2B5EF4-FFF2-40B4-BE49-F238E27FC236}">
                <a16:creationId xmlns:a16="http://schemas.microsoft.com/office/drawing/2014/main" id="{C8254537-1B7F-4322-807D-C4AAB29C0476}"/>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2_o69">
            <a:extLst xmlns:a="http://schemas.openxmlformats.org/drawingml/2006/main">
              <a:ext uri="{FF2B5EF4-FFF2-40B4-BE49-F238E27FC236}">
                <a16:creationId xmlns:a16="http://schemas.microsoft.com/office/drawing/2014/main" id="{45586D82-5B84-4CB0-809F-C55CECF06C22}"/>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2_o70">
            <a:extLst xmlns:a="http://schemas.openxmlformats.org/drawingml/2006/main">
              <a:ext uri="{FF2B5EF4-FFF2-40B4-BE49-F238E27FC236}">
                <a16:creationId xmlns:a16="http://schemas.microsoft.com/office/drawing/2014/main" id="{9E6559D6-325C-4B89-B990-60ACBCB61F03}"/>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2_o71">
            <a:extLst xmlns:a="http://schemas.openxmlformats.org/drawingml/2006/main">
              <a:ext uri="{FF2B5EF4-FFF2-40B4-BE49-F238E27FC236}">
                <a16:creationId xmlns:a16="http://schemas.microsoft.com/office/drawing/2014/main" id="{CF634145-C803-4CBC-9C24-D9975FA44A49}"/>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2_o72">
            <a:extLst xmlns:a="http://schemas.openxmlformats.org/drawingml/2006/main">
              <a:ext uri="{FF2B5EF4-FFF2-40B4-BE49-F238E27FC236}">
                <a16:creationId xmlns:a16="http://schemas.microsoft.com/office/drawing/2014/main" id="{2A850FD1-E521-45C2-B2C4-999DE9026706}"/>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2_o73">
            <a:extLst xmlns:a="http://schemas.openxmlformats.org/drawingml/2006/main">
              <a:ext uri="{FF2B5EF4-FFF2-40B4-BE49-F238E27FC236}">
                <a16:creationId xmlns:a16="http://schemas.microsoft.com/office/drawing/2014/main" id="{17734D7E-CFEA-4B37-BFD9-7D814B78D37F}"/>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2_o74">
            <a:extLst xmlns:a="http://schemas.openxmlformats.org/drawingml/2006/main">
              <a:ext uri="{FF2B5EF4-FFF2-40B4-BE49-F238E27FC236}">
                <a16:creationId xmlns:a16="http://schemas.microsoft.com/office/drawing/2014/main" id="{B3968655-FAA3-4E11-93C1-2CEDB4D14C15}"/>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2_o75">
            <a:extLst xmlns:a="http://schemas.openxmlformats.org/drawingml/2006/main">
              <a:ext uri="{FF2B5EF4-FFF2-40B4-BE49-F238E27FC236}">
                <a16:creationId xmlns:a16="http://schemas.microsoft.com/office/drawing/2014/main" id="{A8B9FFFA-CF53-488C-9160-7F6308F05B08}"/>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2_o76">
            <a:extLst xmlns:a="http://schemas.openxmlformats.org/drawingml/2006/main">
              <a:ext uri="{FF2B5EF4-FFF2-40B4-BE49-F238E27FC236}">
                <a16:creationId xmlns:a16="http://schemas.microsoft.com/office/drawing/2014/main" id="{8CE39685-F87F-4461-AC6A-3AFCF830FA4C}"/>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2_o77">
            <a:extLst xmlns:a="http://schemas.openxmlformats.org/drawingml/2006/main">
              <a:ext uri="{FF2B5EF4-FFF2-40B4-BE49-F238E27FC236}">
                <a16:creationId xmlns:a16="http://schemas.microsoft.com/office/drawing/2014/main" id="{2C4947D2-7FB8-4BFD-A3E3-1A77B8812C1F}"/>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2_o78">
            <a:extLst xmlns:a="http://schemas.openxmlformats.org/drawingml/2006/main">
              <a:ext uri="{FF2B5EF4-FFF2-40B4-BE49-F238E27FC236}">
                <a16:creationId xmlns:a16="http://schemas.microsoft.com/office/drawing/2014/main" id="{942CC915-7CC1-469B-8F6A-F76CFCA046C6}"/>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2_o79">
            <a:extLst xmlns:a="http://schemas.openxmlformats.org/drawingml/2006/main">
              <a:ext uri="{FF2B5EF4-FFF2-40B4-BE49-F238E27FC236}">
                <a16:creationId xmlns:a16="http://schemas.microsoft.com/office/drawing/2014/main" id="{361F1D51-294E-47BB-BBD2-F7C62F3076C7}"/>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2_o80">
            <a:extLst xmlns:a="http://schemas.openxmlformats.org/drawingml/2006/main">
              <a:ext uri="{FF2B5EF4-FFF2-40B4-BE49-F238E27FC236}">
                <a16:creationId xmlns:a16="http://schemas.microsoft.com/office/drawing/2014/main" id="{4E94017C-7295-4529-9EC8-D42FDAD0C20E}"/>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2_o81">
            <a:extLst xmlns:a="http://schemas.openxmlformats.org/drawingml/2006/main">
              <a:ext uri="{FF2B5EF4-FFF2-40B4-BE49-F238E27FC236}">
                <a16:creationId xmlns:a16="http://schemas.microsoft.com/office/drawing/2014/main" id="{EFF5B30B-EC11-4762-AA00-82DBACAD982B}"/>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2_o82">
            <a:extLst xmlns:a="http://schemas.openxmlformats.org/drawingml/2006/main">
              <a:ext uri="{FF2B5EF4-FFF2-40B4-BE49-F238E27FC236}">
                <a16:creationId xmlns:a16="http://schemas.microsoft.com/office/drawing/2014/main" id="{1AF67973-E444-4D69-A182-F71552F4370D}"/>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2_o83">
            <a:extLst xmlns:a="http://schemas.openxmlformats.org/drawingml/2006/main">
              <a:ext uri="{FF2B5EF4-FFF2-40B4-BE49-F238E27FC236}">
                <a16:creationId xmlns:a16="http://schemas.microsoft.com/office/drawing/2014/main" id="{41E0A8C7-E5D0-4476-B1FE-DA2E80691AF8}"/>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2_o84">
            <a:extLst xmlns:a="http://schemas.openxmlformats.org/drawingml/2006/main">
              <a:ext uri="{FF2B5EF4-FFF2-40B4-BE49-F238E27FC236}">
                <a16:creationId xmlns:a16="http://schemas.microsoft.com/office/drawing/2014/main" id="{7CCB2AD3-D1A0-4E08-B8E0-D44F3F97663E}"/>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2_o85">
            <a:extLst xmlns:a="http://schemas.openxmlformats.org/drawingml/2006/main">
              <a:ext uri="{FF2B5EF4-FFF2-40B4-BE49-F238E27FC236}">
                <a16:creationId xmlns:a16="http://schemas.microsoft.com/office/drawing/2014/main" id="{9F8724F4-C252-4874-BEFF-DCD5CE02FC87}"/>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2_o86">
            <a:extLst xmlns:a="http://schemas.openxmlformats.org/drawingml/2006/main">
              <a:ext uri="{FF2B5EF4-FFF2-40B4-BE49-F238E27FC236}">
                <a16:creationId xmlns:a16="http://schemas.microsoft.com/office/drawing/2014/main" id="{62A97980-0074-4415-8408-DA23B76EBE7D}"/>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2_o87">
            <a:extLst xmlns:a="http://schemas.openxmlformats.org/drawingml/2006/main">
              <a:ext uri="{FF2B5EF4-FFF2-40B4-BE49-F238E27FC236}">
                <a16:creationId xmlns:a16="http://schemas.microsoft.com/office/drawing/2014/main" id="{0F933D11-D27F-47CA-A1A1-32F813BF4186}"/>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2_o88">
            <a:extLst xmlns:a="http://schemas.openxmlformats.org/drawingml/2006/main">
              <a:ext uri="{FF2B5EF4-FFF2-40B4-BE49-F238E27FC236}">
                <a16:creationId xmlns:a16="http://schemas.microsoft.com/office/drawing/2014/main" id="{AB04C399-4A12-4B5C-8D32-E28DD18053CF}"/>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2_o89">
            <a:extLst xmlns:a="http://schemas.openxmlformats.org/drawingml/2006/main">
              <a:ext uri="{FF2B5EF4-FFF2-40B4-BE49-F238E27FC236}">
                <a16:creationId xmlns:a16="http://schemas.microsoft.com/office/drawing/2014/main" id="{71860F32-1C06-451D-8A9D-802A5ACA2187}"/>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2_o90">
            <a:extLst xmlns:a="http://schemas.openxmlformats.org/drawingml/2006/main">
              <a:ext uri="{FF2B5EF4-FFF2-40B4-BE49-F238E27FC236}">
                <a16:creationId xmlns:a16="http://schemas.microsoft.com/office/drawing/2014/main" id="{7936BBA3-5481-4C6D-94D8-86D07ABD3EB0}"/>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2_o91">
            <a:extLst xmlns:a="http://schemas.openxmlformats.org/drawingml/2006/main">
              <a:ext uri="{FF2B5EF4-FFF2-40B4-BE49-F238E27FC236}">
                <a16:creationId xmlns:a16="http://schemas.microsoft.com/office/drawing/2014/main" id="{DAFE6F4F-3235-4EAA-8D49-9CE4D2FEA194}"/>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2_o92">
            <a:extLst xmlns:a="http://schemas.openxmlformats.org/drawingml/2006/main">
              <a:ext uri="{FF2B5EF4-FFF2-40B4-BE49-F238E27FC236}">
                <a16:creationId xmlns:a16="http://schemas.microsoft.com/office/drawing/2014/main" id="{AEEFD0EA-3106-45D0-9558-5DD0F2BE3C47}"/>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2_o93">
            <a:extLst xmlns:a="http://schemas.openxmlformats.org/drawingml/2006/main">
              <a:ext uri="{FF2B5EF4-FFF2-40B4-BE49-F238E27FC236}">
                <a16:creationId xmlns:a16="http://schemas.microsoft.com/office/drawing/2014/main" id="{CAB53751-1CDF-4440-BE0D-72C8773727A4}"/>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2_o94">
            <a:extLst xmlns:a="http://schemas.openxmlformats.org/drawingml/2006/main">
              <a:ext uri="{FF2B5EF4-FFF2-40B4-BE49-F238E27FC236}">
                <a16:creationId xmlns:a16="http://schemas.microsoft.com/office/drawing/2014/main" id="{18A968F6-4E0C-4DAD-A852-16EBE9BFC38A}"/>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2_o95">
            <a:extLst xmlns:a="http://schemas.openxmlformats.org/drawingml/2006/main">
              <a:ext uri="{FF2B5EF4-FFF2-40B4-BE49-F238E27FC236}">
                <a16:creationId xmlns:a16="http://schemas.microsoft.com/office/drawing/2014/main" id="{17C8D19C-A7D8-44F7-9303-41E93EB5F2D8}"/>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2_o96">
            <a:extLst xmlns:a="http://schemas.openxmlformats.org/drawingml/2006/main">
              <a:ext uri="{FF2B5EF4-FFF2-40B4-BE49-F238E27FC236}">
                <a16:creationId xmlns:a16="http://schemas.microsoft.com/office/drawing/2014/main" id="{C2823D1E-8932-436B-AEDA-5741D36C3FA4}"/>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2_o97">
            <a:extLst xmlns:a="http://schemas.openxmlformats.org/drawingml/2006/main">
              <a:ext uri="{FF2B5EF4-FFF2-40B4-BE49-F238E27FC236}">
                <a16:creationId xmlns:a16="http://schemas.microsoft.com/office/drawing/2014/main" id="{1A8A30BD-A378-4A6D-8214-B40024365DE5}"/>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2_o98">
            <a:extLst xmlns:a="http://schemas.openxmlformats.org/drawingml/2006/main">
              <a:ext uri="{FF2B5EF4-FFF2-40B4-BE49-F238E27FC236}">
                <a16:creationId xmlns:a16="http://schemas.microsoft.com/office/drawing/2014/main" id="{CFE58A6D-F98C-4083-B6AA-41CAE4773B5B}"/>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2_o99">
            <a:extLst xmlns:a="http://schemas.openxmlformats.org/drawingml/2006/main">
              <a:ext uri="{FF2B5EF4-FFF2-40B4-BE49-F238E27FC236}">
                <a16:creationId xmlns:a16="http://schemas.microsoft.com/office/drawing/2014/main" id="{6C1044C5-AF14-42EF-B3FE-DCD610DF13E4}"/>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2_o100">
            <a:extLst xmlns:a="http://schemas.openxmlformats.org/drawingml/2006/main">
              <a:ext uri="{FF2B5EF4-FFF2-40B4-BE49-F238E27FC236}">
                <a16:creationId xmlns:a16="http://schemas.microsoft.com/office/drawing/2014/main" id="{D72C0466-3962-4E78-9E92-E980D4169721}"/>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2_o101">
            <a:extLst xmlns:a="http://schemas.openxmlformats.org/drawingml/2006/main">
              <a:ext uri="{FF2B5EF4-FFF2-40B4-BE49-F238E27FC236}">
                <a16:creationId xmlns:a16="http://schemas.microsoft.com/office/drawing/2014/main" id="{E6EFECB2-9B53-44AB-89E9-63A0BDDBAA1E}"/>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2_o102">
            <a:extLst xmlns:a="http://schemas.openxmlformats.org/drawingml/2006/main">
              <a:ext uri="{FF2B5EF4-FFF2-40B4-BE49-F238E27FC236}">
                <a16:creationId xmlns:a16="http://schemas.microsoft.com/office/drawing/2014/main" id="{632635EF-2883-4BD3-9B50-9BF067A4F20F}"/>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2_o103">
            <a:extLst xmlns:a="http://schemas.openxmlformats.org/drawingml/2006/main">
              <a:ext uri="{FF2B5EF4-FFF2-40B4-BE49-F238E27FC236}">
                <a16:creationId xmlns:a16="http://schemas.microsoft.com/office/drawing/2014/main" id="{32F2CFB2-6749-432C-9DE0-B3862E41EEC0}"/>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2_o104">
            <a:extLst xmlns:a="http://schemas.openxmlformats.org/drawingml/2006/main">
              <a:ext uri="{FF2B5EF4-FFF2-40B4-BE49-F238E27FC236}">
                <a16:creationId xmlns:a16="http://schemas.microsoft.com/office/drawing/2014/main" id="{1B5089E0-9E27-404C-B169-F40F14524D37}"/>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2_o105">
            <a:extLst xmlns:a="http://schemas.openxmlformats.org/drawingml/2006/main">
              <a:ext uri="{FF2B5EF4-FFF2-40B4-BE49-F238E27FC236}">
                <a16:creationId xmlns:a16="http://schemas.microsoft.com/office/drawing/2014/main" id="{BBCC4377-AC48-4370-A89F-E1E6C4EB8D27}"/>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2_o106">
            <a:extLst xmlns:a="http://schemas.openxmlformats.org/drawingml/2006/main">
              <a:ext uri="{FF2B5EF4-FFF2-40B4-BE49-F238E27FC236}">
                <a16:creationId xmlns:a16="http://schemas.microsoft.com/office/drawing/2014/main" id="{4D2D0454-BF05-4EDB-8357-93E1B8ABE8A2}"/>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2_o107">
            <a:extLst xmlns:a="http://schemas.openxmlformats.org/drawingml/2006/main">
              <a:ext uri="{FF2B5EF4-FFF2-40B4-BE49-F238E27FC236}">
                <a16:creationId xmlns:a16="http://schemas.microsoft.com/office/drawing/2014/main" id="{0CFAB2BA-E907-4A3B-83A3-3C60629FBB10}"/>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2_o108">
            <a:extLst xmlns:a="http://schemas.openxmlformats.org/drawingml/2006/main">
              <a:ext uri="{FF2B5EF4-FFF2-40B4-BE49-F238E27FC236}">
                <a16:creationId xmlns:a16="http://schemas.microsoft.com/office/drawing/2014/main" id="{86571940-3401-4EE2-8645-7CBFDC3AC90B}"/>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2_o109">
            <a:extLst xmlns:a="http://schemas.openxmlformats.org/drawingml/2006/main">
              <a:ext uri="{FF2B5EF4-FFF2-40B4-BE49-F238E27FC236}">
                <a16:creationId xmlns:a16="http://schemas.microsoft.com/office/drawing/2014/main" id="{5CEF00C5-082D-427D-B888-7E3FCAFA0AFB}"/>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2_o110">
            <a:extLst xmlns:a="http://schemas.openxmlformats.org/drawingml/2006/main">
              <a:ext uri="{FF2B5EF4-FFF2-40B4-BE49-F238E27FC236}">
                <a16:creationId xmlns:a16="http://schemas.microsoft.com/office/drawing/2014/main" id="{09E191C1-38C4-4987-BC33-81588B2F8731}"/>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2_o111">
            <a:extLst xmlns:a="http://schemas.openxmlformats.org/drawingml/2006/main">
              <a:ext uri="{FF2B5EF4-FFF2-40B4-BE49-F238E27FC236}">
                <a16:creationId xmlns:a16="http://schemas.microsoft.com/office/drawing/2014/main" id="{8DD25D46-A9CD-48E8-BBBF-4ABFFD0DF12B}"/>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2_o112">
            <a:extLst xmlns:a="http://schemas.openxmlformats.org/drawingml/2006/main">
              <a:ext uri="{FF2B5EF4-FFF2-40B4-BE49-F238E27FC236}">
                <a16:creationId xmlns:a16="http://schemas.microsoft.com/office/drawing/2014/main" id="{197E0520-AC32-4AF8-88E3-61E2DA0A81F5}"/>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2_o113">
            <a:extLst xmlns:a="http://schemas.openxmlformats.org/drawingml/2006/main">
              <a:ext uri="{FF2B5EF4-FFF2-40B4-BE49-F238E27FC236}">
                <a16:creationId xmlns:a16="http://schemas.microsoft.com/office/drawing/2014/main" id="{E50ED68B-7381-468E-B7A5-D433EBDFA641}"/>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2_o114">
            <a:extLst xmlns:a="http://schemas.openxmlformats.org/drawingml/2006/main">
              <a:ext uri="{FF2B5EF4-FFF2-40B4-BE49-F238E27FC236}">
                <a16:creationId xmlns:a16="http://schemas.microsoft.com/office/drawing/2014/main" id="{38839FF6-11DF-4968-B3BC-8C3B79430507}"/>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2_o115">
            <a:extLst xmlns:a="http://schemas.openxmlformats.org/drawingml/2006/main">
              <a:ext uri="{FF2B5EF4-FFF2-40B4-BE49-F238E27FC236}">
                <a16:creationId xmlns:a16="http://schemas.microsoft.com/office/drawing/2014/main" id="{2E069D41-3968-4630-AE24-2972018F8D52}"/>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2_o116">
            <a:extLst xmlns:a="http://schemas.openxmlformats.org/drawingml/2006/main">
              <a:ext uri="{FF2B5EF4-FFF2-40B4-BE49-F238E27FC236}">
                <a16:creationId xmlns:a16="http://schemas.microsoft.com/office/drawing/2014/main" id="{B61C79E1-9F96-4C52-AB51-D634AD018B89}"/>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2_o117">
            <a:extLst xmlns:a="http://schemas.openxmlformats.org/drawingml/2006/main">
              <a:ext uri="{FF2B5EF4-FFF2-40B4-BE49-F238E27FC236}">
                <a16:creationId xmlns:a16="http://schemas.microsoft.com/office/drawing/2014/main" id="{BC266EC5-EB9F-40E5-90A8-D635624C0EEB}"/>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2_o118">
            <a:extLst xmlns:a="http://schemas.openxmlformats.org/drawingml/2006/main">
              <a:ext uri="{FF2B5EF4-FFF2-40B4-BE49-F238E27FC236}">
                <a16:creationId xmlns:a16="http://schemas.microsoft.com/office/drawing/2014/main" id="{A4959EDE-7F97-4F15-8885-122A85948AF2}"/>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2_o119">
            <a:extLst xmlns:a="http://schemas.openxmlformats.org/drawingml/2006/main">
              <a:ext uri="{FF2B5EF4-FFF2-40B4-BE49-F238E27FC236}">
                <a16:creationId xmlns:a16="http://schemas.microsoft.com/office/drawing/2014/main" id="{83F37306-CFF8-409D-B9B1-28B9ACC56935}"/>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2_o120">
            <a:extLst xmlns:a="http://schemas.openxmlformats.org/drawingml/2006/main">
              <a:ext uri="{FF2B5EF4-FFF2-40B4-BE49-F238E27FC236}">
                <a16:creationId xmlns:a16="http://schemas.microsoft.com/office/drawing/2014/main" id="{58FE7522-73C6-4242-BB1E-3089511D5D73}"/>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2_o121">
            <a:extLst xmlns:a="http://schemas.openxmlformats.org/drawingml/2006/main">
              <a:ext uri="{FF2B5EF4-FFF2-40B4-BE49-F238E27FC236}">
                <a16:creationId xmlns:a16="http://schemas.microsoft.com/office/drawing/2014/main" id="{6F548583-3703-4928-ABB5-05DD94BFF2C8}"/>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2_o122">
            <a:extLst xmlns:a="http://schemas.openxmlformats.org/drawingml/2006/main">
              <a:ext uri="{FF2B5EF4-FFF2-40B4-BE49-F238E27FC236}">
                <a16:creationId xmlns:a16="http://schemas.microsoft.com/office/drawing/2014/main" id="{D8B286CD-0AA4-4E08-8912-BD92D8F2AC04}"/>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2_o123">
            <a:extLst xmlns:a="http://schemas.openxmlformats.org/drawingml/2006/main">
              <a:ext uri="{FF2B5EF4-FFF2-40B4-BE49-F238E27FC236}">
                <a16:creationId xmlns:a16="http://schemas.microsoft.com/office/drawing/2014/main" id="{4CA7F295-F68F-4810-9758-FAD3F2B8C20B}"/>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2_o124">
            <a:extLst xmlns:a="http://schemas.openxmlformats.org/drawingml/2006/main">
              <a:ext uri="{FF2B5EF4-FFF2-40B4-BE49-F238E27FC236}">
                <a16:creationId xmlns:a16="http://schemas.microsoft.com/office/drawing/2014/main" id="{46B6A809-5452-4BE3-994B-FEE90553881C}"/>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2_o125">
            <a:extLst xmlns:a="http://schemas.openxmlformats.org/drawingml/2006/main">
              <a:ext uri="{FF2B5EF4-FFF2-40B4-BE49-F238E27FC236}">
                <a16:creationId xmlns:a16="http://schemas.microsoft.com/office/drawing/2014/main" id="{15FBBB09-8FCF-40D1-A88E-D432DFB9FC8D}"/>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2_o126">
            <a:extLst xmlns:a="http://schemas.openxmlformats.org/drawingml/2006/main">
              <a:ext uri="{FF2B5EF4-FFF2-40B4-BE49-F238E27FC236}">
                <a16:creationId xmlns:a16="http://schemas.microsoft.com/office/drawing/2014/main" id="{8865B1F4-C96A-42F9-B3D4-463C7604794D}"/>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2_o127">
            <a:extLst xmlns:a="http://schemas.openxmlformats.org/drawingml/2006/main">
              <a:ext uri="{FF2B5EF4-FFF2-40B4-BE49-F238E27FC236}">
                <a16:creationId xmlns:a16="http://schemas.microsoft.com/office/drawing/2014/main" id="{144F3667-BAF3-48CE-9340-753FA3C9818B}"/>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2_o128">
            <a:extLst xmlns:a="http://schemas.openxmlformats.org/drawingml/2006/main">
              <a:ext uri="{FF2B5EF4-FFF2-40B4-BE49-F238E27FC236}">
                <a16:creationId xmlns:a16="http://schemas.microsoft.com/office/drawing/2014/main" id="{E08DDF17-80EE-4A36-B540-5F9BB471423B}"/>
              </a:ext>
            </a:extLst>
          </p:cNvPr>
          <p:cNvSpPr>
            <a:spLocks xmlns:a="http://schemas.openxmlformats.org/drawingml/2006/main" noGrp="1"/>
          </p:cNvSpPr>
          <p:nvPr/>
        </p:nvSpPr>
        <p:spPr>
          <a:xfrm xmlns:a="http://schemas.openxmlformats.org/drawingml/2006/main">
            <a:off x="152400" y="38100"/>
            <a:ext cx="1188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Scenario circuit blueprint</a:t>
            </a:r>
          </a:p>
        </p:txBody>
      </p:sp>
      <p:sp>
        <p:nvSpPr>
          <p:cNvPr id="129" name="capability_v1_s2_o129">
            <a:extLst xmlns:a="http://schemas.openxmlformats.org/drawingml/2006/main">
              <a:ext uri="{FF2B5EF4-FFF2-40B4-BE49-F238E27FC236}">
                <a16:creationId xmlns:a16="http://schemas.microsoft.com/office/drawing/2014/main" id="{DDF54EA3-48E3-4330-801A-03C0EA4367B0}"/>
              </a:ext>
            </a:extLst>
          </p:cNvPr>
          <p:cNvSpPr>
            <a:spLocks xmlns:a="http://schemas.openxmlformats.org/drawingml/2006/main" noGrp="1"/>
          </p:cNvSpPr>
          <p:nvPr/>
        </p:nvSpPr>
        <p:spPr>
          <a:xfrm xmlns:a="http://schemas.openxmlformats.org/drawingml/2006/main">
            <a:off x="177800" y="508000"/>
            <a:ext cx="1181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read-capability-dsl-source</a:t>
            </a:r>
          </a:p>
        </p:txBody>
      </p:sp>
      <p:sp>
        <p:nvSpPr>
          <p:cNvPr id="130" name="capability_v1_s2_o130">
            <a:extLst xmlns:a="http://schemas.openxmlformats.org/drawingml/2006/main">
              <a:ext uri="{FF2B5EF4-FFF2-40B4-BE49-F238E27FC236}">
                <a16:creationId xmlns:a16="http://schemas.microsoft.com/office/drawing/2014/main" id="{B48FFC18-6846-44D9-9E89-FBDED861A686}"/>
              </a:ext>
            </a:extLst>
          </p:cNvPr>
          <p:cNvSpPr>
            <a:spLocks xmlns:a="http://schemas.openxmlformats.org/drawingml/2006/main" noGrp="1"/>
          </p:cNvSpPr>
          <p:nvPr/>
        </p:nvSpPr>
        <p:spPr>
          <a:xfrm xmlns:a="http://schemas.openxmlformats.org/drawingml/2006/main">
            <a:off x="101600" y="977900"/>
            <a:ext cx="11988800" cy="4914900"/>
          </a:xfrm>
          <a:prstGeom xmlns:a="http://schemas.openxmlformats.org/drawingml/2006/main" prst="rect">
            <a:avLst/>
          </a:prstGeom>
          <a:noFill xmlns:a="http://schemas.openxmlformats.org/drawingml/2006/main"/>
          <a:ln xmlns:a="http://schemas.openxmlformats.org/drawingml/2006/main" w="15240">
            <a:solidFill>
              <a:srgbClr val="45A7FF"/>
            </a:solidFill>
          </a:ln>
        </p:spPr>
      </p:sp>
      <p:sp>
        <p:nvSpPr>
          <p:cNvPr id="131" name="capability_v1_s2_o131">
            <a:extLst xmlns:a="http://schemas.openxmlformats.org/drawingml/2006/main">
              <a:ext uri="{FF2B5EF4-FFF2-40B4-BE49-F238E27FC236}">
                <a16:creationId xmlns:a16="http://schemas.microsoft.com/office/drawing/2014/main" id="{646A8B6E-97B2-4F46-80CC-462F54B78744}"/>
              </a:ext>
            </a:extLst>
          </p:cNvPr>
          <p:cNvSpPr>
            <a:spLocks xmlns:a="http://schemas.openxmlformats.org/drawingml/2006/main" noGrp="1"/>
          </p:cNvSpPr>
          <p:nvPr/>
        </p:nvSpPr>
        <p:spPr>
          <a:xfrm xmlns:a="http://schemas.openxmlformats.org/drawingml/2006/main">
            <a:off x="114300" y="990600"/>
            <a:ext cx="11963400" cy="3175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2" name="capability_v1_s2_o132">
            <a:extLst xmlns:a="http://schemas.openxmlformats.org/drawingml/2006/main">
              <a:ext uri="{FF2B5EF4-FFF2-40B4-BE49-F238E27FC236}">
                <a16:creationId xmlns:a16="http://schemas.microsoft.com/office/drawing/2014/main" id="{21DBE187-9096-49D0-BBCD-C698389D494C}"/>
              </a:ext>
            </a:extLst>
          </p:cNvPr>
          <p:cNvSpPr>
            <a:spLocks xmlns:a="http://schemas.openxmlformats.org/drawingml/2006/main" noGrp="1"/>
          </p:cNvSpPr>
          <p:nvPr/>
        </p:nvSpPr>
        <p:spPr>
          <a:xfrm xmlns:a="http://schemas.openxmlformats.org/drawingml/2006/main">
            <a:off x="203200" y="977900"/>
            <a:ext cx="6985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133" name="capability_v1_s2_o133">
            <a:extLst xmlns:a="http://schemas.openxmlformats.org/drawingml/2006/main">
              <a:ext uri="{FF2B5EF4-FFF2-40B4-BE49-F238E27FC236}">
                <a16:creationId xmlns:a16="http://schemas.microsoft.com/office/drawing/2014/main" id="{EC3A639A-9BC9-4196-8C90-5F3AB1F9BDE0}"/>
              </a:ext>
            </a:extLst>
          </p:cNvPr>
          <p:cNvSpPr>
            <a:spLocks xmlns:a="http://schemas.openxmlformats.org/drawingml/2006/main" noGrp="1"/>
          </p:cNvSpPr>
          <p:nvPr/>
        </p:nvSpPr>
        <p:spPr>
          <a:xfrm xmlns:a="http://schemas.openxmlformats.org/drawingml/2006/main">
            <a:off x="5588000" y="1092200"/>
            <a:ext cx="101600" cy="1016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34" name="capability_v1_s2_o134">
            <a:extLst xmlns:a="http://schemas.openxmlformats.org/drawingml/2006/main">
              <a:ext uri="{FF2B5EF4-FFF2-40B4-BE49-F238E27FC236}">
                <a16:creationId xmlns:a16="http://schemas.microsoft.com/office/drawing/2014/main" id="{FEB42CDB-E002-49E7-890A-FFBDC5543059}"/>
              </a:ext>
            </a:extLst>
          </p:cNvPr>
          <p:cNvSpPr>
            <a:spLocks xmlns:a="http://schemas.openxmlformats.org/drawingml/2006/main" noGrp="1"/>
          </p:cNvSpPr>
          <p:nvPr/>
        </p:nvSpPr>
        <p:spPr>
          <a:xfrm xmlns:a="http://schemas.openxmlformats.org/drawingml/2006/main">
            <a:off x="570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F6B94D"/>
                </a:solidFill>
                <a:latin typeface="Arial"/>
                <a:ea typeface="Arial"/>
                <a:cs typeface="Arial"/>
              </a:defRPr>
            </a:defPPr>
          </a:lstStyle>
          <a:p xmlns:a="http://schemas.openxmlformats.org/drawingml/2006/main">
            <a:pPr algn="l">
              <a:lnSpc>
                <a:spcPct val="108000"/>
              </a:lnSpc>
              <a:buNone/>
              <a:defRPr sz="850" b="0">
                <a:solidFill>
                  <a:srgbClr val="F6B94D"/>
                </a:solidFill>
                <a:latin typeface="Arial"/>
                <a:ea typeface="Arial"/>
                <a:cs typeface="Arial"/>
              </a:defRPr>
            </a:pPr>
            <a:r>
              <a:rPr sz="850" b="0">
                <a:solidFill>
                  <a:srgbClr val="F6B94D"/>
                </a:solidFill>
                <a:latin typeface="Arial"/>
                <a:ea typeface="Arial"/>
                <a:cs typeface="Arial"/>
              </a:rPr>
              <a:t>Input</a:t>
            </a:r>
          </a:p>
        </p:txBody>
      </p:sp>
      <p:sp>
        <p:nvSpPr>
          <p:cNvPr id="135" name="capability_v1_s2_o135">
            <a:extLst xmlns:a="http://schemas.openxmlformats.org/drawingml/2006/main">
              <a:ext uri="{FF2B5EF4-FFF2-40B4-BE49-F238E27FC236}">
                <a16:creationId xmlns:a16="http://schemas.microsoft.com/office/drawing/2014/main" id="{2E54BA5A-40BD-42CA-AF70-8C783B4F45CE}"/>
              </a:ext>
            </a:extLst>
          </p:cNvPr>
          <p:cNvSpPr>
            <a:spLocks xmlns:a="http://schemas.openxmlformats.org/drawingml/2006/main" noGrp="1"/>
          </p:cNvSpPr>
          <p:nvPr/>
        </p:nvSpPr>
        <p:spPr>
          <a:xfrm xmlns:a="http://schemas.openxmlformats.org/drawingml/2006/main">
            <a:off x="6858000" y="1092200"/>
            <a:ext cx="101600" cy="101600"/>
          </a:xfrm>
          <a:prstGeom xmlns:a="http://schemas.openxmlformats.org/drawingml/2006/main" prst="rect">
            <a:avLst/>
          </a:prstGeom>
          <a:noFill xmlns:a="http://schemas.openxmlformats.org/drawingml/2006/main"/>
          <a:ln xmlns:a="http://schemas.openxmlformats.org/drawingml/2006/main" w="10160">
            <a:solidFill>
              <a:srgbClr val="45A7FF"/>
            </a:solidFill>
          </a:ln>
        </p:spPr>
      </p:sp>
      <p:sp>
        <p:nvSpPr>
          <p:cNvPr id="136" name="capability_v1_s2_o136">
            <a:extLst xmlns:a="http://schemas.openxmlformats.org/drawingml/2006/main">
              <a:ext uri="{FF2B5EF4-FFF2-40B4-BE49-F238E27FC236}">
                <a16:creationId xmlns:a16="http://schemas.microsoft.com/office/drawing/2014/main" id="{D4727E79-972B-4C54-B255-C3DA1E9EC627}"/>
              </a:ext>
            </a:extLst>
          </p:cNvPr>
          <p:cNvSpPr>
            <a:spLocks xmlns:a="http://schemas.openxmlformats.org/drawingml/2006/main" noGrp="1"/>
          </p:cNvSpPr>
          <p:nvPr/>
        </p:nvSpPr>
        <p:spPr>
          <a:xfrm xmlns:a="http://schemas.openxmlformats.org/drawingml/2006/main">
            <a:off x="697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5A7FF"/>
                </a:solidFill>
                <a:latin typeface="Arial"/>
                <a:ea typeface="Arial"/>
                <a:cs typeface="Arial"/>
              </a:defRPr>
            </a:defPPr>
          </a:lstStyle>
          <a:p xmlns:a="http://schemas.openxmlformats.org/drawingml/2006/main">
            <a:pPr algn="l">
              <a:lnSpc>
                <a:spcPct val="108000"/>
              </a:lnSpc>
              <a:buNone/>
              <a:defRPr sz="850" b="0">
                <a:solidFill>
                  <a:srgbClr val="45A7FF"/>
                </a:solidFill>
                <a:latin typeface="Arial"/>
                <a:ea typeface="Arial"/>
                <a:cs typeface="Arial"/>
              </a:defRPr>
            </a:pPr>
            <a:r>
              <a:rPr sz="850" b="0">
                <a:solidFill>
                  <a:srgbClr val="45A7FF"/>
                </a:solidFill>
                <a:latin typeface="Arial"/>
                <a:ea typeface="Arial"/>
                <a:cs typeface="Arial"/>
              </a:rPr>
              <a:t>Execution</a:t>
            </a:r>
          </a:p>
        </p:txBody>
      </p:sp>
      <p:sp>
        <p:nvSpPr>
          <p:cNvPr id="137" name="capability_v1_s2_o137">
            <a:extLst xmlns:a="http://schemas.openxmlformats.org/drawingml/2006/main">
              <a:ext uri="{FF2B5EF4-FFF2-40B4-BE49-F238E27FC236}">
                <a16:creationId xmlns:a16="http://schemas.microsoft.com/office/drawing/2014/main" id="{EA977C8D-6ADC-4FBE-B10F-1C1134B9ED79}"/>
              </a:ext>
            </a:extLst>
          </p:cNvPr>
          <p:cNvSpPr>
            <a:spLocks xmlns:a="http://schemas.openxmlformats.org/drawingml/2006/main" noGrp="1"/>
          </p:cNvSpPr>
          <p:nvPr/>
        </p:nvSpPr>
        <p:spPr>
          <a:xfrm xmlns:a="http://schemas.openxmlformats.org/drawingml/2006/main">
            <a:off x="8128000" y="1092200"/>
            <a:ext cx="101600" cy="101600"/>
          </a:xfrm>
          <a:prstGeom xmlns:a="http://schemas.openxmlformats.org/drawingml/2006/main" prst="rect">
            <a:avLst/>
          </a:prstGeom>
          <a:noFill xmlns:a="http://schemas.openxmlformats.org/drawingml/2006/main"/>
          <a:ln xmlns:a="http://schemas.openxmlformats.org/drawingml/2006/main" w="10160">
            <a:solidFill>
              <a:srgbClr val="A98AF2"/>
            </a:solidFill>
          </a:ln>
        </p:spPr>
      </p:sp>
      <p:sp>
        <p:nvSpPr>
          <p:cNvPr id="138" name="capability_v1_s2_o138">
            <a:extLst xmlns:a="http://schemas.openxmlformats.org/drawingml/2006/main">
              <a:ext uri="{FF2B5EF4-FFF2-40B4-BE49-F238E27FC236}">
                <a16:creationId xmlns:a16="http://schemas.microsoft.com/office/drawing/2014/main" id="{23ABA412-F05E-4137-8A9E-0D624FA3256C}"/>
              </a:ext>
            </a:extLst>
          </p:cNvPr>
          <p:cNvSpPr>
            <a:spLocks xmlns:a="http://schemas.openxmlformats.org/drawingml/2006/main" noGrp="1"/>
          </p:cNvSpPr>
          <p:nvPr/>
        </p:nvSpPr>
        <p:spPr>
          <a:xfrm xmlns:a="http://schemas.openxmlformats.org/drawingml/2006/main">
            <a:off x="824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98AF2"/>
                </a:solidFill>
                <a:latin typeface="Arial"/>
                <a:ea typeface="Arial"/>
                <a:cs typeface="Arial"/>
              </a:defRPr>
            </a:defPPr>
          </a:lstStyle>
          <a:p xmlns:a="http://schemas.openxmlformats.org/drawingml/2006/main">
            <a:pPr algn="l">
              <a:lnSpc>
                <a:spcPct val="108000"/>
              </a:lnSpc>
              <a:buNone/>
              <a:defRPr sz="850" b="0">
                <a:solidFill>
                  <a:srgbClr val="A98AF2"/>
                </a:solidFill>
                <a:latin typeface="Arial"/>
                <a:ea typeface="Arial"/>
                <a:cs typeface="Arial"/>
              </a:defRPr>
            </a:pPr>
            <a:r>
              <a:rPr sz="850" b="0">
                <a:solidFill>
                  <a:srgbClr val="A98AF2"/>
                </a:solidFill>
                <a:latin typeface="Arial"/>
                <a:ea typeface="Arial"/>
                <a:cs typeface="Arial"/>
              </a:rPr>
              <a:t>Provider</a:t>
            </a:r>
          </a:p>
        </p:txBody>
      </p:sp>
      <p:sp>
        <p:nvSpPr>
          <p:cNvPr id="139" name="capability_v1_s2_o139">
            <a:extLst xmlns:a="http://schemas.openxmlformats.org/drawingml/2006/main">
              <a:ext uri="{FF2B5EF4-FFF2-40B4-BE49-F238E27FC236}">
                <a16:creationId xmlns:a16="http://schemas.microsoft.com/office/drawing/2014/main" id="{B16BC2F5-9F78-460E-88F4-2100C3A6FA0C}"/>
              </a:ext>
            </a:extLst>
          </p:cNvPr>
          <p:cNvSpPr>
            <a:spLocks xmlns:a="http://schemas.openxmlformats.org/drawingml/2006/main" noGrp="1"/>
          </p:cNvSpPr>
          <p:nvPr/>
        </p:nvSpPr>
        <p:spPr>
          <a:xfrm xmlns:a="http://schemas.openxmlformats.org/drawingml/2006/main">
            <a:off x="9398000" y="1092200"/>
            <a:ext cx="101600" cy="101600"/>
          </a:xfrm>
          <a:prstGeom xmlns:a="http://schemas.openxmlformats.org/drawingml/2006/main" prst="rect">
            <a:avLst/>
          </a:prstGeom>
          <a:noFill xmlns:a="http://schemas.openxmlformats.org/drawingml/2006/main"/>
          <a:ln xmlns:a="http://schemas.openxmlformats.org/drawingml/2006/main" w="10160">
            <a:solidFill>
              <a:srgbClr val="4DE0B0"/>
            </a:solidFill>
          </a:ln>
        </p:spPr>
      </p:sp>
      <p:sp>
        <p:nvSpPr>
          <p:cNvPr id="140" name="capability_v1_s2_o140">
            <a:extLst xmlns:a="http://schemas.openxmlformats.org/drawingml/2006/main">
              <a:ext uri="{FF2B5EF4-FFF2-40B4-BE49-F238E27FC236}">
                <a16:creationId xmlns:a16="http://schemas.microsoft.com/office/drawing/2014/main" id="{22E0AF4E-4813-417B-AF7B-7909C05E96C2}"/>
              </a:ext>
            </a:extLst>
          </p:cNvPr>
          <p:cNvSpPr>
            <a:spLocks xmlns:a="http://schemas.openxmlformats.org/drawingml/2006/main" noGrp="1"/>
          </p:cNvSpPr>
          <p:nvPr/>
        </p:nvSpPr>
        <p:spPr>
          <a:xfrm xmlns:a="http://schemas.openxmlformats.org/drawingml/2006/main">
            <a:off x="951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DE0B0"/>
                </a:solidFill>
                <a:latin typeface="Arial"/>
                <a:ea typeface="Arial"/>
                <a:cs typeface="Arial"/>
              </a:defRPr>
            </a:defPPr>
          </a:lstStyle>
          <a:p xmlns:a="http://schemas.openxmlformats.org/drawingml/2006/main">
            <a:pPr algn="l">
              <a:lnSpc>
                <a:spcPct val="108000"/>
              </a:lnSpc>
              <a:buNone/>
              <a:defRPr sz="850" b="0">
                <a:solidFill>
                  <a:srgbClr val="4DE0B0"/>
                </a:solidFill>
                <a:latin typeface="Arial"/>
                <a:ea typeface="Arial"/>
                <a:cs typeface="Arial"/>
              </a:defRPr>
            </a:pPr>
            <a:r>
              <a:rPr sz="850" b="0">
                <a:solidFill>
                  <a:srgbClr val="4DE0B0"/>
                </a:solidFill>
                <a:latin typeface="Arial"/>
                <a:ea typeface="Arial"/>
                <a:cs typeface="Arial"/>
              </a:rPr>
              <a:t>Outcome</a:t>
            </a:r>
          </a:p>
        </p:txBody>
      </p:sp>
      <p:sp>
        <p:nvSpPr>
          <p:cNvPr id="141" name="capability_v1_s2_o141">
            <a:extLst xmlns:a="http://schemas.openxmlformats.org/drawingml/2006/main">
              <a:ext uri="{FF2B5EF4-FFF2-40B4-BE49-F238E27FC236}">
                <a16:creationId xmlns:a16="http://schemas.microsoft.com/office/drawing/2014/main" id="{04568448-6438-4528-8E7B-55B0308600E6}"/>
              </a:ext>
            </a:extLst>
          </p:cNvPr>
          <p:cNvSpPr>
            <a:spLocks xmlns:a="http://schemas.openxmlformats.org/drawingml/2006/main" noGrp="1"/>
          </p:cNvSpPr>
          <p:nvPr/>
        </p:nvSpPr>
        <p:spPr>
          <a:xfrm xmlns:a="http://schemas.openxmlformats.org/drawingml/2006/main">
            <a:off x="10668000" y="1092200"/>
            <a:ext cx="101600" cy="101600"/>
          </a:xfrm>
          <a:prstGeom xmlns:a="http://schemas.openxmlformats.org/drawingml/2006/main" prst="rect">
            <a:avLst/>
          </a:prstGeom>
          <a:noFill xmlns:a="http://schemas.openxmlformats.org/drawingml/2006/main"/>
          <a:ln xmlns:a="http://schemas.openxmlformats.org/drawingml/2006/main" w="10160">
            <a:solidFill>
              <a:srgbClr val="72D7EE"/>
            </a:solidFill>
          </a:ln>
        </p:spPr>
      </p:sp>
      <p:sp>
        <p:nvSpPr>
          <p:cNvPr id="142" name="capability_v1_s2_o142">
            <a:extLst xmlns:a="http://schemas.openxmlformats.org/drawingml/2006/main">
              <a:ext uri="{FF2B5EF4-FFF2-40B4-BE49-F238E27FC236}">
                <a16:creationId xmlns:a16="http://schemas.microsoft.com/office/drawing/2014/main" id="{1A94F82A-8CA8-44B5-AFEF-1BC90EC745F6}"/>
              </a:ext>
            </a:extLst>
          </p:cNvPr>
          <p:cNvSpPr>
            <a:spLocks xmlns:a="http://schemas.openxmlformats.org/drawingml/2006/main" noGrp="1"/>
          </p:cNvSpPr>
          <p:nvPr/>
        </p:nvSpPr>
        <p:spPr>
          <a:xfrm xmlns:a="http://schemas.openxmlformats.org/drawingml/2006/main">
            <a:off x="1078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72D7EE"/>
                </a:solidFill>
                <a:latin typeface="Arial"/>
                <a:ea typeface="Arial"/>
                <a:cs typeface="Arial"/>
              </a:defRPr>
            </a:defPPr>
          </a:lstStyle>
          <a:p xmlns:a="http://schemas.openxmlformats.org/drawingml/2006/main">
            <a:pPr algn="l">
              <a:lnSpc>
                <a:spcPct val="108000"/>
              </a:lnSpc>
              <a:buNone/>
              <a:defRPr sz="850" b="0">
                <a:solidFill>
                  <a:srgbClr val="72D7EE"/>
                </a:solidFill>
                <a:latin typeface="Arial"/>
                <a:ea typeface="Arial"/>
                <a:cs typeface="Arial"/>
              </a:defRPr>
            </a:pPr>
            <a:r>
              <a:rPr sz="850" b="0">
                <a:solidFill>
                  <a:srgbClr val="72D7EE"/>
                </a:solidFill>
                <a:latin typeface="Arial"/>
                <a:ea typeface="Arial"/>
                <a:cs typeface="Arial"/>
              </a:rPr>
              <a:t>Observation</a:t>
            </a:r>
          </a:p>
        </p:txBody>
      </p:sp>
      <p:sp>
        <p:nvSpPr>
          <p:cNvPr id="143" name="capability_v1_s2_o143">
            <a:extLst xmlns:a="http://schemas.openxmlformats.org/drawingml/2006/main">
              <a:ext uri="{FF2B5EF4-FFF2-40B4-BE49-F238E27FC236}">
                <a16:creationId xmlns:a16="http://schemas.microsoft.com/office/drawing/2014/main" id="{8D568E60-31E0-4A66-AA6F-629BBCF0C025}"/>
              </a:ext>
            </a:extLst>
          </p:cNvPr>
          <p:cNvSpPr>
            <a:spLocks xmlns:a="http://schemas.openxmlformats.org/drawingml/2006/main" noGrp="1"/>
          </p:cNvSpPr>
          <p:nvPr/>
        </p:nvSpPr>
        <p:spPr>
          <a:xfrm xmlns:a="http://schemas.openxmlformats.org/drawingml/2006/main">
            <a:off x="177800" y="2514600"/>
            <a:ext cx="1854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F6B94D"/>
            </a:solidFill>
          </a:ln>
        </p:spPr>
      </p:sp>
      <p:sp>
        <p:nvSpPr>
          <p:cNvPr id="144" name="capability_v1_s2_o144">
            <a:extLst xmlns:a="http://schemas.openxmlformats.org/drawingml/2006/main">
              <a:ext uri="{FF2B5EF4-FFF2-40B4-BE49-F238E27FC236}">
                <a16:creationId xmlns:a16="http://schemas.microsoft.com/office/drawing/2014/main" id="{15AAACF7-88E0-470D-8430-5B49480BE9DE}"/>
              </a:ext>
            </a:extLst>
          </p:cNvPr>
          <p:cNvSpPr>
            <a:spLocks xmlns:a="http://schemas.openxmlformats.org/drawingml/2006/main" noGrp="1"/>
          </p:cNvSpPr>
          <p:nvPr/>
        </p:nvSpPr>
        <p:spPr>
          <a:xfrm xmlns:a="http://schemas.openxmlformats.org/drawingml/2006/main">
            <a:off x="215900" y="2527300"/>
            <a:ext cx="1778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GIVEN / INPUT</a:t>
            </a:r>
          </a:p>
        </p:txBody>
      </p:sp>
      <p:sp>
        <p:nvSpPr>
          <p:cNvPr id="145" name="capability_v1_s2_o145">
            <a:extLst xmlns:a="http://schemas.openxmlformats.org/drawingml/2006/main">
              <a:ext uri="{FF2B5EF4-FFF2-40B4-BE49-F238E27FC236}">
                <a16:creationId xmlns:a16="http://schemas.microsoft.com/office/drawing/2014/main" id="{FBC56CE0-0FB5-49D5-8AA1-26BD1EA05A8C}"/>
              </a:ext>
            </a:extLst>
          </p:cNvPr>
          <p:cNvSpPr>
            <a:spLocks xmlns:a="http://schemas.openxmlformats.org/drawingml/2006/main" noGrp="1"/>
          </p:cNvSpPr>
          <p:nvPr/>
        </p:nvSpPr>
        <p:spPr>
          <a:xfrm xmlns:a="http://schemas.openxmlformats.org/drawingml/2006/main">
            <a:off x="2184400" y="2514600"/>
            <a:ext cx="7823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45A7FF"/>
            </a:solidFill>
          </a:ln>
        </p:spPr>
      </p:sp>
      <p:sp>
        <p:nvSpPr>
          <p:cNvPr id="146" name="capability_v1_s2_o146">
            <a:extLst xmlns:a="http://schemas.openxmlformats.org/drawingml/2006/main">
              <a:ext uri="{FF2B5EF4-FFF2-40B4-BE49-F238E27FC236}">
                <a16:creationId xmlns:a16="http://schemas.microsoft.com/office/drawing/2014/main" id="{D16A88C4-21CD-449D-9E24-B896F2D6AB66}"/>
              </a:ext>
            </a:extLst>
          </p:cNvPr>
          <p:cNvSpPr>
            <a:spLocks xmlns:a="http://schemas.openxmlformats.org/drawingml/2006/main" noGrp="1"/>
          </p:cNvSpPr>
          <p:nvPr/>
        </p:nvSpPr>
        <p:spPr>
          <a:xfrm xmlns:a="http://schemas.openxmlformats.org/drawingml/2006/main">
            <a:off x="2222500" y="2527300"/>
            <a:ext cx="774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WHEN / EVENT</a:t>
            </a:r>
          </a:p>
        </p:txBody>
      </p:sp>
      <p:sp>
        <p:nvSpPr>
          <p:cNvPr id="147" name="capability_v1_s2_o147">
            <a:extLst xmlns:a="http://schemas.openxmlformats.org/drawingml/2006/main">
              <a:ext uri="{FF2B5EF4-FFF2-40B4-BE49-F238E27FC236}">
                <a16:creationId xmlns:a16="http://schemas.microsoft.com/office/drawing/2014/main" id="{B11A5DA1-AA36-4CA2-B92A-A9217BD858A9}"/>
              </a:ext>
            </a:extLst>
          </p:cNvPr>
          <p:cNvSpPr>
            <a:spLocks xmlns:a="http://schemas.openxmlformats.org/drawingml/2006/main" noGrp="1"/>
          </p:cNvSpPr>
          <p:nvPr/>
        </p:nvSpPr>
        <p:spPr>
          <a:xfrm xmlns:a="http://schemas.openxmlformats.org/drawingml/2006/main">
            <a:off x="10160000" y="2514600"/>
            <a:ext cx="1854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4DE0B0"/>
            </a:solidFill>
          </a:ln>
        </p:spPr>
      </p:sp>
      <p:sp>
        <p:nvSpPr>
          <p:cNvPr id="148" name="capability_v1_s2_o148">
            <a:extLst xmlns:a="http://schemas.openxmlformats.org/drawingml/2006/main">
              <a:ext uri="{FF2B5EF4-FFF2-40B4-BE49-F238E27FC236}">
                <a16:creationId xmlns:a16="http://schemas.microsoft.com/office/drawing/2014/main" id="{472F3DA2-4E4F-4BBE-BDC2-8DE43A398B99}"/>
              </a:ext>
            </a:extLst>
          </p:cNvPr>
          <p:cNvSpPr>
            <a:spLocks xmlns:a="http://schemas.openxmlformats.org/drawingml/2006/main" noGrp="1"/>
          </p:cNvSpPr>
          <p:nvPr/>
        </p:nvSpPr>
        <p:spPr>
          <a:xfrm xmlns:a="http://schemas.openxmlformats.org/drawingml/2006/main">
            <a:off x="10198100" y="2527300"/>
            <a:ext cx="1778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DE0B0"/>
                </a:solidFill>
                <a:latin typeface="Arial"/>
                <a:ea typeface="Arial"/>
                <a:cs typeface="Arial"/>
              </a:defRPr>
            </a:defPPr>
          </a:lstStyle>
          <a:p xmlns:a="http://schemas.openxmlformats.org/drawingml/2006/main">
            <a:pPr algn="l">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THEN / OUTCOME</a:t>
            </a:r>
          </a:p>
        </p:txBody>
      </p:sp>
      <p:sp>
        <p:nvSpPr>
          <p:cNvPr id="149" name="capability_v1_s2_o149">
            <a:extLst xmlns:a="http://schemas.openxmlformats.org/drawingml/2006/main">
              <a:ext uri="{FF2B5EF4-FFF2-40B4-BE49-F238E27FC236}">
                <a16:creationId xmlns:a16="http://schemas.microsoft.com/office/drawing/2014/main" id="{0809DABF-AB46-4586-A732-99BADAFB8F9B}"/>
              </a:ext>
            </a:extLst>
          </p:cNvPr>
          <p:cNvSpPr>
            <a:spLocks xmlns:a="http://schemas.openxmlformats.org/drawingml/2006/main" noGrp="1"/>
          </p:cNvSpPr>
          <p:nvPr/>
        </p:nvSpPr>
        <p:spPr>
          <a:xfrm xmlns:a="http://schemas.openxmlformats.org/drawingml/2006/main">
            <a:off x="2032000" y="4686300"/>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9050">
            <a:solidFill>
              <a:srgbClr val="F6B94D"/>
            </a:solidFill>
            <a:prstDash val="solid"/>
          </a:ln>
        </p:spPr>
      </p:sp>
      <p:sp>
        <p:nvSpPr>
          <p:cNvPr id="150" name="capability_v1_s2_o149_arrow">
            <a:extLst xmlns:a="http://schemas.openxmlformats.org/drawingml/2006/main">
              <a:ext uri="{FF2B5EF4-FFF2-40B4-BE49-F238E27FC236}">
                <a16:creationId xmlns:a16="http://schemas.microsoft.com/office/drawing/2014/main" id="{B197622F-89CE-4A15-8AD3-A1D0E630A216}"/>
              </a:ext>
            </a:extLst>
          </p:cNvPr>
          <p:cNvSpPr>
            <a:spLocks xmlns:a="http://schemas.openxmlformats.org/drawingml/2006/main" noGrp="1"/>
          </p:cNvSpPr>
          <p:nvPr/>
        </p:nvSpPr>
        <p:spPr>
          <a:xfrm xmlns:a="http://schemas.openxmlformats.org/drawingml/2006/main">
            <a:off x="2336800" y="4646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51" name="capability_v1_s2_o150">
            <a:extLst xmlns:a="http://schemas.openxmlformats.org/drawingml/2006/main">
              <a:ext uri="{FF2B5EF4-FFF2-40B4-BE49-F238E27FC236}">
                <a16:creationId xmlns:a16="http://schemas.microsoft.com/office/drawing/2014/main" id="{B2C1F8CE-F274-454E-A28B-F3CC804AC883}"/>
              </a:ext>
            </a:extLst>
          </p:cNvPr>
          <p:cNvSpPr>
            <a:spLocks xmlns:a="http://schemas.openxmlformats.org/drawingml/2006/main" noGrp="1"/>
          </p:cNvSpPr>
          <p:nvPr/>
        </p:nvSpPr>
        <p:spPr>
          <a:xfrm xmlns:a="http://schemas.openxmlformats.org/drawingml/2006/main">
            <a:off x="9779000" y="4686300"/>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9050">
            <a:solidFill>
              <a:srgbClr val="4DE0B0"/>
            </a:solidFill>
            <a:prstDash val="solid"/>
          </a:ln>
        </p:spPr>
      </p:sp>
      <p:sp>
        <p:nvSpPr>
          <p:cNvPr id="152" name="capability_v1_s2_o150_arrow">
            <a:extLst xmlns:a="http://schemas.openxmlformats.org/drawingml/2006/main">
              <a:ext uri="{FF2B5EF4-FFF2-40B4-BE49-F238E27FC236}">
                <a16:creationId xmlns:a16="http://schemas.microsoft.com/office/drawing/2014/main" id="{7B65CA52-A6AD-4622-8DD6-28919575E7DD}"/>
              </a:ext>
            </a:extLst>
          </p:cNvPr>
          <p:cNvSpPr>
            <a:spLocks xmlns:a="http://schemas.openxmlformats.org/drawingml/2006/main" noGrp="1"/>
          </p:cNvSpPr>
          <p:nvPr/>
        </p:nvSpPr>
        <p:spPr>
          <a:xfrm xmlns:a="http://schemas.openxmlformats.org/drawingml/2006/main">
            <a:off x="10083800" y="4646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53" name="capability_v1_s2_o151">
            <a:extLst xmlns:a="http://schemas.openxmlformats.org/drawingml/2006/main">
              <a:ext uri="{FF2B5EF4-FFF2-40B4-BE49-F238E27FC236}">
                <a16:creationId xmlns:a16="http://schemas.microsoft.com/office/drawing/2014/main" id="{32B00C90-4E9C-498B-A0D8-95133F564E29}"/>
              </a:ext>
            </a:extLst>
          </p:cNvPr>
          <p:cNvSpPr>
            <a:spLocks xmlns:a="http://schemas.openxmlformats.org/drawingml/2006/main" noGrp="1"/>
          </p:cNvSpPr>
          <p:nvPr/>
        </p:nvSpPr>
        <p:spPr>
          <a:xfrm xmlns:a="http://schemas.openxmlformats.org/drawingml/2006/main">
            <a:off x="228600" y="2895600"/>
            <a:ext cx="1752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6B94D"/>
                </a:solidFill>
                <a:latin typeface="Arial"/>
                <a:ea typeface="Arial"/>
                <a:cs typeface="Arial"/>
              </a:defRPr>
            </a:defPPr>
          </a:lstStyle>
          <a:p xmlns:a="http://schemas.openxmlformats.org/drawingml/2006/main">
            <a:pPr algn="ctr">
              <a:lnSpc>
                <a:spcPct val="108000"/>
              </a:lnSpc>
              <a:buNone/>
              <a:defRPr sz="1300" b="1">
                <a:solidFill>
                  <a:srgbClr val="F6B94D"/>
                </a:solidFill>
                <a:latin typeface="Arial"/>
                <a:ea typeface="Arial"/>
                <a:cs typeface="Arial"/>
              </a:defRPr>
            </a:pPr>
            <a:r>
              <a:rPr sz="1300" b="1">
                <a:solidFill>
                  <a:srgbClr val="F6B94D"/>
                </a:solidFill>
                <a:latin typeface="Arial"/>
                <a:ea typeface="Arial"/>
                <a:cs typeface="Arial"/>
              </a:rPr>
              <a:t>read capability dsl</a:t>
            </a:r>
          </a:p>
          <a:p xmlns:a="http://schemas.openxmlformats.org/drawingml/2006/main">
            <a:pPr algn="ctr">
              <a:lnSpc>
                <a:spcPct val="108000"/>
              </a:lnSpc>
              <a:buNone/>
              <a:defRPr sz="1300" b="1">
                <a:solidFill>
                  <a:srgbClr val="F6B94D"/>
                </a:solidFill>
                <a:latin typeface="Arial"/>
                <a:ea typeface="Arial"/>
                <a:cs typeface="Arial"/>
              </a:defRPr>
            </a:pPr>
            <a:r>
              <a:rPr sz="1300" b="1">
                <a:solidFill>
                  <a:srgbClr val="F6B94D"/>
                </a:solidFill>
                <a:latin typeface="Arial"/>
                <a:ea typeface="Arial"/>
                <a:cs typeface="Arial"/>
              </a:rPr>
              <a:t>source request</a:t>
            </a:r>
          </a:p>
        </p:txBody>
      </p:sp>
      <p:sp>
        <p:nvSpPr>
          <p:cNvPr id="154" name="capability_v1_s2_o152">
            <a:extLst xmlns:a="http://schemas.openxmlformats.org/drawingml/2006/main">
              <a:ext uri="{FF2B5EF4-FFF2-40B4-BE49-F238E27FC236}">
                <a16:creationId xmlns:a16="http://schemas.microsoft.com/office/drawing/2014/main" id="{7B4A9AB7-39AA-4B85-A149-AD4D04FF3006}"/>
              </a:ext>
            </a:extLst>
          </p:cNvPr>
          <p:cNvSpPr>
            <a:spLocks xmlns:a="http://schemas.openxmlformats.org/drawingml/2006/main" noGrp="1"/>
          </p:cNvSpPr>
          <p:nvPr/>
        </p:nvSpPr>
        <p:spPr>
          <a:xfrm xmlns:a="http://schemas.openxmlformats.org/drawingml/2006/main">
            <a:off x="292100" y="3606800"/>
            <a:ext cx="1625600" cy="1879600"/>
          </a:xfrm>
          <a:prstGeom xmlns:a="http://schemas.openxmlformats.org/drawingml/2006/main" prst="roundRect">
            <a:avLst>
              <a:gd name="adj" fmla="val 6250"/>
            </a:avLst>
          </a:prstGeom>
          <a:solidFill xmlns:a="http://schemas.openxmlformats.org/drawingml/2006/main">
            <a:srgbClr val="18291E"/>
          </a:solidFill>
          <a:ln xmlns:a="http://schemas.openxmlformats.org/drawingml/2006/main" w="13970">
            <a:solidFill>
              <a:srgbClr val="F6B94D"/>
            </a:solidFill>
          </a:ln>
        </p:spPr>
      </p:sp>
      <p:sp>
        <p:nvSpPr>
          <p:cNvPr id="155" name="capability_v1_s2_o153">
            <a:extLst xmlns:a="http://schemas.openxmlformats.org/drawingml/2006/main">
              <a:ext uri="{FF2B5EF4-FFF2-40B4-BE49-F238E27FC236}">
                <a16:creationId xmlns:a16="http://schemas.microsoft.com/office/drawing/2014/main" id="{0A5F0384-0254-4AA7-B61D-4AC31F5B4092}"/>
              </a:ext>
            </a:extLst>
          </p:cNvPr>
          <p:cNvSpPr>
            <a:spLocks xmlns:a="http://schemas.openxmlformats.org/drawingml/2006/main" noGrp="1"/>
          </p:cNvSpPr>
          <p:nvPr/>
        </p:nvSpPr>
        <p:spPr>
          <a:xfrm xmlns:a="http://schemas.openxmlformats.org/drawingml/2006/main">
            <a:off x="342900" y="36322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F6B94D"/>
                </a:solidFill>
                <a:latin typeface="Arial"/>
                <a:ea typeface="Arial"/>
                <a:cs typeface="Arial"/>
              </a:defRPr>
            </a:defPPr>
          </a:lstStyle>
          <a:p xmlns:a="http://schemas.openxmlformats.org/drawingml/2006/main">
            <a:pPr algn="ctr">
              <a:lnSpc>
                <a:spcPct val="108000"/>
              </a:lnSpc>
              <a:buNone/>
              <a:defRPr sz="800" b="1">
                <a:solidFill>
                  <a:srgbClr val="F6B94D"/>
                </a:solidFill>
                <a:latin typeface="Arial"/>
                <a:ea typeface="Arial"/>
                <a:cs typeface="Arial"/>
              </a:defRPr>
            </a:pPr>
            <a:r>
              <a:rPr sz="800" b="1">
                <a:solidFill>
                  <a:srgbClr val="F6B94D"/>
                </a:solidFill>
                <a:latin typeface="Arial"/>
                <a:ea typeface="Arial"/>
                <a:cs typeface="Arial"/>
              </a:rPr>
              <a:t>One payload</a:t>
            </a:r>
          </a:p>
        </p:txBody>
      </p:sp>
      <p:sp>
        <p:nvSpPr>
          <p:cNvPr id="156" name="capability_v1_s2_o154">
            <a:extLst xmlns:a="http://schemas.openxmlformats.org/drawingml/2006/main">
              <a:ext uri="{FF2B5EF4-FFF2-40B4-BE49-F238E27FC236}">
                <a16:creationId xmlns:a16="http://schemas.microsoft.com/office/drawing/2014/main" id="{BB2D02D6-AE83-41C1-9CEC-CE4DC882D2E7}"/>
              </a:ext>
            </a:extLst>
          </p:cNvPr>
          <p:cNvSpPr>
            <a:spLocks xmlns:a="http://schemas.openxmlformats.org/drawingml/2006/main" noGrp="1"/>
          </p:cNvSpPr>
          <p:nvPr/>
        </p:nvSpPr>
        <p:spPr>
          <a:xfrm xmlns:a="http://schemas.openxmlformats.org/drawingml/2006/main">
            <a:off x="393700" y="4044950"/>
            <a:ext cx="127000" cy="177800"/>
          </a:xfrm>
          <a:prstGeom xmlns:a="http://schemas.openxmlformats.org/drawingml/2006/main" prst="rect">
            <a:avLst/>
          </a:prstGeom>
          <a:noFill xmlns:a="http://schemas.openxmlformats.org/drawingml/2006/main"/>
          <a:ln xmlns:a="http://schemas.openxmlformats.org/drawingml/2006/main" w="11430">
            <a:solidFill>
              <a:srgbClr val="F6B94D"/>
            </a:solidFill>
          </a:ln>
        </p:spPr>
      </p:sp>
      <p:sp>
        <p:nvSpPr>
          <p:cNvPr id="157" name="capability_v1_s2_o155">
            <a:extLst xmlns:a="http://schemas.openxmlformats.org/drawingml/2006/main">
              <a:ext uri="{FF2B5EF4-FFF2-40B4-BE49-F238E27FC236}">
                <a16:creationId xmlns:a16="http://schemas.microsoft.com/office/drawing/2014/main" id="{9101CE9A-7C0C-4EF6-9CA3-B9EA4AA184EA}"/>
              </a:ext>
            </a:extLst>
          </p:cNvPr>
          <p:cNvSpPr>
            <a:spLocks xmlns:a="http://schemas.openxmlformats.org/drawingml/2006/main" noGrp="1"/>
          </p:cNvSpPr>
          <p:nvPr/>
        </p:nvSpPr>
        <p:spPr>
          <a:xfrm xmlns:a="http://schemas.openxmlformats.org/drawingml/2006/main">
            <a:off x="419100" y="410845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F6B94D"/>
            </a:solidFill>
            <a:prstDash val="solid"/>
          </a:ln>
        </p:spPr>
      </p:sp>
      <p:sp>
        <p:nvSpPr>
          <p:cNvPr id="158" name="capability_v1_s2_o156">
            <a:extLst xmlns:a="http://schemas.openxmlformats.org/drawingml/2006/main">
              <a:ext uri="{FF2B5EF4-FFF2-40B4-BE49-F238E27FC236}">
                <a16:creationId xmlns:a16="http://schemas.microsoft.com/office/drawing/2014/main" id="{3D11050F-B549-48CA-A558-4131116C9DB4}"/>
              </a:ext>
            </a:extLst>
          </p:cNvPr>
          <p:cNvSpPr>
            <a:spLocks xmlns:a="http://schemas.openxmlformats.org/drawingml/2006/main" noGrp="1"/>
          </p:cNvSpPr>
          <p:nvPr/>
        </p:nvSpPr>
        <p:spPr>
          <a:xfrm xmlns:a="http://schemas.openxmlformats.org/drawingml/2006/main">
            <a:off x="419100" y="415925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F6B94D"/>
            </a:solidFill>
            <a:prstDash val="solid"/>
          </a:ln>
        </p:spPr>
      </p:sp>
      <p:sp>
        <p:nvSpPr>
          <p:cNvPr id="159" name="capability_v1_s2_o157">
            <a:extLst xmlns:a="http://schemas.openxmlformats.org/drawingml/2006/main">
              <a:ext uri="{FF2B5EF4-FFF2-40B4-BE49-F238E27FC236}">
                <a16:creationId xmlns:a16="http://schemas.microsoft.com/office/drawing/2014/main" id="{6837151D-50E8-4453-A29F-CCD36998AC4D}"/>
              </a:ext>
            </a:extLst>
          </p:cNvPr>
          <p:cNvSpPr>
            <a:spLocks xmlns:a="http://schemas.openxmlformats.org/drawingml/2006/main" noGrp="1"/>
          </p:cNvSpPr>
          <p:nvPr/>
        </p:nvSpPr>
        <p:spPr>
          <a:xfrm xmlns:a="http://schemas.openxmlformats.org/drawingml/2006/main">
            <a:off x="558800" y="3886200"/>
            <a:ext cx="1295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25" b="0">
                <a:solidFill>
                  <a:srgbClr val="F6B94D"/>
                </a:solidFill>
                <a:latin typeface="Arial"/>
                <a:ea typeface="Arial"/>
                <a:cs typeface="Arial"/>
              </a:defRPr>
            </a:defPPr>
          </a:lstStyle>
          <a:p xmlns:a="http://schemas.openxmlformats.org/drawingml/2006/main">
            <a:pPr algn="ctr">
              <a:lnSpc>
                <a:spcPct val="108000"/>
              </a:lnSpc>
              <a:buNone/>
              <a:defRPr sz="925" b="0">
                <a:solidFill>
                  <a:srgbClr val="F6B94D"/>
                </a:solidFill>
                <a:latin typeface="Arial"/>
                <a:ea typeface="Arial"/>
                <a:cs typeface="Arial"/>
              </a:defRPr>
            </a:pPr>
            <a:r>
              <a:rPr sz="925" b="0">
                <a:solidFill>
                  <a:srgbClr val="F6B94D"/>
                </a:solidFill>
                <a:latin typeface="Arial"/>
                <a:ea typeface="Arial"/>
                <a:cs typeface="Arial"/>
              </a:rPr>
              <a:t>read-capability-dsl-</a:t>
            </a:r>
          </a:p>
          <a:p xmlns:a="http://schemas.openxmlformats.org/drawingml/2006/main">
            <a:pPr algn="ctr">
              <a:lnSpc>
                <a:spcPct val="108000"/>
              </a:lnSpc>
              <a:buNone/>
              <a:defRPr sz="925" b="0">
                <a:solidFill>
                  <a:srgbClr val="F6B94D"/>
                </a:solidFill>
                <a:latin typeface="Arial"/>
                <a:ea typeface="Arial"/>
                <a:cs typeface="Arial"/>
              </a:defRPr>
            </a:pPr>
            <a:r>
              <a:rPr sz="925" b="0">
                <a:solidFill>
                  <a:srgbClr val="F6B94D"/>
                </a:solidFill>
                <a:latin typeface="Arial"/>
                <a:ea typeface="Arial"/>
                <a:cs typeface="Arial"/>
              </a:rPr>
              <a:t>source-request.v1</a:t>
            </a:r>
          </a:p>
        </p:txBody>
      </p:sp>
      <p:sp>
        <p:nvSpPr>
          <p:cNvPr id="160" name="capability_v1_s2_o158">
            <a:extLst xmlns:a="http://schemas.openxmlformats.org/drawingml/2006/main">
              <a:ext uri="{FF2B5EF4-FFF2-40B4-BE49-F238E27FC236}">
                <a16:creationId xmlns:a16="http://schemas.microsoft.com/office/drawing/2014/main" id="{3451F43D-BFE6-4393-A243-BF3EA86BBB9B}"/>
              </a:ext>
            </a:extLst>
          </p:cNvPr>
          <p:cNvSpPr>
            <a:spLocks xmlns:a="http://schemas.openxmlformats.org/drawingml/2006/main" noGrp="1"/>
          </p:cNvSpPr>
          <p:nvPr/>
        </p:nvSpPr>
        <p:spPr>
          <a:xfrm xmlns:a="http://schemas.openxmlformats.org/drawingml/2006/main">
            <a:off x="10210800" y="2895600"/>
            <a:ext cx="17526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DE0B0"/>
                </a:solidFill>
                <a:latin typeface="Arial"/>
                <a:ea typeface="Arial"/>
                <a:cs typeface="Arial"/>
              </a:defRPr>
            </a:defPPr>
          </a:lstStyle>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read capability dsl</a:t>
            </a:r>
          </a:p>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source</a:t>
            </a:r>
          </a:p>
        </p:txBody>
      </p:sp>
      <p:sp>
        <p:nvSpPr>
          <p:cNvPr id="161" name="capability_v1_s2_o159">
            <a:extLst xmlns:a="http://schemas.openxmlformats.org/drawingml/2006/main">
              <a:ext uri="{FF2B5EF4-FFF2-40B4-BE49-F238E27FC236}">
                <a16:creationId xmlns:a16="http://schemas.microsoft.com/office/drawing/2014/main" id="{5F729D21-14B9-4FE7-B036-61BA73B34F59}"/>
              </a:ext>
            </a:extLst>
          </p:cNvPr>
          <p:cNvSpPr>
            <a:spLocks xmlns:a="http://schemas.openxmlformats.org/drawingml/2006/main" noGrp="1"/>
          </p:cNvSpPr>
          <p:nvPr/>
        </p:nvSpPr>
        <p:spPr>
          <a:xfrm xmlns:a="http://schemas.openxmlformats.org/drawingml/2006/main">
            <a:off x="10261600" y="3556000"/>
            <a:ext cx="1651000" cy="584200"/>
          </a:xfrm>
          <a:prstGeom xmlns:a="http://schemas.openxmlformats.org/drawingml/2006/main" prst="roundRect">
            <a:avLst>
              <a:gd name="adj" fmla="val 17391"/>
            </a:avLst>
          </a:prstGeom>
          <a:solidFill xmlns:a="http://schemas.openxmlformats.org/drawingml/2006/main">
            <a:srgbClr val="04252B"/>
          </a:solidFill>
          <a:ln xmlns:a="http://schemas.openxmlformats.org/drawingml/2006/main" w="11430">
            <a:solidFill>
              <a:srgbClr val="4DE0B0"/>
            </a:solidFill>
          </a:ln>
        </p:spPr>
      </p:sp>
      <p:sp>
        <p:nvSpPr>
          <p:cNvPr id="162" name="capability_v1_s2_o160">
            <a:extLst xmlns:a="http://schemas.openxmlformats.org/drawingml/2006/main">
              <a:ext uri="{FF2B5EF4-FFF2-40B4-BE49-F238E27FC236}">
                <a16:creationId xmlns:a16="http://schemas.microsoft.com/office/drawing/2014/main" id="{EC279975-85CC-4382-A77A-E2719001AC35}"/>
              </a:ext>
            </a:extLst>
          </p:cNvPr>
          <p:cNvSpPr>
            <a:spLocks xmlns:a="http://schemas.openxmlformats.org/drawingml/2006/main" noGrp="1"/>
          </p:cNvSpPr>
          <p:nvPr/>
        </p:nvSpPr>
        <p:spPr>
          <a:xfrm xmlns:a="http://schemas.openxmlformats.org/drawingml/2006/main">
            <a:off x="10375900" y="3752850"/>
            <a:ext cx="127000" cy="177800"/>
          </a:xfrm>
          <a:prstGeom xmlns:a="http://schemas.openxmlformats.org/drawingml/2006/main" prst="rect">
            <a:avLst/>
          </a:prstGeom>
          <a:noFill xmlns:a="http://schemas.openxmlformats.org/drawingml/2006/main"/>
          <a:ln xmlns:a="http://schemas.openxmlformats.org/drawingml/2006/main" w="11430">
            <a:solidFill>
              <a:srgbClr val="4DE0B0"/>
            </a:solidFill>
          </a:ln>
        </p:spPr>
      </p:sp>
      <p:sp>
        <p:nvSpPr>
          <p:cNvPr id="163" name="capability_v1_s2_o161">
            <a:extLst xmlns:a="http://schemas.openxmlformats.org/drawingml/2006/main">
              <a:ext uri="{FF2B5EF4-FFF2-40B4-BE49-F238E27FC236}">
                <a16:creationId xmlns:a16="http://schemas.microsoft.com/office/drawing/2014/main" id="{E4E81EA2-2C01-42EB-B535-25B3366691F2}"/>
              </a:ext>
            </a:extLst>
          </p:cNvPr>
          <p:cNvSpPr>
            <a:spLocks xmlns:a="http://schemas.openxmlformats.org/drawingml/2006/main" noGrp="1"/>
          </p:cNvSpPr>
          <p:nvPr/>
        </p:nvSpPr>
        <p:spPr>
          <a:xfrm xmlns:a="http://schemas.openxmlformats.org/drawingml/2006/main">
            <a:off x="10401300" y="381635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4DE0B0"/>
            </a:solidFill>
            <a:prstDash val="solid"/>
          </a:ln>
        </p:spPr>
      </p:sp>
      <p:sp>
        <p:nvSpPr>
          <p:cNvPr id="164" name="capability_v1_s2_o162">
            <a:extLst xmlns:a="http://schemas.openxmlformats.org/drawingml/2006/main">
              <a:ext uri="{FF2B5EF4-FFF2-40B4-BE49-F238E27FC236}">
                <a16:creationId xmlns:a16="http://schemas.microsoft.com/office/drawing/2014/main" id="{61E0C90E-8E77-44E8-8107-801E1430C626}"/>
              </a:ext>
            </a:extLst>
          </p:cNvPr>
          <p:cNvSpPr>
            <a:spLocks xmlns:a="http://schemas.openxmlformats.org/drawingml/2006/main" noGrp="1"/>
          </p:cNvSpPr>
          <p:nvPr/>
        </p:nvSpPr>
        <p:spPr>
          <a:xfrm xmlns:a="http://schemas.openxmlformats.org/drawingml/2006/main">
            <a:off x="10401300" y="386715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4DE0B0"/>
            </a:solidFill>
            <a:prstDash val="solid"/>
          </a:ln>
        </p:spPr>
      </p:sp>
      <p:sp>
        <p:nvSpPr>
          <p:cNvPr id="165" name="capability_v1_s2_o163">
            <a:extLst xmlns:a="http://schemas.openxmlformats.org/drawingml/2006/main">
              <a:ext uri="{FF2B5EF4-FFF2-40B4-BE49-F238E27FC236}">
                <a16:creationId xmlns:a16="http://schemas.microsoft.com/office/drawing/2014/main" id="{88BAD326-49D7-4C7B-8780-7FB05C0669AC}"/>
              </a:ext>
            </a:extLst>
          </p:cNvPr>
          <p:cNvSpPr>
            <a:spLocks xmlns:a="http://schemas.openxmlformats.org/drawingml/2006/main" noGrp="1"/>
          </p:cNvSpPr>
          <p:nvPr/>
        </p:nvSpPr>
        <p:spPr>
          <a:xfrm xmlns:a="http://schemas.openxmlformats.org/drawingml/2006/main">
            <a:off x="10541000" y="3568700"/>
            <a:ext cx="13589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50" b="0">
                <a:solidFill>
                  <a:srgbClr val="4DE0B0"/>
                </a:solidFill>
                <a:latin typeface="Arial"/>
                <a:ea typeface="Arial"/>
                <a:cs typeface="Arial"/>
              </a:defRPr>
            </a:defPPr>
          </a:lstStyle>
          <a:p xmlns:a="http://schemas.openxmlformats.org/drawingml/2006/main">
            <a:pPr algn="ctr">
              <a:lnSpc>
                <a:spcPct val="108000"/>
              </a:lnSpc>
              <a:buNone/>
              <a:defRPr sz="950" b="0">
                <a:solidFill>
                  <a:srgbClr val="4DE0B0"/>
                </a:solidFill>
                <a:latin typeface="Arial"/>
                <a:ea typeface="Arial"/>
                <a:cs typeface="Arial"/>
              </a:defRPr>
            </a:pPr>
            <a:r>
              <a:rPr sz="950" b="0">
                <a:solidFill>
                  <a:srgbClr val="4DE0B0"/>
                </a:solidFill>
                <a:latin typeface="Arial"/>
                <a:ea typeface="Arial"/>
                <a:cs typeface="Arial"/>
              </a:rPr>
              <a:t>read-capability-dsl-</a:t>
            </a:r>
          </a:p>
          <a:p xmlns:a="http://schemas.openxmlformats.org/drawingml/2006/main">
            <a:pPr algn="ctr">
              <a:lnSpc>
                <a:spcPct val="108000"/>
              </a:lnSpc>
              <a:buNone/>
              <a:defRPr sz="950" b="0">
                <a:solidFill>
                  <a:srgbClr val="4DE0B0"/>
                </a:solidFill>
                <a:latin typeface="Arial"/>
                <a:ea typeface="Arial"/>
                <a:cs typeface="Arial"/>
              </a:defRPr>
            </a:pPr>
            <a:r>
              <a:rPr sz="950" b="0">
                <a:solidFill>
                  <a:srgbClr val="4DE0B0"/>
                </a:solidFill>
                <a:latin typeface="Arial"/>
                <a:ea typeface="Arial"/>
                <a:cs typeface="Arial"/>
              </a:rPr>
              <a:t>source-result.v1</a:t>
            </a:r>
          </a:p>
        </p:txBody>
      </p:sp>
      <p:sp>
        <p:nvSpPr>
          <p:cNvPr id="166" name="capability_v1_s2_o164">
            <a:extLst xmlns:a="http://schemas.openxmlformats.org/drawingml/2006/main">
              <a:ext uri="{FF2B5EF4-FFF2-40B4-BE49-F238E27FC236}">
                <a16:creationId xmlns:a16="http://schemas.microsoft.com/office/drawing/2014/main" id="{19D5839D-278E-4121-BFF5-1D7146282739}"/>
              </a:ext>
            </a:extLst>
          </p:cNvPr>
          <p:cNvSpPr>
            <a:spLocks xmlns:a="http://schemas.openxmlformats.org/drawingml/2006/main" noGrp="1"/>
          </p:cNvSpPr>
          <p:nvPr/>
        </p:nvSpPr>
        <p:spPr>
          <a:xfrm xmlns:a="http://schemas.openxmlformats.org/drawingml/2006/main">
            <a:off x="2695321" y="1510792"/>
            <a:ext cx="6735191" cy="779526"/>
          </a:xfrm>
          <a:prstGeom xmlns:a="http://schemas.openxmlformats.org/drawingml/2006/main" prst="roundRect">
            <a:avLst>
              <a:gd name="adj" fmla="val 13034"/>
            </a:avLst>
          </a:prstGeom>
          <a:solidFill xmlns:a="http://schemas.openxmlformats.org/drawingml/2006/main">
            <a:srgbClr val="020A14"/>
          </a:solidFill>
          <a:ln xmlns:a="http://schemas.openxmlformats.org/drawingml/2006/main" w="0">
            <a:noFill/>
          </a:ln>
        </p:spPr>
      </p:sp>
      <p:sp>
        <p:nvSpPr>
          <p:cNvPr id="167" name="capability_v1_s2_o165">
            <a:extLst xmlns:a="http://schemas.openxmlformats.org/drawingml/2006/main">
              <a:ext uri="{FF2B5EF4-FFF2-40B4-BE49-F238E27FC236}">
                <a16:creationId xmlns:a16="http://schemas.microsoft.com/office/drawing/2014/main" id="{C45074D1-A851-4DA1-82DD-F426BEBA72B9}"/>
              </a:ext>
            </a:extLst>
          </p:cNvPr>
          <p:cNvSpPr>
            <a:spLocks xmlns:a="http://schemas.openxmlformats.org/drawingml/2006/main" noGrp="1"/>
          </p:cNvSpPr>
          <p:nvPr/>
        </p:nvSpPr>
        <p:spPr>
          <a:xfrm xmlns:a="http://schemas.openxmlformats.org/drawingml/2006/main">
            <a:off x="2546477" y="1460500"/>
            <a:ext cx="6921246" cy="838200"/>
          </a:xfrm>
          <a:prstGeom xmlns:a="http://schemas.openxmlformats.org/drawingml/2006/main" prst="roundRect">
            <a:avLst>
              <a:gd name="adj" fmla="val 12121"/>
            </a:avLst>
          </a:prstGeom>
          <a:solidFill xmlns:a="http://schemas.openxmlformats.org/drawingml/2006/main">
            <a:srgbClr val="101A35"/>
          </a:solidFill>
          <a:ln xmlns:a="http://schemas.openxmlformats.org/drawingml/2006/main" w="20320">
            <a:solidFill>
              <a:srgbClr val="A98AF2"/>
            </a:solidFill>
          </a:ln>
        </p:spPr>
      </p:sp>
      <p:sp>
        <p:nvSpPr>
          <p:cNvPr id="168" name="capability_v1_s2_o166">
            <a:extLst xmlns:a="http://schemas.openxmlformats.org/drawingml/2006/main">
              <a:ext uri="{FF2B5EF4-FFF2-40B4-BE49-F238E27FC236}">
                <a16:creationId xmlns:a16="http://schemas.microsoft.com/office/drawing/2014/main" id="{B84045A2-3C3B-4393-A34C-05C6A951CCCE}"/>
              </a:ext>
            </a:extLst>
          </p:cNvPr>
          <p:cNvSpPr>
            <a:spLocks xmlns:a="http://schemas.openxmlformats.org/drawingml/2006/main" noGrp="1"/>
          </p:cNvSpPr>
          <p:nvPr/>
        </p:nvSpPr>
        <p:spPr>
          <a:xfrm xmlns:a="http://schemas.openxmlformats.org/drawingml/2006/main">
            <a:off x="2769743" y="1506601"/>
            <a:ext cx="6474714" cy="2347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169" name="capability_v1_s2_o167">
            <a:extLst xmlns:a="http://schemas.openxmlformats.org/drawingml/2006/main">
              <a:ext uri="{FF2B5EF4-FFF2-40B4-BE49-F238E27FC236}">
                <a16:creationId xmlns:a16="http://schemas.microsoft.com/office/drawing/2014/main" id="{EC14969A-2482-4F6E-946D-D06B855E8D2B}"/>
              </a:ext>
            </a:extLst>
          </p:cNvPr>
          <p:cNvSpPr>
            <a:spLocks xmlns:a="http://schemas.openxmlformats.org/drawingml/2006/main" noGrp="1"/>
          </p:cNvSpPr>
          <p:nvPr/>
        </p:nvSpPr>
        <p:spPr>
          <a:xfrm xmlns:a="http://schemas.openxmlformats.org/drawingml/2006/main">
            <a:off x="2286000" y="1678432"/>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0" name="capability_v1_s2_o168">
            <a:extLst xmlns:a="http://schemas.openxmlformats.org/drawingml/2006/main">
              <a:ext uri="{FF2B5EF4-FFF2-40B4-BE49-F238E27FC236}">
                <a16:creationId xmlns:a16="http://schemas.microsoft.com/office/drawing/2014/main" id="{5968B52A-395B-4159-B64C-44E4197F1C73}"/>
              </a:ext>
            </a:extLst>
          </p:cNvPr>
          <p:cNvSpPr>
            <a:spLocks xmlns:a="http://schemas.openxmlformats.org/drawingml/2006/main" noGrp="1"/>
          </p:cNvSpPr>
          <p:nvPr/>
        </p:nvSpPr>
        <p:spPr>
          <a:xfrm xmlns:a="http://schemas.openxmlformats.org/drawingml/2006/main">
            <a:off x="2286000" y="1879600"/>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1" name="capability_v1_s2_o169">
            <a:extLst xmlns:a="http://schemas.openxmlformats.org/drawingml/2006/main">
              <a:ext uri="{FF2B5EF4-FFF2-40B4-BE49-F238E27FC236}">
                <a16:creationId xmlns:a16="http://schemas.microsoft.com/office/drawing/2014/main" id="{8DD763C4-16CF-44C0-B495-E4DE90F875E9}"/>
              </a:ext>
            </a:extLst>
          </p:cNvPr>
          <p:cNvSpPr>
            <a:spLocks xmlns:a="http://schemas.openxmlformats.org/drawingml/2006/main" noGrp="1"/>
          </p:cNvSpPr>
          <p:nvPr/>
        </p:nvSpPr>
        <p:spPr>
          <a:xfrm xmlns:a="http://schemas.openxmlformats.org/drawingml/2006/main">
            <a:off x="2286000" y="2080768"/>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2" name="capability_v1_s2_o170">
            <a:extLst xmlns:a="http://schemas.openxmlformats.org/drawingml/2006/main">
              <a:ext uri="{FF2B5EF4-FFF2-40B4-BE49-F238E27FC236}">
                <a16:creationId xmlns:a16="http://schemas.microsoft.com/office/drawing/2014/main" id="{3454F98F-2FE0-41E1-BE55-68BB34E14694}"/>
              </a:ext>
            </a:extLst>
          </p:cNvPr>
          <p:cNvSpPr>
            <a:spLocks xmlns:a="http://schemas.openxmlformats.org/drawingml/2006/main" noGrp="1"/>
          </p:cNvSpPr>
          <p:nvPr/>
        </p:nvSpPr>
        <p:spPr>
          <a:xfrm xmlns:a="http://schemas.openxmlformats.org/drawingml/2006/main">
            <a:off x="9467723" y="1678432"/>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3" name="capability_v1_s2_o171">
            <a:extLst xmlns:a="http://schemas.openxmlformats.org/drawingml/2006/main">
              <a:ext uri="{FF2B5EF4-FFF2-40B4-BE49-F238E27FC236}">
                <a16:creationId xmlns:a16="http://schemas.microsoft.com/office/drawing/2014/main" id="{60418301-D8F7-4F1C-B65E-B17F0A3C218A}"/>
              </a:ext>
            </a:extLst>
          </p:cNvPr>
          <p:cNvSpPr>
            <a:spLocks xmlns:a="http://schemas.openxmlformats.org/drawingml/2006/main" noGrp="1"/>
          </p:cNvSpPr>
          <p:nvPr/>
        </p:nvSpPr>
        <p:spPr>
          <a:xfrm xmlns:a="http://schemas.openxmlformats.org/drawingml/2006/main">
            <a:off x="9467723" y="1879600"/>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4" name="capability_v1_s2_o172">
            <a:extLst xmlns:a="http://schemas.openxmlformats.org/drawingml/2006/main">
              <a:ext uri="{FF2B5EF4-FFF2-40B4-BE49-F238E27FC236}">
                <a16:creationId xmlns:a16="http://schemas.microsoft.com/office/drawing/2014/main" id="{46BF0106-2667-4787-9934-84E3BAFA1A60}"/>
              </a:ext>
            </a:extLst>
          </p:cNvPr>
          <p:cNvSpPr>
            <a:spLocks xmlns:a="http://schemas.openxmlformats.org/drawingml/2006/main" noGrp="1"/>
          </p:cNvSpPr>
          <p:nvPr/>
        </p:nvSpPr>
        <p:spPr>
          <a:xfrm xmlns:a="http://schemas.openxmlformats.org/drawingml/2006/main">
            <a:off x="9467723" y="2080768"/>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5" name="capability_v1_s2_o173">
            <a:extLst xmlns:a="http://schemas.openxmlformats.org/drawingml/2006/main">
              <a:ext uri="{FF2B5EF4-FFF2-40B4-BE49-F238E27FC236}">
                <a16:creationId xmlns:a16="http://schemas.microsoft.com/office/drawing/2014/main" id="{E73CBA30-E2DD-42F2-AB5C-40C0F27B9FEF}"/>
              </a:ext>
            </a:extLst>
          </p:cNvPr>
          <p:cNvSpPr>
            <a:spLocks xmlns:a="http://schemas.openxmlformats.org/drawingml/2006/main" noGrp="1"/>
          </p:cNvSpPr>
          <p:nvPr/>
        </p:nvSpPr>
        <p:spPr>
          <a:xfrm xmlns:a="http://schemas.openxmlformats.org/drawingml/2006/main">
            <a:off x="6007100" y="1460500"/>
            <a:ext cx="95" cy="16764"/>
          </a:xfrm>
          <a:custGeom xmlns:a="http://schemas.openxmlformats.org/drawingml/2006/main">
            <a:pathLst>
              <a:path w="95" h="16764">
                <a:moveTo>
                  <a:pt x="0" y="0"/>
                </a:moveTo>
                <a:lnTo>
                  <a:pt x="0" y="16764"/>
                </a:lnTo>
              </a:path>
            </a:pathLst>
          </a:custGeom>
          <a:noFill xmlns:a="http://schemas.openxmlformats.org/drawingml/2006/main"/>
          <a:ln xmlns:a="http://schemas.openxmlformats.org/drawingml/2006/main" w="15240">
            <a:solidFill>
              <a:srgbClr val="A98AF2"/>
            </a:solidFill>
            <a:prstDash val="solid"/>
          </a:ln>
        </p:spPr>
      </p:sp>
      <p:sp>
        <p:nvSpPr>
          <p:cNvPr id="176" name="capability_v1_s2_o174">
            <a:extLst xmlns:a="http://schemas.openxmlformats.org/drawingml/2006/main">
              <a:ext uri="{FF2B5EF4-FFF2-40B4-BE49-F238E27FC236}">
                <a16:creationId xmlns:a16="http://schemas.microsoft.com/office/drawing/2014/main" id="{72A50ED3-3D21-4ACF-912B-1F221D94734B}"/>
              </a:ext>
            </a:extLst>
          </p:cNvPr>
          <p:cNvSpPr>
            <a:spLocks xmlns:a="http://schemas.openxmlformats.org/drawingml/2006/main" noGrp="1"/>
          </p:cNvSpPr>
          <p:nvPr/>
        </p:nvSpPr>
        <p:spPr>
          <a:xfrm xmlns:a="http://schemas.openxmlformats.org/drawingml/2006/main">
            <a:off x="6007100" y="2265172"/>
            <a:ext cx="95" cy="33528"/>
          </a:xfrm>
          <a:custGeom xmlns:a="http://schemas.openxmlformats.org/drawingml/2006/main">
            <a:pathLst>
              <a:path w="95" h="33528">
                <a:moveTo>
                  <a:pt x="0" y="0"/>
                </a:moveTo>
                <a:lnTo>
                  <a:pt x="0" y="33528"/>
                </a:lnTo>
              </a:path>
            </a:pathLst>
          </a:custGeom>
          <a:noFill xmlns:a="http://schemas.openxmlformats.org/drawingml/2006/main"/>
          <a:ln xmlns:a="http://schemas.openxmlformats.org/drawingml/2006/main" w="15240">
            <a:solidFill>
              <a:srgbClr val="A98AF2"/>
            </a:solidFill>
            <a:prstDash val="solid"/>
          </a:ln>
        </p:spPr>
      </p:sp>
      <p:sp>
        <p:nvSpPr>
          <p:cNvPr id="177" name="capability_v1_s2_o175">
            <a:extLst xmlns:a="http://schemas.openxmlformats.org/drawingml/2006/main">
              <a:ext uri="{FF2B5EF4-FFF2-40B4-BE49-F238E27FC236}">
                <a16:creationId xmlns:a16="http://schemas.microsoft.com/office/drawing/2014/main" id="{6A4B64C2-A6BC-4525-A8FA-D9DF17B4DCDE}"/>
              </a:ext>
            </a:extLst>
          </p:cNvPr>
          <p:cNvSpPr>
            <a:spLocks xmlns:a="http://schemas.openxmlformats.org/drawingml/2006/main" noGrp="1"/>
          </p:cNvSpPr>
          <p:nvPr/>
        </p:nvSpPr>
        <p:spPr>
          <a:xfrm xmlns:a="http://schemas.openxmlformats.org/drawingml/2006/main">
            <a:off x="2286000" y="1485900"/>
            <a:ext cx="7442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A98AF2"/>
                </a:solidFill>
                <a:latin typeface="Arial"/>
                <a:ea typeface="Arial"/>
                <a:cs typeface="Arial"/>
              </a:defRPr>
            </a:defPPr>
          </a:lstStyle>
          <a:p xmlns:a="http://schemas.openxmlformats.org/drawingml/2006/main">
            <a:pPr algn="ctr">
              <a:lnSpc>
                <a:spcPct val="108000"/>
              </a:lnSpc>
              <a:buNone/>
              <a:defRPr sz="1000" b="1">
                <a:solidFill>
                  <a:srgbClr val="A98AF2"/>
                </a:solidFill>
                <a:latin typeface="Arial"/>
                <a:ea typeface="Arial"/>
                <a:cs typeface="Arial"/>
              </a:defRPr>
            </a:pPr>
            <a:r>
              <a:rPr sz="1000" b="1">
                <a:solidFill>
                  <a:srgbClr val="A98AF2"/>
                </a:solidFill>
                <a:latin typeface="Arial"/>
                <a:ea typeface="Arial"/>
                <a:cs typeface="Arial"/>
              </a:rPr>
              <a:t>PROVIDER</a:t>
            </a:r>
          </a:p>
        </p:txBody>
      </p:sp>
      <p:sp>
        <p:nvSpPr>
          <p:cNvPr id="178" name="capability_v1_s2_o176">
            <a:extLst xmlns:a="http://schemas.openxmlformats.org/drawingml/2006/main">
              <a:ext uri="{FF2B5EF4-FFF2-40B4-BE49-F238E27FC236}">
                <a16:creationId xmlns:a16="http://schemas.microsoft.com/office/drawing/2014/main" id="{F805323F-F8E7-47CC-8E9D-989195ED2DB4}"/>
              </a:ext>
            </a:extLst>
          </p:cNvPr>
          <p:cNvSpPr>
            <a:spLocks xmlns:a="http://schemas.openxmlformats.org/drawingml/2006/main" noGrp="1"/>
          </p:cNvSpPr>
          <p:nvPr/>
        </p:nvSpPr>
        <p:spPr>
          <a:xfrm xmlns:a="http://schemas.openxmlformats.org/drawingml/2006/main">
            <a:off x="2286000" y="1752600"/>
            <a:ext cx="74422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4F7FB"/>
                </a:solidFill>
                <a:latin typeface="Arial"/>
                <a:ea typeface="Arial"/>
                <a:cs typeface="Arial"/>
              </a:defRPr>
            </a:defPPr>
          </a:lstStyle>
          <a:p xmlns:a="http://schemas.openxmlformats.org/drawingml/2006/main">
            <a:pPr algn="ctr">
              <a:lnSpc>
                <a:spcPct val="108000"/>
              </a:lnSpc>
              <a:buNone/>
              <a:defRPr sz="1000" b="1">
                <a:solidFill>
                  <a:srgbClr val="F4F7FB"/>
                </a:solidFill>
                <a:latin typeface="Arial"/>
                <a:ea typeface="Arial"/>
                <a:cs typeface="Arial"/>
              </a:defRPr>
            </a:pPr>
            <a:r>
              <a:rPr sz="1000" b="1">
                <a:solidFill>
                  <a:srgbClr val="F4F7FB"/>
                </a:solidFill>
                <a:latin typeface="Arial"/>
                <a:ea typeface="Arial"/>
                <a:cs typeface="Arial"/>
                <a:hlinkClick xmlns:r="http://schemas.openxmlformats.org/officeDocument/2006/relationships" r:id="Re297ef6e1e724a18" action="ppaction://hlinksldjump"/>
              </a:rPr>
              <a:t>Declared Read Graph Provider (query runner)</a:t>
            </a:r>
          </a:p>
        </p:txBody>
      </p:sp>
      <p:sp>
        <p:nvSpPr>
          <p:cNvPr id="179" name="capability_v1_s2_o177">
            <a:extLst xmlns:a="http://schemas.openxmlformats.org/drawingml/2006/main">
              <a:ext uri="{FF2B5EF4-FFF2-40B4-BE49-F238E27FC236}">
                <a16:creationId xmlns:a16="http://schemas.microsoft.com/office/drawing/2014/main" id="{7E597DE0-3552-40C2-AF41-C9758632B326}"/>
              </a:ext>
            </a:extLst>
          </p:cNvPr>
          <p:cNvSpPr>
            <a:spLocks xmlns:a="http://schemas.openxmlformats.org/drawingml/2006/main" noGrp="1"/>
          </p:cNvSpPr>
          <p:nvPr/>
        </p:nvSpPr>
        <p:spPr>
          <a:xfrm xmlns:a="http://schemas.openxmlformats.org/drawingml/2006/main">
            <a:off x="6007100" y="2298700"/>
            <a:ext cx="95" cy="584200"/>
          </a:xfrm>
          <a:custGeom xmlns:a="http://schemas.openxmlformats.org/drawingml/2006/main">
            <a:pathLst>
              <a:path w="95" h="584200">
                <a:moveTo>
                  <a:pt x="0" y="584200"/>
                </a:moveTo>
                <a:lnTo>
                  <a:pt x="0" y="0"/>
                </a:lnTo>
              </a:path>
            </a:pathLst>
          </a:custGeom>
          <a:noFill xmlns:a="http://schemas.openxmlformats.org/drawingml/2006/main"/>
          <a:ln xmlns:a="http://schemas.openxmlformats.org/drawingml/2006/main" w="12700">
            <a:solidFill>
              <a:srgbClr val="A98AF2"/>
            </a:solidFill>
            <a:prstDash val="solid"/>
          </a:ln>
        </p:spPr>
      </p:sp>
      <p:sp>
        <p:nvSpPr>
          <p:cNvPr id="180" name="capability_v1_s2_o178">
            <a:extLst xmlns:a="http://schemas.openxmlformats.org/drawingml/2006/main">
              <a:ext uri="{FF2B5EF4-FFF2-40B4-BE49-F238E27FC236}">
                <a16:creationId xmlns:a16="http://schemas.microsoft.com/office/drawing/2014/main" id="{AE564734-7859-4B65-A2C8-FE5ED7A4F00F}"/>
              </a:ext>
            </a:extLst>
          </p:cNvPr>
          <p:cNvSpPr>
            <a:spLocks xmlns:a="http://schemas.openxmlformats.org/drawingml/2006/main" noGrp="1"/>
          </p:cNvSpPr>
          <p:nvPr/>
        </p:nvSpPr>
        <p:spPr>
          <a:xfrm xmlns:a="http://schemas.openxmlformats.org/drawingml/2006/main">
            <a:off x="5981700" y="22733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1" name="capability_v1_s2_o179">
            <a:extLst xmlns:a="http://schemas.openxmlformats.org/drawingml/2006/main">
              <a:ext uri="{FF2B5EF4-FFF2-40B4-BE49-F238E27FC236}">
                <a16:creationId xmlns:a16="http://schemas.microsoft.com/office/drawing/2014/main" id="{BEECB7F7-5E9C-44C0-BFE4-B752C03DA7F7}"/>
              </a:ext>
            </a:extLst>
          </p:cNvPr>
          <p:cNvSpPr>
            <a:spLocks xmlns:a="http://schemas.openxmlformats.org/drawingml/2006/main" noGrp="1"/>
          </p:cNvSpPr>
          <p:nvPr/>
        </p:nvSpPr>
        <p:spPr>
          <a:xfrm xmlns:a="http://schemas.openxmlformats.org/drawingml/2006/main">
            <a:off x="5981700" y="28575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2" name="capability_v1_s2_o180">
            <a:extLst xmlns:a="http://schemas.openxmlformats.org/drawingml/2006/main">
              <a:ext uri="{FF2B5EF4-FFF2-40B4-BE49-F238E27FC236}">
                <a16:creationId xmlns:a16="http://schemas.microsoft.com/office/drawing/2014/main" id="{A66B9F3C-BA07-4B43-856C-B527DD5100A5}"/>
              </a:ext>
            </a:extLst>
          </p:cNvPr>
          <p:cNvSpPr>
            <a:spLocks xmlns:a="http://schemas.openxmlformats.org/drawingml/2006/main" noGrp="1"/>
          </p:cNvSpPr>
          <p:nvPr/>
        </p:nvSpPr>
        <p:spPr>
          <a:xfrm xmlns:a="http://schemas.openxmlformats.org/drawingml/2006/main">
            <a:off x="6096000" y="3683000"/>
            <a:ext cx="95" cy="787400"/>
          </a:xfrm>
          <a:custGeom xmlns:a="http://schemas.openxmlformats.org/drawingml/2006/main">
            <a:pathLst>
              <a:path w="95" h="787400">
                <a:moveTo>
                  <a:pt x="0" y="787400"/>
                </a:moveTo>
                <a:lnTo>
                  <a:pt x="0" y="0"/>
                </a:lnTo>
              </a:path>
            </a:pathLst>
          </a:custGeom>
          <a:noFill xmlns:a="http://schemas.openxmlformats.org/drawingml/2006/main"/>
          <a:ln xmlns:a="http://schemas.openxmlformats.org/drawingml/2006/main" w="12700">
            <a:solidFill>
              <a:srgbClr val="A98AF2"/>
            </a:solidFill>
            <a:prstDash val="solid"/>
          </a:ln>
        </p:spPr>
      </p:sp>
      <p:sp>
        <p:nvSpPr>
          <p:cNvPr id="183" name="capability_v1_s2_o181">
            <a:extLst xmlns:a="http://schemas.openxmlformats.org/drawingml/2006/main">
              <a:ext uri="{FF2B5EF4-FFF2-40B4-BE49-F238E27FC236}">
                <a16:creationId xmlns:a16="http://schemas.microsoft.com/office/drawing/2014/main" id="{C9302E82-7148-491A-AFF1-2B495BC2892E}"/>
              </a:ext>
            </a:extLst>
          </p:cNvPr>
          <p:cNvSpPr>
            <a:spLocks xmlns:a="http://schemas.openxmlformats.org/drawingml/2006/main" noGrp="1"/>
          </p:cNvSpPr>
          <p:nvPr/>
        </p:nvSpPr>
        <p:spPr>
          <a:xfrm xmlns:a="http://schemas.openxmlformats.org/drawingml/2006/main">
            <a:off x="6007100" y="3683000"/>
            <a:ext cx="88900" cy="95"/>
          </a:xfrm>
          <a:custGeom xmlns:a="http://schemas.openxmlformats.org/drawingml/2006/main">
            <a:pathLst>
              <a:path w="88900" h="95">
                <a:moveTo>
                  <a:pt x="88900" y="0"/>
                </a:moveTo>
                <a:lnTo>
                  <a:pt x="0" y="0"/>
                </a:lnTo>
              </a:path>
            </a:pathLst>
          </a:custGeom>
          <a:noFill xmlns:a="http://schemas.openxmlformats.org/drawingml/2006/main"/>
          <a:ln xmlns:a="http://schemas.openxmlformats.org/drawingml/2006/main" w="12700">
            <a:solidFill>
              <a:srgbClr val="A98AF2"/>
            </a:solidFill>
            <a:prstDash val="solid"/>
          </a:ln>
        </p:spPr>
      </p:sp>
      <p:sp>
        <p:nvSpPr>
          <p:cNvPr id="184" name="capability_v1_s2_o182">
            <a:extLst xmlns:a="http://schemas.openxmlformats.org/drawingml/2006/main">
              <a:ext uri="{FF2B5EF4-FFF2-40B4-BE49-F238E27FC236}">
                <a16:creationId xmlns:a16="http://schemas.microsoft.com/office/drawing/2014/main" id="{B218C569-F96A-4A29-828E-20068D0FE68B}"/>
              </a:ext>
            </a:extLst>
          </p:cNvPr>
          <p:cNvSpPr>
            <a:spLocks xmlns:a="http://schemas.openxmlformats.org/drawingml/2006/main" noGrp="1"/>
          </p:cNvSpPr>
          <p:nvPr/>
        </p:nvSpPr>
        <p:spPr>
          <a:xfrm xmlns:a="http://schemas.openxmlformats.org/drawingml/2006/main">
            <a:off x="6007100" y="3225800"/>
            <a:ext cx="95" cy="457200"/>
          </a:xfrm>
          <a:custGeom xmlns:a="http://schemas.openxmlformats.org/drawingml/2006/main">
            <a:pathLst>
              <a:path w="95" h="457200">
                <a:moveTo>
                  <a:pt x="0" y="457200"/>
                </a:moveTo>
                <a:lnTo>
                  <a:pt x="0" y="0"/>
                </a:lnTo>
              </a:path>
            </a:pathLst>
          </a:custGeom>
          <a:noFill xmlns:a="http://schemas.openxmlformats.org/drawingml/2006/main"/>
          <a:ln xmlns:a="http://schemas.openxmlformats.org/drawingml/2006/main" w="12700">
            <a:solidFill>
              <a:srgbClr val="A98AF2"/>
            </a:solidFill>
            <a:prstDash val="solid"/>
          </a:ln>
        </p:spPr>
      </p:sp>
      <p:sp>
        <p:nvSpPr>
          <p:cNvPr id="185" name="capability_v1_s2_o183">
            <a:extLst xmlns:a="http://schemas.openxmlformats.org/drawingml/2006/main">
              <a:ext uri="{FF2B5EF4-FFF2-40B4-BE49-F238E27FC236}">
                <a16:creationId xmlns:a16="http://schemas.microsoft.com/office/drawing/2014/main" id="{FFBBCC00-A9F6-4CA9-9E6F-4C6BBF7ED2FB}"/>
              </a:ext>
            </a:extLst>
          </p:cNvPr>
          <p:cNvSpPr>
            <a:spLocks xmlns:a="http://schemas.openxmlformats.org/drawingml/2006/main" noGrp="1"/>
          </p:cNvSpPr>
          <p:nvPr/>
        </p:nvSpPr>
        <p:spPr>
          <a:xfrm xmlns:a="http://schemas.openxmlformats.org/drawingml/2006/main">
            <a:off x="6070600" y="44450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6" name="capability_v1_s2_o184">
            <a:extLst xmlns:a="http://schemas.openxmlformats.org/drawingml/2006/main">
              <a:ext uri="{FF2B5EF4-FFF2-40B4-BE49-F238E27FC236}">
                <a16:creationId xmlns:a16="http://schemas.microsoft.com/office/drawing/2014/main" id="{34B428A9-2830-432C-B163-180E99F44DFB}"/>
              </a:ext>
            </a:extLst>
          </p:cNvPr>
          <p:cNvSpPr>
            <a:spLocks xmlns:a="http://schemas.openxmlformats.org/drawingml/2006/main" noGrp="1"/>
          </p:cNvSpPr>
          <p:nvPr/>
        </p:nvSpPr>
        <p:spPr>
          <a:xfrm xmlns:a="http://schemas.openxmlformats.org/drawingml/2006/main">
            <a:off x="5981700" y="32004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7" name="capability_v1_s2_o185">
            <a:extLst xmlns:a="http://schemas.openxmlformats.org/drawingml/2006/main">
              <a:ext uri="{FF2B5EF4-FFF2-40B4-BE49-F238E27FC236}">
                <a16:creationId xmlns:a16="http://schemas.microsoft.com/office/drawing/2014/main" id="{8E1A7A58-9916-436C-9CF9-8ECB418038B7}"/>
              </a:ext>
            </a:extLst>
          </p:cNvPr>
          <p:cNvSpPr>
            <a:spLocks xmlns:a="http://schemas.openxmlformats.org/drawingml/2006/main" noGrp="1"/>
          </p:cNvSpPr>
          <p:nvPr/>
        </p:nvSpPr>
        <p:spPr>
          <a:xfrm xmlns:a="http://schemas.openxmlformats.org/drawingml/2006/main">
            <a:off x="5207000" y="2882900"/>
            <a:ext cx="1600200" cy="342900"/>
          </a:xfrm>
          <a:prstGeom xmlns:a="http://schemas.openxmlformats.org/drawingml/2006/main" prst="roundRect">
            <a:avLst>
              <a:gd name="adj" fmla="val 29630"/>
            </a:avLst>
          </a:prstGeom>
          <a:solidFill xmlns:a="http://schemas.openxmlformats.org/drawingml/2006/main">
            <a:srgbClr val="04263A"/>
          </a:solidFill>
          <a:ln xmlns:a="http://schemas.openxmlformats.org/drawingml/2006/main" w="12383">
            <a:solidFill>
              <a:srgbClr val="45A7FF"/>
            </a:solidFill>
          </a:ln>
        </p:spPr>
      </p:sp>
      <p:sp>
        <p:nvSpPr>
          <p:cNvPr id="188" name="capability_v1_s2_o186">
            <a:extLst xmlns:a="http://schemas.openxmlformats.org/drawingml/2006/main">
              <a:ext uri="{FF2B5EF4-FFF2-40B4-BE49-F238E27FC236}">
                <a16:creationId xmlns:a16="http://schemas.microsoft.com/office/drawing/2014/main" id="{7A444049-88E4-4329-8DD7-CA8E1FC7C3B4}"/>
              </a:ext>
            </a:extLst>
          </p:cNvPr>
          <p:cNvSpPr>
            <a:spLocks xmlns:a="http://schemas.openxmlformats.org/drawingml/2006/main" noGrp="1"/>
          </p:cNvSpPr>
          <p:nvPr/>
        </p:nvSpPr>
        <p:spPr>
          <a:xfrm xmlns:a="http://schemas.openxmlformats.org/drawingml/2006/main">
            <a:off x="5527040" y="2896616"/>
            <a:ext cx="95" cy="315468"/>
          </a:xfrm>
          <a:custGeom xmlns:a="http://schemas.openxmlformats.org/drawingml/2006/main">
            <a:pathLst>
              <a:path w="95" h="315468">
                <a:moveTo>
                  <a:pt x="0" y="0"/>
                </a:moveTo>
                <a:lnTo>
                  <a:pt x="0" y="315468"/>
                </a:lnTo>
              </a:path>
            </a:pathLst>
          </a:custGeom>
          <a:noFill xmlns:a="http://schemas.openxmlformats.org/drawingml/2006/main"/>
          <a:ln xmlns:a="http://schemas.openxmlformats.org/drawingml/2006/main" w="6350">
            <a:solidFill>
              <a:srgbClr val="45A7FF"/>
            </a:solidFill>
            <a:prstDash val="solid"/>
          </a:ln>
        </p:spPr>
      </p:sp>
      <p:sp>
        <p:nvSpPr>
          <p:cNvPr id="189" name="capability_v1_s2_o187">
            <a:extLst xmlns:a="http://schemas.openxmlformats.org/drawingml/2006/main">
              <a:ext uri="{FF2B5EF4-FFF2-40B4-BE49-F238E27FC236}">
                <a16:creationId xmlns:a16="http://schemas.microsoft.com/office/drawing/2014/main" id="{5BB1CF8D-C2FE-4386-BFA5-B1928BE3BE21}"/>
              </a:ext>
            </a:extLst>
          </p:cNvPr>
          <p:cNvSpPr>
            <a:spLocks xmlns:a="http://schemas.openxmlformats.org/drawingml/2006/main" noGrp="1"/>
          </p:cNvSpPr>
          <p:nvPr/>
        </p:nvSpPr>
        <p:spPr>
          <a:xfrm xmlns:a="http://schemas.openxmlformats.org/drawingml/2006/main">
            <a:off x="5105400" y="2921000"/>
            <a:ext cx="5232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45A7FF"/>
                </a:solidFill>
                <a:latin typeface="Arial"/>
                <a:ea typeface="Arial"/>
                <a:cs typeface="Arial"/>
              </a:defRPr>
            </a:defPPr>
          </a:lstStyle>
          <a:p xmlns:a="http://schemas.openxmlformats.org/drawingml/2006/main">
            <a:pPr algn="ctr">
              <a:lnSpc>
                <a:spcPct val="108000"/>
              </a:lnSpc>
              <a:buNone/>
              <a:defRPr sz="800" b="1">
                <a:solidFill>
                  <a:srgbClr val="45A7FF"/>
                </a:solidFill>
                <a:latin typeface="Arial"/>
                <a:ea typeface="Arial"/>
                <a:cs typeface="Arial"/>
              </a:defRPr>
            </a:pPr>
            <a:r>
              <a:rPr sz="800" b="1">
                <a:solidFill>
                  <a:srgbClr val="45A7FF"/>
                </a:solidFill>
                <a:latin typeface="Arial"/>
                <a:ea typeface="Arial"/>
                <a:cs typeface="Arial"/>
              </a:rPr>
              <a:t>01</a:t>
            </a:r>
          </a:p>
        </p:txBody>
      </p:sp>
      <p:sp>
        <p:nvSpPr>
          <p:cNvPr id="190" name="capability_v1_s2_o188">
            <a:extLst xmlns:a="http://schemas.openxmlformats.org/drawingml/2006/main">
              <a:ext uri="{FF2B5EF4-FFF2-40B4-BE49-F238E27FC236}">
                <a16:creationId xmlns:a16="http://schemas.microsoft.com/office/drawing/2014/main" id="{74A213EC-0356-4228-979F-EF1A7544AB8D}"/>
              </a:ext>
            </a:extLst>
          </p:cNvPr>
          <p:cNvSpPr>
            <a:spLocks xmlns:a="http://schemas.openxmlformats.org/drawingml/2006/main" noGrp="1"/>
          </p:cNvSpPr>
          <p:nvPr/>
        </p:nvSpPr>
        <p:spPr>
          <a:xfrm xmlns:a="http://schemas.openxmlformats.org/drawingml/2006/main">
            <a:off x="5527040" y="2889758"/>
            <a:ext cx="1248156"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00" b="0">
                <a:solidFill>
                  <a:srgbClr val="F4F7FB"/>
                </a:solidFill>
                <a:latin typeface="Arial"/>
                <a:ea typeface="Arial"/>
                <a:cs typeface="Arial"/>
              </a:defRPr>
            </a:defPPr>
          </a:lstStyle>
          <a:p xmlns:a="http://schemas.openxmlformats.org/drawingml/2006/main">
            <a:pPr algn="ctr">
              <a:lnSpc>
                <a:spcPct val="108000"/>
              </a:lnSpc>
              <a:buNone/>
              <a:defRPr sz="900" b="0">
                <a:solidFill>
                  <a:srgbClr val="F4F7FB"/>
                </a:solidFill>
                <a:latin typeface="Arial"/>
                <a:ea typeface="Arial"/>
                <a:cs typeface="Arial"/>
              </a:defRPr>
            </a:pPr>
            <a:r>
              <a:rPr sz="900" b="0">
                <a:solidFill>
                  <a:srgbClr val="F4F7FB"/>
                </a:solidFill>
                <a:latin typeface="Arial"/>
                <a:ea typeface="Arial"/>
                <a:cs typeface="Arial"/>
                <a:hlinkClick xmlns:r="http://schemas.openxmlformats.org/officeDocument/2006/relationships" r:id="Rf3c829291359401f" action="ppaction://hlinksldjump"/>
              </a:rPr>
              <a:t>capability read</a:t>
            </a:r>
          </a:p>
        </p:txBody>
      </p:sp>
      <p:sp>
        <p:nvSpPr>
          <p:cNvPr id="191" name="capability_v1_s2_o189">
            <a:extLst xmlns:a="http://schemas.openxmlformats.org/drawingml/2006/main">
              <a:ext uri="{FF2B5EF4-FFF2-40B4-BE49-F238E27FC236}">
                <a16:creationId xmlns:a16="http://schemas.microsoft.com/office/drawing/2014/main" id="{137302CE-DA5D-4520-8031-B91D116E0E0D}"/>
              </a:ext>
            </a:extLst>
          </p:cNvPr>
          <p:cNvSpPr>
            <a:spLocks xmlns:a="http://schemas.openxmlformats.org/drawingml/2006/main" noGrp="1"/>
          </p:cNvSpPr>
          <p:nvPr/>
        </p:nvSpPr>
        <p:spPr>
          <a:xfrm xmlns:a="http://schemas.openxmlformats.org/drawingml/2006/main">
            <a:off x="2286000" y="3860800"/>
            <a:ext cx="762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45A7FF"/>
                </a:solidFill>
                <a:latin typeface="Arial"/>
                <a:ea typeface="Arial"/>
                <a:cs typeface="Arial"/>
              </a:defRPr>
            </a:defPPr>
          </a:lstStyle>
          <a:p xmlns:a="http://schemas.openxmlformats.org/drawingml/2006/main">
            <a:pPr algn="ctr">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hlinkClick xmlns:r="http://schemas.openxmlformats.org/officeDocument/2006/relationships" r:id="R9de75dcac81f4ce6" action="ppaction://hlinksldjump"/>
              </a:rPr>
              <a:t>read capability dsl source requested</a:t>
            </a:r>
          </a:p>
        </p:txBody>
      </p:sp>
      <p:sp>
        <p:nvSpPr>
          <p:cNvPr id="192" name="capability_v1_s2_o190">
            <a:extLst xmlns:a="http://schemas.openxmlformats.org/drawingml/2006/main">
              <a:ext uri="{FF2B5EF4-FFF2-40B4-BE49-F238E27FC236}">
                <a16:creationId xmlns:a16="http://schemas.microsoft.com/office/drawing/2014/main" id="{BAA71DFC-EBE2-4947-B922-6E187ABA67E5}"/>
              </a:ext>
            </a:extLst>
          </p:cNvPr>
          <p:cNvSpPr>
            <a:spLocks xmlns:a="http://schemas.openxmlformats.org/drawingml/2006/main" noGrp="1"/>
          </p:cNvSpPr>
          <p:nvPr/>
        </p:nvSpPr>
        <p:spPr>
          <a:xfrm xmlns:a="http://schemas.openxmlformats.org/drawingml/2006/main">
            <a:off x="2286000" y="4191000"/>
            <a:ext cx="7620000" cy="800100"/>
          </a:xfrm>
          <a:prstGeom xmlns:a="http://schemas.openxmlformats.org/drawingml/2006/main" prst="roundRect">
            <a:avLst>
              <a:gd name="adj" fmla="val 12698"/>
            </a:avLst>
          </a:prstGeom>
          <a:noFill xmlns:a="http://schemas.openxmlformats.org/drawingml/2006/main"/>
          <a:ln xmlns:a="http://schemas.openxmlformats.org/drawingml/2006/main" w="12700">
            <a:solidFill>
              <a:srgbClr val="45A7FF"/>
            </a:solidFill>
          </a:ln>
        </p:spPr>
      </p:sp>
      <p:sp>
        <p:nvSpPr>
          <p:cNvPr id="193" name="capability_v1_s2_o191">
            <a:extLst xmlns:a="http://schemas.openxmlformats.org/drawingml/2006/main">
              <a:ext uri="{FF2B5EF4-FFF2-40B4-BE49-F238E27FC236}">
                <a16:creationId xmlns:a16="http://schemas.microsoft.com/office/drawing/2014/main" id="{2260C7C4-0AFD-4648-AC3B-E1C2B59C10CE}"/>
              </a:ext>
            </a:extLst>
          </p:cNvPr>
          <p:cNvSpPr>
            <a:spLocks xmlns:a="http://schemas.openxmlformats.org/drawingml/2006/main" noGrp="1"/>
          </p:cNvSpPr>
          <p:nvPr/>
        </p:nvSpPr>
        <p:spPr>
          <a:xfrm xmlns:a="http://schemas.openxmlformats.org/drawingml/2006/main">
            <a:off x="2336800" y="4203700"/>
            <a:ext cx="7493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45A7FF"/>
                </a:solidFill>
                <a:latin typeface="Arial"/>
                <a:ea typeface="Arial"/>
                <a:cs typeface="Arial"/>
              </a:defRPr>
            </a:defPPr>
          </a:lstStyle>
          <a:p xmlns:a="http://schemas.openxmlformats.org/drawingml/2006/main">
            <a:pPr algn="ctr">
              <a:lnSpc>
                <a:spcPct val="108000"/>
              </a:lnSpc>
              <a:buNone/>
              <a:defRPr sz="800" b="0">
                <a:solidFill>
                  <a:srgbClr val="45A7FF"/>
                </a:solidFill>
                <a:latin typeface="Arial"/>
                <a:ea typeface="Arial"/>
                <a:cs typeface="Arial"/>
              </a:defRPr>
            </a:pPr>
            <a:r>
              <a:rPr sz="800" b="0">
                <a:solidFill>
                  <a:srgbClr val="45A7FF"/>
                </a:solidFill>
                <a:latin typeface="Arial"/>
                <a:ea typeface="Arial"/>
                <a:cs typeface="Arial"/>
              </a:rPr>
              <a:t>Execution · operations 1–1 / 1</a:t>
            </a:r>
          </a:p>
        </p:txBody>
      </p:sp>
      <p:sp>
        <p:nvSpPr>
          <p:cNvPr id="194" name="capability_v1_s2_o192">
            <a:extLst xmlns:a="http://schemas.openxmlformats.org/drawingml/2006/main">
              <a:ext uri="{FF2B5EF4-FFF2-40B4-BE49-F238E27FC236}">
                <a16:creationId xmlns:a16="http://schemas.microsoft.com/office/drawing/2014/main" id="{462A2FF7-C42D-424C-9C99-E73C80C684A0}"/>
              </a:ext>
            </a:extLst>
          </p:cNvPr>
          <p:cNvSpPr>
            <a:spLocks xmlns:a="http://schemas.openxmlformats.org/drawingml/2006/main" noGrp="1"/>
          </p:cNvSpPr>
          <p:nvPr/>
        </p:nvSpPr>
        <p:spPr>
          <a:xfrm xmlns:a="http://schemas.openxmlformats.org/drawingml/2006/main">
            <a:off x="2413000" y="4470400"/>
            <a:ext cx="7366000" cy="431800"/>
          </a:xfrm>
          <a:prstGeom xmlns:a="http://schemas.openxmlformats.org/drawingml/2006/main" prst="roundRect">
            <a:avLst>
              <a:gd name="adj" fmla="val 23529"/>
            </a:avLst>
          </a:prstGeom>
          <a:solidFill xmlns:a="http://schemas.openxmlformats.org/drawingml/2006/main">
            <a:srgbClr val="04263A"/>
          </a:solidFill>
          <a:ln xmlns:a="http://schemas.openxmlformats.org/drawingml/2006/main" w="16510">
            <a:solidFill>
              <a:srgbClr val="45A7FF"/>
            </a:solidFill>
          </a:ln>
        </p:spPr>
      </p:sp>
      <p:sp>
        <p:nvSpPr>
          <p:cNvPr id="195" name="capability_v1_s2_o193">
            <a:extLst xmlns:a="http://schemas.openxmlformats.org/drawingml/2006/main">
              <a:ext uri="{FF2B5EF4-FFF2-40B4-BE49-F238E27FC236}">
                <a16:creationId xmlns:a16="http://schemas.microsoft.com/office/drawing/2014/main" id="{5FBBA1A7-AB9C-4EA1-9795-40310DEF52DB}"/>
              </a:ext>
            </a:extLst>
          </p:cNvPr>
          <p:cNvSpPr>
            <a:spLocks xmlns:a="http://schemas.openxmlformats.org/drawingml/2006/main" noGrp="1"/>
          </p:cNvSpPr>
          <p:nvPr/>
        </p:nvSpPr>
        <p:spPr>
          <a:xfrm xmlns:a="http://schemas.openxmlformats.org/drawingml/2006/main">
            <a:off x="3886200" y="4487672"/>
            <a:ext cx="95" cy="397256"/>
          </a:xfrm>
          <a:custGeom xmlns:a="http://schemas.openxmlformats.org/drawingml/2006/main">
            <a:pathLst>
              <a:path w="95" h="397256">
                <a:moveTo>
                  <a:pt x="0" y="0"/>
                </a:moveTo>
                <a:lnTo>
                  <a:pt x="0" y="397256"/>
                </a:lnTo>
              </a:path>
            </a:pathLst>
          </a:custGeom>
          <a:noFill xmlns:a="http://schemas.openxmlformats.org/drawingml/2006/main"/>
          <a:ln xmlns:a="http://schemas.openxmlformats.org/drawingml/2006/main" w="7620">
            <a:solidFill>
              <a:srgbClr val="45A7FF"/>
            </a:solidFill>
            <a:prstDash val="solid"/>
          </a:ln>
        </p:spPr>
      </p:sp>
      <p:sp>
        <p:nvSpPr>
          <p:cNvPr id="196" name="capability_v1_s2_o194">
            <a:extLst xmlns:a="http://schemas.openxmlformats.org/drawingml/2006/main">
              <a:ext uri="{FF2B5EF4-FFF2-40B4-BE49-F238E27FC236}">
                <a16:creationId xmlns:a16="http://schemas.microsoft.com/office/drawing/2014/main" id="{6E46971E-5582-4838-BB60-8AE7EE91F538}"/>
              </a:ext>
            </a:extLst>
          </p:cNvPr>
          <p:cNvSpPr>
            <a:spLocks xmlns:a="http://schemas.openxmlformats.org/drawingml/2006/main" noGrp="1"/>
          </p:cNvSpPr>
          <p:nvPr/>
        </p:nvSpPr>
        <p:spPr>
          <a:xfrm xmlns:a="http://schemas.openxmlformats.org/drawingml/2006/main">
            <a:off x="2311400" y="4556760"/>
            <a:ext cx="16764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45A7FF"/>
                </a:solidFill>
                <a:latin typeface="Arial"/>
                <a:ea typeface="Arial"/>
                <a:cs typeface="Arial"/>
              </a:defRPr>
            </a:defPPr>
          </a:lstStyle>
          <a:p xmlns:a="http://schemas.openxmlformats.org/drawingml/2006/main">
            <a:pPr algn="ctr">
              <a:lnSpc>
                <a:spcPct val="108000"/>
              </a:lnSpc>
              <a:buNone/>
              <a:defRPr sz="800" b="1">
                <a:solidFill>
                  <a:srgbClr val="45A7FF"/>
                </a:solidFill>
                <a:latin typeface="Arial"/>
                <a:ea typeface="Arial"/>
                <a:cs typeface="Arial"/>
              </a:defRPr>
            </a:pPr>
            <a:r>
              <a:rPr sz="800" b="1">
                <a:solidFill>
                  <a:srgbClr val="45A7FF"/>
                </a:solidFill>
                <a:latin typeface="Arial"/>
                <a:ea typeface="Arial"/>
                <a:cs typeface="Arial"/>
              </a:rPr>
              <a:t>01</a:t>
            </a:r>
          </a:p>
        </p:txBody>
      </p:sp>
      <p:sp>
        <p:nvSpPr>
          <p:cNvPr id="197" name="capability_v1_s2_o195">
            <a:extLst xmlns:a="http://schemas.openxmlformats.org/drawingml/2006/main">
              <a:ext uri="{FF2B5EF4-FFF2-40B4-BE49-F238E27FC236}">
                <a16:creationId xmlns:a16="http://schemas.microsoft.com/office/drawing/2014/main" id="{86755F0F-8634-4DBF-87A7-A41B9B106A31}"/>
              </a:ext>
            </a:extLst>
          </p:cNvPr>
          <p:cNvSpPr>
            <a:spLocks xmlns:a="http://schemas.openxmlformats.org/drawingml/2006/main" noGrp="1"/>
          </p:cNvSpPr>
          <p:nvPr/>
        </p:nvSpPr>
        <p:spPr>
          <a:xfrm xmlns:a="http://schemas.openxmlformats.org/drawingml/2006/main">
            <a:off x="3886200" y="4479036"/>
            <a:ext cx="574548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00" b="0">
                <a:solidFill>
                  <a:srgbClr val="F4F7FB"/>
                </a:solidFill>
                <a:latin typeface="Arial"/>
                <a:ea typeface="Arial"/>
                <a:cs typeface="Arial"/>
              </a:defRPr>
            </a:defPPr>
          </a:lstStyle>
          <a:p xmlns:a="http://schemas.openxmlformats.org/drawingml/2006/main">
            <a:pPr algn="ctr">
              <a:lnSpc>
                <a:spcPct val="108000"/>
              </a:lnSpc>
              <a:buNone/>
              <a:defRPr sz="900" b="0">
                <a:solidFill>
                  <a:srgbClr val="F4F7FB"/>
                </a:solidFill>
                <a:latin typeface="Arial"/>
                <a:ea typeface="Arial"/>
                <a:cs typeface="Arial"/>
              </a:defRPr>
            </a:pPr>
            <a:r>
              <a:rPr sz="900" b="0">
                <a:solidFill>
                  <a:srgbClr val="F4F7FB"/>
                </a:solidFill>
                <a:latin typeface="Arial"/>
                <a:ea typeface="Arial"/>
                <a:cs typeface="Arial"/>
                <a:hlinkClick xmlns:r="http://schemas.openxmlformats.org/officeDocument/2006/relationships" r:id="R19f1df0e483e4056" action="ppaction://hlinksldjump"/>
              </a:rPr>
              <a:t>capability dsl read</a:t>
            </a:r>
          </a:p>
        </p:txBody>
      </p:sp>
      <p:sp>
        <p:nvSpPr>
          <p:cNvPr id="198" name="capability_v1_s2_o196">
            <a:extLst xmlns:a="http://schemas.openxmlformats.org/drawingml/2006/main">
              <a:ext uri="{FF2B5EF4-FFF2-40B4-BE49-F238E27FC236}">
                <a16:creationId xmlns:a16="http://schemas.microsoft.com/office/drawing/2014/main" id="{823B9209-8209-41A7-BFF5-DA4F42BB6728}"/>
              </a:ext>
            </a:extLst>
          </p:cNvPr>
          <p:cNvSpPr>
            <a:spLocks xmlns:a="http://schemas.openxmlformats.org/drawingml/2006/main" noGrp="1"/>
          </p:cNvSpPr>
          <p:nvPr/>
        </p:nvSpPr>
        <p:spPr>
          <a:xfrm xmlns:a="http://schemas.openxmlformats.org/drawingml/2006/main">
            <a:off x="2286000" y="3606800"/>
            <a:ext cx="7645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A8B8CA"/>
                </a:solidFill>
                <a:latin typeface="Arial"/>
                <a:ea typeface="Arial"/>
                <a:cs typeface="Arial"/>
              </a:defRPr>
            </a:defPPr>
          </a:lstStyle>
          <a:p xmlns:a="http://schemas.openxmlformats.org/drawingml/2006/main">
            <a:pPr algn="ct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Provider calls retain operation ownership</a:t>
            </a:r>
          </a:p>
        </p:txBody>
      </p:sp>
      <p:sp>
        <p:nvSpPr>
          <p:cNvPr id="199" name="capability_v1_s2_o197">
            <a:extLst xmlns:a="http://schemas.openxmlformats.org/drawingml/2006/main">
              <a:ext uri="{FF2B5EF4-FFF2-40B4-BE49-F238E27FC236}">
                <a16:creationId xmlns:a16="http://schemas.microsoft.com/office/drawing/2014/main" id="{2FD1CFBA-5168-4D99-BE04-6323D6E7019B}"/>
              </a:ext>
            </a:extLst>
          </p:cNvPr>
          <p:cNvSpPr>
            <a:spLocks xmlns:a="http://schemas.openxmlformats.org/drawingml/2006/main" noGrp="1"/>
          </p:cNvSpPr>
          <p:nvPr/>
        </p:nvSpPr>
        <p:spPr>
          <a:xfrm xmlns:a="http://schemas.openxmlformats.org/drawingml/2006/main">
            <a:off x="2247900" y="5054600"/>
            <a:ext cx="769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0">
                <a:solidFill>
                  <a:srgbClr val="A8B8CA"/>
                </a:solidFill>
                <a:latin typeface="Arial"/>
                <a:ea typeface="Arial"/>
                <a:cs typeface="Arial"/>
              </a:defRPr>
            </a:defPPr>
          </a:lstStyle>
          <a:p xmlns:a="http://schemas.openxmlformats.org/drawingml/2006/main">
            <a:pPr algn="ct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Provider references preserve operation and binding ownership</a:t>
            </a:r>
          </a:p>
        </p:txBody>
      </p:sp>
      <p:sp>
        <p:nvSpPr>
          <p:cNvPr id="200" name="capability_v1_s2_o198">
            <a:extLst xmlns:a="http://schemas.openxmlformats.org/drawingml/2006/main">
              <a:ext uri="{FF2B5EF4-FFF2-40B4-BE49-F238E27FC236}">
                <a16:creationId xmlns:a16="http://schemas.microsoft.com/office/drawing/2014/main" id="{76181DC7-3D70-4D9D-A0C6-D078EFAE33B9}"/>
              </a:ext>
            </a:extLst>
          </p:cNvPr>
          <p:cNvSpPr>
            <a:spLocks xmlns:a="http://schemas.openxmlformats.org/drawingml/2006/main" noGrp="1"/>
          </p:cNvSpPr>
          <p:nvPr/>
        </p:nvSpPr>
        <p:spPr>
          <a:xfrm xmlns:a="http://schemas.openxmlformats.org/drawingml/2006/main">
            <a:off x="2286000" y="5435600"/>
            <a:ext cx="768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A8B8CA"/>
                </a:solidFill>
                <a:latin typeface="Arial"/>
                <a:ea typeface="Arial"/>
                <a:cs typeface="Arial"/>
              </a:defRPr>
            </a:defPPr>
          </a:lstStyle>
          <a:p xmlns:a="http://schemas.openxmlformats.org/drawingml/2006/main">
            <a:pPr algn="ct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Solid violet: binding identity. Dashed violet: testimony declaration.</a:t>
            </a:r>
          </a:p>
        </p:txBody>
      </p:sp>
      <p:sp>
        <p:nvSpPr>
          <p:cNvPr id="201" name="capability_v1_s2_o199">
            <a:extLst xmlns:a="http://schemas.openxmlformats.org/drawingml/2006/main">
              <a:ext uri="{FF2B5EF4-FFF2-40B4-BE49-F238E27FC236}">
                <a16:creationId xmlns:a16="http://schemas.microsoft.com/office/drawing/2014/main" id="{9D6675D8-6862-4B28-AC6F-B3449237497C}"/>
              </a:ext>
            </a:extLst>
          </p:cNvPr>
          <p:cNvSpPr>
            <a:spLocks xmlns:a="http://schemas.openxmlformats.org/drawingml/2006/main" noGrp="1"/>
          </p:cNvSpPr>
          <p:nvPr/>
        </p:nvSpPr>
        <p:spPr>
          <a:xfrm xmlns:a="http://schemas.openxmlformats.org/drawingml/2006/main">
            <a:off x="101600" y="5892800"/>
            <a:ext cx="11988800" cy="444500"/>
          </a:xfrm>
          <a:prstGeom xmlns:a="http://schemas.openxmlformats.org/drawingml/2006/main" prst="rect">
            <a:avLst/>
          </a:prstGeom>
          <a:solidFill xmlns:a="http://schemas.openxmlformats.org/drawingml/2006/main">
            <a:srgbClr val="05243B"/>
          </a:solidFill>
          <a:ln xmlns:a="http://schemas.openxmlformats.org/drawingml/2006/main" w="11430">
            <a:solidFill>
              <a:srgbClr val="72D7EE"/>
            </a:solidFill>
          </a:ln>
        </p:spPr>
      </p:sp>
      <p:sp>
        <p:nvSpPr>
          <p:cNvPr id="202" name="capability_v1_s2_o200">
            <a:extLst xmlns:a="http://schemas.openxmlformats.org/drawingml/2006/main">
              <a:ext uri="{FF2B5EF4-FFF2-40B4-BE49-F238E27FC236}">
                <a16:creationId xmlns:a16="http://schemas.microsoft.com/office/drawing/2014/main" id="{86FECBB5-FF15-41C1-A048-44BAE7B2CAFB}"/>
              </a:ext>
            </a:extLst>
          </p:cNvPr>
          <p:cNvSpPr>
            <a:spLocks xmlns:a="http://schemas.openxmlformats.org/drawingml/2006/main" noGrp="1"/>
          </p:cNvSpPr>
          <p:nvPr/>
        </p:nvSpPr>
        <p:spPr>
          <a:xfrm xmlns:a="http://schemas.openxmlformats.org/drawingml/2006/main">
            <a:off x="177800" y="5880100"/>
            <a:ext cx="26416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1">
                <a:solidFill>
                  <a:srgbClr val="72D7EE"/>
                </a:solidFill>
                <a:latin typeface="Arial"/>
                <a:ea typeface="Arial"/>
                <a:cs typeface="Arial"/>
              </a:defRPr>
            </a:defPPr>
          </a:lstStyle>
          <a:p xmlns:a="http://schemas.openxmlformats.org/drawingml/2006/main">
            <a:pPr algn="l">
              <a:lnSpc>
                <a:spcPct val="108000"/>
              </a:lnSpc>
              <a:buNone/>
              <a:defRPr sz="1100" b="1">
                <a:solidFill>
                  <a:srgbClr val="72D7EE"/>
                </a:solidFill>
                <a:latin typeface="Arial"/>
                <a:ea typeface="Arial"/>
                <a:cs typeface="Arial"/>
              </a:defRPr>
            </a:pPr>
            <a:r>
              <a:rPr sz="1100" b="1">
                <a:solidFill>
                  <a:srgbClr val="72D7EE"/>
                </a:solidFill>
                <a:latin typeface="Arial"/>
                <a:ea typeface="Arial"/>
                <a:cs typeface="Arial"/>
              </a:rPr>
              <a:t>Observation / Telemetry</a:t>
            </a:r>
          </a:p>
        </p:txBody>
      </p:sp>
      <p:sp>
        <p:nvSpPr>
          <p:cNvPr id="203" name="capability_v1_s2_o201">
            <a:extLst xmlns:a="http://schemas.openxmlformats.org/drawingml/2006/main">
              <a:ext uri="{FF2B5EF4-FFF2-40B4-BE49-F238E27FC236}">
                <a16:creationId xmlns:a16="http://schemas.microsoft.com/office/drawing/2014/main" id="{3E30A257-0C92-48D1-A7CD-5B7794520524}"/>
              </a:ext>
            </a:extLst>
          </p:cNvPr>
          <p:cNvSpPr>
            <a:spLocks xmlns:a="http://schemas.openxmlformats.org/drawingml/2006/main" noGrp="1"/>
          </p:cNvSpPr>
          <p:nvPr/>
        </p:nvSpPr>
        <p:spPr>
          <a:xfrm xmlns:a="http://schemas.openxmlformats.org/drawingml/2006/main">
            <a:off x="177800" y="6108700"/>
            <a:ext cx="2641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State overlays preserve the circuit</a:t>
            </a:r>
          </a:p>
        </p:txBody>
      </p:sp>
      <p:sp>
        <p:nvSpPr>
          <p:cNvPr id="204" name="capability_v1_s2_o202">
            <a:extLst xmlns:a="http://schemas.openxmlformats.org/drawingml/2006/main">
              <a:ext uri="{FF2B5EF4-FFF2-40B4-BE49-F238E27FC236}">
                <a16:creationId xmlns:a16="http://schemas.microsoft.com/office/drawing/2014/main" id="{288A09BC-9D36-4CFA-8A12-D1C73F741248}"/>
              </a:ext>
            </a:extLst>
          </p:cNvPr>
          <p:cNvSpPr>
            <a:spLocks xmlns:a="http://schemas.openxmlformats.org/drawingml/2006/main" noGrp="1"/>
          </p:cNvSpPr>
          <p:nvPr/>
        </p:nvSpPr>
        <p:spPr>
          <a:xfrm xmlns:a="http://schemas.openxmlformats.org/drawingml/2006/main">
            <a:off x="2984500" y="5956300"/>
            <a:ext cx="2921000" cy="317500"/>
          </a:xfrm>
          <a:prstGeom xmlns:a="http://schemas.openxmlformats.org/drawingml/2006/main" prst="roundRect">
            <a:avLst>
              <a:gd name="adj" fmla="val 32000"/>
            </a:avLst>
          </a:prstGeom>
          <a:solidFill xmlns:a="http://schemas.openxmlformats.org/drawingml/2006/main">
            <a:srgbClr val="031B2F"/>
          </a:solidFill>
          <a:ln xmlns:a="http://schemas.openxmlformats.org/drawingml/2006/main" w="10160">
            <a:solidFill>
              <a:srgbClr val="72D7EE"/>
            </a:solidFill>
          </a:ln>
        </p:spPr>
      </p:sp>
      <p:sp>
        <p:nvSpPr>
          <p:cNvPr id="205" name="capability_v1_s2_o203">
            <a:extLst xmlns:a="http://schemas.openxmlformats.org/drawingml/2006/main">
              <a:ext uri="{FF2B5EF4-FFF2-40B4-BE49-F238E27FC236}">
                <a16:creationId xmlns:a16="http://schemas.microsoft.com/office/drawing/2014/main" id="{A61D4BBB-E4E6-4989-8D80-914CF81D0692}"/>
              </a:ext>
            </a:extLst>
          </p:cNvPr>
          <p:cNvSpPr>
            <a:spLocks xmlns:a="http://schemas.openxmlformats.org/drawingml/2006/main" noGrp="1"/>
          </p:cNvSpPr>
          <p:nvPr/>
        </p:nvSpPr>
        <p:spPr>
          <a:xfrm xmlns:a="http://schemas.openxmlformats.org/drawingml/2006/main">
            <a:off x="3098800" y="6032500"/>
            <a:ext cx="127000" cy="177800"/>
          </a:xfrm>
          <a:prstGeom xmlns:a="http://schemas.openxmlformats.org/drawingml/2006/main" prst="rect">
            <a:avLst/>
          </a:prstGeom>
          <a:noFill xmlns:a="http://schemas.openxmlformats.org/drawingml/2006/main"/>
          <a:ln xmlns:a="http://schemas.openxmlformats.org/drawingml/2006/main" w="11430">
            <a:solidFill>
              <a:srgbClr val="72D7EE"/>
            </a:solidFill>
          </a:ln>
        </p:spPr>
      </p:sp>
      <p:sp>
        <p:nvSpPr>
          <p:cNvPr id="206" name="capability_v1_s2_o204">
            <a:extLst xmlns:a="http://schemas.openxmlformats.org/drawingml/2006/main">
              <a:ext uri="{FF2B5EF4-FFF2-40B4-BE49-F238E27FC236}">
                <a16:creationId xmlns:a16="http://schemas.microsoft.com/office/drawing/2014/main" id="{6C53DBFD-BFD5-44A6-9858-00FDC8CE0826}"/>
              </a:ext>
            </a:extLst>
          </p:cNvPr>
          <p:cNvSpPr>
            <a:spLocks xmlns:a="http://schemas.openxmlformats.org/drawingml/2006/main" noGrp="1"/>
          </p:cNvSpPr>
          <p:nvPr/>
        </p:nvSpPr>
        <p:spPr>
          <a:xfrm xmlns:a="http://schemas.openxmlformats.org/drawingml/2006/main">
            <a:off x="3124200" y="60960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72D7EE"/>
            </a:solidFill>
            <a:prstDash val="solid"/>
          </a:ln>
        </p:spPr>
      </p:sp>
      <p:sp>
        <p:nvSpPr>
          <p:cNvPr id="207" name="capability_v1_s2_o205">
            <a:extLst xmlns:a="http://schemas.openxmlformats.org/drawingml/2006/main">
              <a:ext uri="{FF2B5EF4-FFF2-40B4-BE49-F238E27FC236}">
                <a16:creationId xmlns:a16="http://schemas.microsoft.com/office/drawing/2014/main" id="{48BDA0C6-13AE-427B-920B-6DAC02E1AAF6}"/>
              </a:ext>
            </a:extLst>
          </p:cNvPr>
          <p:cNvSpPr>
            <a:spLocks xmlns:a="http://schemas.openxmlformats.org/drawingml/2006/main" noGrp="1"/>
          </p:cNvSpPr>
          <p:nvPr/>
        </p:nvSpPr>
        <p:spPr>
          <a:xfrm xmlns:a="http://schemas.openxmlformats.org/drawingml/2006/main">
            <a:off x="3124200" y="614680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72D7EE"/>
            </a:solidFill>
            <a:prstDash val="solid"/>
          </a:ln>
        </p:spPr>
      </p:sp>
      <p:sp>
        <p:nvSpPr>
          <p:cNvPr id="208" name="capability_v1_s2_o206">
            <a:extLst xmlns:a="http://schemas.openxmlformats.org/drawingml/2006/main">
              <a:ext uri="{FF2B5EF4-FFF2-40B4-BE49-F238E27FC236}">
                <a16:creationId xmlns:a16="http://schemas.microsoft.com/office/drawing/2014/main" id="{E5EA8EC4-8A3A-4AC3-8A16-4E4F7E30EAB2}"/>
              </a:ext>
            </a:extLst>
          </p:cNvPr>
          <p:cNvSpPr>
            <a:spLocks xmlns:a="http://schemas.openxmlformats.org/drawingml/2006/main" noGrp="1"/>
          </p:cNvSpPr>
          <p:nvPr/>
        </p:nvSpPr>
        <p:spPr>
          <a:xfrm xmlns:a="http://schemas.openxmlformats.org/drawingml/2006/main">
            <a:off x="3276600" y="5956300"/>
            <a:ext cx="12319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1">
                <a:solidFill>
                  <a:srgbClr val="72D7EE"/>
                </a:solidFill>
                <a:latin typeface="Arial"/>
                <a:ea typeface="Arial"/>
                <a:cs typeface="Arial"/>
              </a:defRPr>
            </a:defPPr>
          </a:lstStyle>
          <a:p xmlns:a="http://schemas.openxmlformats.org/drawingml/2006/main">
            <a:pPr algn="l">
              <a:lnSpc>
                <a:spcPct val="108000"/>
              </a:lnSpc>
              <a:buNone/>
              <a:defRPr sz="900" b="1">
                <a:solidFill>
                  <a:srgbClr val="72D7EE"/>
                </a:solidFill>
                <a:latin typeface="Arial"/>
                <a:ea typeface="Arial"/>
                <a:cs typeface="Arial"/>
              </a:defRPr>
            </a:pPr>
            <a:r>
              <a:rPr sz="900" b="1">
                <a:solidFill>
                  <a:srgbClr val="72D7EE"/>
                </a:solidFill>
                <a:latin typeface="Arial"/>
                <a:ea typeface="Arial"/>
                <a:cs typeface="Arial"/>
              </a:rPr>
              <a:t>Invocation</a:t>
            </a:r>
          </a:p>
        </p:txBody>
      </p:sp>
      <p:sp>
        <p:nvSpPr>
          <p:cNvPr id="209" name="capability_v1_s2_o207">
            <a:extLst xmlns:a="http://schemas.openxmlformats.org/drawingml/2006/main">
              <a:ext uri="{FF2B5EF4-FFF2-40B4-BE49-F238E27FC236}">
                <a16:creationId xmlns:a16="http://schemas.microsoft.com/office/drawing/2014/main" id="{050DC8E7-864E-48FC-BBEE-D46F4C04A108}"/>
              </a:ext>
            </a:extLst>
          </p:cNvPr>
          <p:cNvSpPr>
            <a:spLocks xmlns:a="http://schemas.openxmlformats.org/drawingml/2006/main" noGrp="1"/>
          </p:cNvSpPr>
          <p:nvPr/>
        </p:nvSpPr>
        <p:spPr>
          <a:xfrm xmlns:a="http://schemas.openxmlformats.org/drawingml/2006/main">
            <a:off x="4457700" y="5956300"/>
            <a:ext cx="14097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None selected</a:t>
            </a:r>
          </a:p>
        </p:txBody>
      </p:sp>
      <p:sp>
        <p:nvSpPr>
          <p:cNvPr id="210" name="capability_v1_s2_o208">
            <a:extLst xmlns:a="http://schemas.openxmlformats.org/drawingml/2006/main">
              <a:ext uri="{FF2B5EF4-FFF2-40B4-BE49-F238E27FC236}">
                <a16:creationId xmlns:a16="http://schemas.microsoft.com/office/drawing/2014/main" id="{3A284FE8-6B45-433C-BC57-EB405C04E97D}"/>
              </a:ext>
            </a:extLst>
          </p:cNvPr>
          <p:cNvSpPr>
            <a:spLocks xmlns:a="http://schemas.openxmlformats.org/drawingml/2006/main" noGrp="1"/>
          </p:cNvSpPr>
          <p:nvPr/>
        </p:nvSpPr>
        <p:spPr>
          <a:xfrm xmlns:a="http://schemas.openxmlformats.org/drawingml/2006/main">
            <a:off x="6096000" y="5956300"/>
            <a:ext cx="2921000" cy="317500"/>
          </a:xfrm>
          <a:prstGeom xmlns:a="http://schemas.openxmlformats.org/drawingml/2006/main" prst="roundRect">
            <a:avLst>
              <a:gd name="adj" fmla="val 32000"/>
            </a:avLst>
          </a:prstGeom>
          <a:solidFill xmlns:a="http://schemas.openxmlformats.org/drawingml/2006/main">
            <a:srgbClr val="031B2F"/>
          </a:solidFill>
          <a:ln xmlns:a="http://schemas.openxmlformats.org/drawingml/2006/main" w="10160">
            <a:solidFill>
              <a:srgbClr val="72D7EE"/>
            </a:solidFill>
          </a:ln>
        </p:spPr>
      </p:sp>
      <p:sp>
        <p:nvSpPr>
          <p:cNvPr id="211" name="capability_v1_s2_o209">
            <a:extLst xmlns:a="http://schemas.openxmlformats.org/drawingml/2006/main">
              <a:ext uri="{FF2B5EF4-FFF2-40B4-BE49-F238E27FC236}">
                <a16:creationId xmlns:a16="http://schemas.microsoft.com/office/drawing/2014/main" id="{07493779-C3B5-4C62-8116-AF2831B02A1D}"/>
              </a:ext>
            </a:extLst>
          </p:cNvPr>
          <p:cNvSpPr>
            <a:spLocks xmlns:a="http://schemas.openxmlformats.org/drawingml/2006/main" noGrp="1"/>
          </p:cNvSpPr>
          <p:nvPr/>
        </p:nvSpPr>
        <p:spPr>
          <a:xfrm xmlns:a="http://schemas.openxmlformats.org/drawingml/2006/main">
            <a:off x="6210300" y="6032500"/>
            <a:ext cx="127000" cy="177800"/>
          </a:xfrm>
          <a:prstGeom xmlns:a="http://schemas.openxmlformats.org/drawingml/2006/main" prst="rect">
            <a:avLst/>
          </a:prstGeom>
          <a:noFill xmlns:a="http://schemas.openxmlformats.org/drawingml/2006/main"/>
          <a:ln xmlns:a="http://schemas.openxmlformats.org/drawingml/2006/main" w="11430">
            <a:solidFill>
              <a:srgbClr val="72D7EE"/>
            </a:solidFill>
          </a:ln>
        </p:spPr>
      </p:sp>
      <p:sp>
        <p:nvSpPr>
          <p:cNvPr id="212" name="capability_v1_s2_o210">
            <a:extLst xmlns:a="http://schemas.openxmlformats.org/drawingml/2006/main">
              <a:ext uri="{FF2B5EF4-FFF2-40B4-BE49-F238E27FC236}">
                <a16:creationId xmlns:a16="http://schemas.microsoft.com/office/drawing/2014/main" id="{8A150881-841F-4635-9470-BADF56A10468}"/>
              </a:ext>
            </a:extLst>
          </p:cNvPr>
          <p:cNvSpPr>
            <a:spLocks xmlns:a="http://schemas.openxmlformats.org/drawingml/2006/main" noGrp="1"/>
          </p:cNvSpPr>
          <p:nvPr/>
        </p:nvSpPr>
        <p:spPr>
          <a:xfrm xmlns:a="http://schemas.openxmlformats.org/drawingml/2006/main">
            <a:off x="6235700" y="60960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72D7EE"/>
            </a:solidFill>
            <a:prstDash val="solid"/>
          </a:ln>
        </p:spPr>
      </p:sp>
      <p:sp>
        <p:nvSpPr>
          <p:cNvPr id="213" name="capability_v1_s2_o211">
            <a:extLst xmlns:a="http://schemas.openxmlformats.org/drawingml/2006/main">
              <a:ext uri="{FF2B5EF4-FFF2-40B4-BE49-F238E27FC236}">
                <a16:creationId xmlns:a16="http://schemas.microsoft.com/office/drawing/2014/main" id="{42FC8F96-0347-423E-AECB-21551D940473}"/>
              </a:ext>
            </a:extLst>
          </p:cNvPr>
          <p:cNvSpPr>
            <a:spLocks xmlns:a="http://schemas.openxmlformats.org/drawingml/2006/main" noGrp="1"/>
          </p:cNvSpPr>
          <p:nvPr/>
        </p:nvSpPr>
        <p:spPr>
          <a:xfrm xmlns:a="http://schemas.openxmlformats.org/drawingml/2006/main">
            <a:off x="6235700" y="614680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72D7EE"/>
            </a:solidFill>
            <a:prstDash val="solid"/>
          </a:ln>
        </p:spPr>
      </p:sp>
      <p:sp>
        <p:nvSpPr>
          <p:cNvPr id="214" name="capability_v1_s2_o212">
            <a:extLst xmlns:a="http://schemas.openxmlformats.org/drawingml/2006/main">
              <a:ext uri="{FF2B5EF4-FFF2-40B4-BE49-F238E27FC236}">
                <a16:creationId xmlns:a16="http://schemas.microsoft.com/office/drawing/2014/main" id="{79A1C59D-7FA9-4587-A1E5-C76A4CEECB54}"/>
              </a:ext>
            </a:extLst>
          </p:cNvPr>
          <p:cNvSpPr>
            <a:spLocks xmlns:a="http://schemas.openxmlformats.org/drawingml/2006/main" noGrp="1"/>
          </p:cNvSpPr>
          <p:nvPr/>
        </p:nvSpPr>
        <p:spPr>
          <a:xfrm xmlns:a="http://schemas.openxmlformats.org/drawingml/2006/main">
            <a:off x="6388100" y="5956300"/>
            <a:ext cx="12319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1">
                <a:solidFill>
                  <a:srgbClr val="72D7EE"/>
                </a:solidFill>
                <a:latin typeface="Arial"/>
                <a:ea typeface="Arial"/>
                <a:cs typeface="Arial"/>
              </a:defRPr>
            </a:defPPr>
          </a:lstStyle>
          <a:p xmlns:a="http://schemas.openxmlformats.org/drawingml/2006/main">
            <a:pPr algn="l">
              <a:lnSpc>
                <a:spcPct val="108000"/>
              </a:lnSpc>
              <a:buNone/>
              <a:defRPr sz="900" b="1">
                <a:solidFill>
                  <a:srgbClr val="72D7EE"/>
                </a:solidFill>
                <a:latin typeface="Arial"/>
                <a:ea typeface="Arial"/>
                <a:cs typeface="Arial"/>
              </a:defRPr>
            </a:pPr>
            <a:r>
              <a:rPr sz="900" b="1">
                <a:solidFill>
                  <a:srgbClr val="72D7EE"/>
                </a:solidFill>
                <a:latin typeface="Arial"/>
                <a:ea typeface="Arial"/>
                <a:cs typeface="Arial"/>
              </a:rPr>
              <a:t>Circuit state</a:t>
            </a:r>
          </a:p>
        </p:txBody>
      </p:sp>
      <p:sp>
        <p:nvSpPr>
          <p:cNvPr id="215" name="capability_v1_s2_o213">
            <a:extLst xmlns:a="http://schemas.openxmlformats.org/drawingml/2006/main">
              <a:ext uri="{FF2B5EF4-FFF2-40B4-BE49-F238E27FC236}">
                <a16:creationId xmlns:a16="http://schemas.microsoft.com/office/drawing/2014/main" id="{C5DFE35D-6F3C-4528-897D-F25D22CF26DE}"/>
              </a:ext>
            </a:extLst>
          </p:cNvPr>
          <p:cNvSpPr>
            <a:spLocks xmlns:a="http://schemas.openxmlformats.org/drawingml/2006/main" noGrp="1"/>
          </p:cNvSpPr>
          <p:nvPr/>
        </p:nvSpPr>
        <p:spPr>
          <a:xfrm xmlns:a="http://schemas.openxmlformats.org/drawingml/2006/main">
            <a:off x="7569200" y="5956300"/>
            <a:ext cx="14097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Unobserved</a:t>
            </a:r>
          </a:p>
        </p:txBody>
      </p:sp>
      <p:sp>
        <p:nvSpPr>
          <p:cNvPr id="216" name="capability_v1_s2_o214">
            <a:extLst xmlns:a="http://schemas.openxmlformats.org/drawingml/2006/main">
              <a:ext uri="{FF2B5EF4-FFF2-40B4-BE49-F238E27FC236}">
                <a16:creationId xmlns:a16="http://schemas.microsoft.com/office/drawing/2014/main" id="{F9ED0645-7FFD-4397-ADC1-F63C623A1D48}"/>
              </a:ext>
            </a:extLst>
          </p:cNvPr>
          <p:cNvSpPr>
            <a:spLocks xmlns:a="http://schemas.openxmlformats.org/drawingml/2006/main" noGrp="1"/>
          </p:cNvSpPr>
          <p:nvPr/>
        </p:nvSpPr>
        <p:spPr>
          <a:xfrm xmlns:a="http://schemas.openxmlformats.org/drawingml/2006/main">
            <a:off x="9182100" y="5905500"/>
            <a:ext cx="2857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No live execution testimony attached</a:t>
            </a:r>
          </a:p>
        </p:txBody>
      </p:sp>
      <p:sp>
        <p:nvSpPr>
          <p:cNvPr id="217" name="capability_v1_s2_o215">
            <a:extLst xmlns:a="http://schemas.openxmlformats.org/drawingml/2006/main">
              <a:ext uri="{FF2B5EF4-FFF2-40B4-BE49-F238E27FC236}">
                <a16:creationId xmlns:a16="http://schemas.microsoft.com/office/drawing/2014/main" id="{D398FD22-2635-43B0-88E9-E3B80799DF09}"/>
              </a:ext>
            </a:extLst>
          </p:cNvPr>
          <p:cNvSpPr>
            <a:spLocks xmlns:a="http://schemas.openxmlformats.org/drawingml/2006/main" noGrp="1"/>
          </p:cNvSpPr>
          <p:nvPr/>
        </p:nvSpPr>
        <p:spPr>
          <a:xfrm xmlns:a="http://schemas.openxmlformats.org/drawingml/2006/main">
            <a:off x="177800" y="6362700"/>
            <a:ext cx="393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576045e4600440ca" action="ppaction://hlinksldjump"/>
              </a:rPr>
              <a:t>Complete execution circuit</a:t>
            </a:r>
          </a:p>
        </p:txBody>
      </p:sp>
      <p:sp>
        <p:nvSpPr>
          <p:cNvPr id="218" name="capability_v1_s2_o216">
            <a:extLst xmlns:a="http://schemas.openxmlformats.org/drawingml/2006/main">
              <a:ext uri="{FF2B5EF4-FFF2-40B4-BE49-F238E27FC236}">
                <a16:creationId xmlns:a16="http://schemas.microsoft.com/office/drawing/2014/main" id="{AFCA85E0-BFC0-433C-B5F5-A79CD7EC5F94}"/>
              </a:ext>
            </a:extLst>
          </p:cNvPr>
          <p:cNvSpPr>
            <a:spLocks xmlns:a="http://schemas.openxmlformats.org/drawingml/2006/main" noGrp="1"/>
          </p:cNvSpPr>
          <p:nvPr/>
        </p:nvSpPr>
        <p:spPr>
          <a:xfrm xmlns:a="http://schemas.openxmlformats.org/drawingml/2006/main">
            <a:off x="177800" y="5664200"/>
            <a:ext cx="11836400" cy="228600"/>
          </a:xfrm>
          <a:prstGeom xmlns:a="http://schemas.openxmlformats.org/drawingml/2006/main" prst="rect">
            <a:avLst/>
          </a:prstGeom>
          <a:solidFill xmlns:a="http://schemas.openxmlformats.org/drawingml/2006/main">
            <a:srgbClr val="05243B"/>
          </a:solidFill>
          <a:ln xmlns:a="http://schemas.openxmlformats.org/drawingml/2006/main" w="8890">
            <a:solidFill>
              <a:srgbClr val="F6B94D"/>
            </a:solidFill>
          </a:ln>
        </p:spPr>
      </p:sp>
      <p:sp>
        <p:nvSpPr>
          <p:cNvPr id="219" name="capability_v1_s2_o217">
            <a:extLst xmlns:a="http://schemas.openxmlformats.org/drawingml/2006/main">
              <a:ext uri="{FF2B5EF4-FFF2-40B4-BE49-F238E27FC236}">
                <a16:creationId xmlns:a16="http://schemas.microsoft.com/office/drawing/2014/main" id="{8574DF50-F0C1-4DDD-BFF2-C63EC841738E}"/>
              </a:ext>
            </a:extLst>
          </p:cNvPr>
          <p:cNvSpPr>
            <a:spLocks xmlns:a="http://schemas.openxmlformats.org/drawingml/2006/main" noGrp="1"/>
          </p:cNvSpPr>
          <p:nvPr/>
        </p:nvSpPr>
        <p:spPr>
          <a:xfrm xmlns:a="http://schemas.openxmlformats.org/drawingml/2006/main">
            <a:off x="228600" y="5664200"/>
            <a:ext cx="1173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F6B94D"/>
                </a:solidFill>
                <a:latin typeface="Arial"/>
                <a:ea typeface="Arial"/>
                <a:cs typeface="Arial"/>
              </a:defRPr>
            </a:defPPr>
          </a:lstStyle>
          <a:p xmlns:a="http://schemas.openxmlformats.org/drawingml/2006/main">
            <a:pPr algn="ctr">
              <a:lnSpc>
                <a:spcPct val="108000"/>
              </a:lnSpc>
              <a:buNone/>
              <a:defRPr sz="800" b="1">
                <a:solidFill>
                  <a:srgbClr val="F6B94D"/>
                </a:solidFill>
                <a:latin typeface="Arial"/>
                <a:ea typeface="Arial"/>
                <a:cs typeface="Arial"/>
              </a:defRPr>
            </a:pPr>
            <a:r>
              <a:rPr sz="800" b="1">
                <a:solidFill>
                  <a:srgbClr val="F6B94D"/>
                </a:solidFill>
                <a:latin typeface="Arial"/>
                <a:ea typeface="Arial"/>
                <a:cs typeface="Arial"/>
                <a:hlinkClick xmlns:r="http://schemas.openxmlformats.org/officeDocument/2006/relationships" r:id="R9ce9f85c48504ced" action="ppaction://hlinksldjump"/>
              </a:rPr>
              <a:t>15/15 readings · 12 coverage rows · 4 unlocated/global findings</a:t>
            </a:r>
          </a:p>
        </p:txBody>
      </p:sp>
      <p:sp>
        <p:nvSpPr>
          <p:cNvPr id="220" name="capability_v1_s2_o218">
            <a:extLst xmlns:a="http://schemas.openxmlformats.org/drawingml/2006/main">
              <a:ext uri="{FF2B5EF4-FFF2-40B4-BE49-F238E27FC236}">
                <a16:creationId xmlns:a16="http://schemas.microsoft.com/office/drawing/2014/main" id="{3265C9AA-AB88-4F79-9184-0A7E03417D02}"/>
              </a:ext>
            </a:extLst>
          </p:cNvPr>
          <p:cNvSpPr>
            <a:spLocks xmlns:a="http://schemas.openxmlformats.org/drawingml/2006/main" noGrp="1"/>
          </p:cNvSpPr>
          <p:nvPr/>
        </p:nvSpPr>
        <p:spPr>
          <a:xfrm xmlns:a="http://schemas.openxmlformats.org/drawingml/2006/main">
            <a:off x="4699000" y="6362700"/>
            <a:ext cx="266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072b6c2d51f478b" action="ppaction://hlinksldjump"/>
              </a:rPr>
              <a:t>Inspection evidence</a:t>
            </a:r>
          </a:p>
        </p:txBody>
      </p:sp>
      <p:sp>
        <p:nvSpPr>
          <p:cNvPr id="221" name="capability_v1_s2_o219">
            <a:extLst xmlns:a="http://schemas.openxmlformats.org/drawingml/2006/main">
              <a:ext uri="{FF2B5EF4-FFF2-40B4-BE49-F238E27FC236}">
                <a16:creationId xmlns:a16="http://schemas.microsoft.com/office/drawing/2014/main" id="{968FB528-4E2A-45F9-A8EA-949A01CDD8BD}"/>
              </a:ext>
            </a:extLst>
          </p:cNvPr>
          <p:cNvSpPr>
            <a:spLocks xmlns:a="http://schemas.openxmlformats.org/drawingml/2006/main" noGrp="1"/>
          </p:cNvSpPr>
          <p:nvPr/>
        </p:nvSpPr>
        <p:spPr>
          <a:xfrm xmlns:a="http://schemas.openxmlformats.org/drawingml/2006/main">
            <a:off x="8001000" y="6362700"/>
            <a:ext cx="393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hlinkClick xmlns:r="http://schemas.openxmlformats.org/officeDocument/2006/relationships" r:id="R77e08c3b25234593" action="ppaction://hlinksldjump"/>
              </a:rPr>
              <a:t>Review · 0 errors / 4 warnings</a:t>
            </a:r>
          </a:p>
        </p:txBody>
      </p:sp>
      <p:sp>
        <p:nvSpPr>
          <p:cNvPr id="222" name="capability_v1_s2_o220">
            <a:extLst xmlns:a="http://schemas.openxmlformats.org/drawingml/2006/main">
              <a:ext uri="{FF2B5EF4-FFF2-40B4-BE49-F238E27FC236}">
                <a16:creationId xmlns:a16="http://schemas.microsoft.com/office/drawing/2014/main" id="{590DF9D1-2FE8-4A2C-BC80-5872C3EBAC05}"/>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
        <p:nvSpPr>
          <p:cNvPr id="223" name="capability_v1_s2_o221">
            <a:extLst xmlns:a="http://schemas.openxmlformats.org/drawingml/2006/main">
              <a:ext uri="{FF2B5EF4-FFF2-40B4-BE49-F238E27FC236}">
                <a16:creationId xmlns:a16="http://schemas.microsoft.com/office/drawing/2014/main" id="{013E8D52-6184-4159-AD31-A512D9609BD4}"/>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02</a:t>
            </a:r>
          </a:p>
        </p:txBody>
      </p:sp>
    </p:spTree>
    <p:extLst>
      <p:ext uri="{BB962C8B-B14F-4D97-AF65-F5344CB8AC3E}">
        <p14:creationId xmlns:p14="http://schemas.microsoft.com/office/powerpoint/2010/main" val="1585936345"/>
      </p:ext>
    </p:extLst>
  </p:cSld>
</p:sld>
</file>

<file path=ppt/slides/slide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84" name="capability_v1_s3_o1">
            <a:extLst xmlns:a="http://schemas.openxmlformats.org/drawingml/2006/main">
              <a:ext uri="{FF2B5EF4-FFF2-40B4-BE49-F238E27FC236}">
                <a16:creationId xmlns:a16="http://schemas.microsoft.com/office/drawing/2014/main" id="{422722FE-0406-4D6F-A8C5-07C3B5BBC419}"/>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3_o2">
            <a:extLst xmlns:a="http://schemas.openxmlformats.org/drawingml/2006/main">
              <a:ext uri="{FF2B5EF4-FFF2-40B4-BE49-F238E27FC236}">
                <a16:creationId xmlns:a16="http://schemas.microsoft.com/office/drawing/2014/main" id="{9E8636F0-261F-4587-AAB4-257E99D98C91}"/>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3_o3">
            <a:extLst xmlns:a="http://schemas.openxmlformats.org/drawingml/2006/main">
              <a:ext uri="{FF2B5EF4-FFF2-40B4-BE49-F238E27FC236}">
                <a16:creationId xmlns:a16="http://schemas.microsoft.com/office/drawing/2014/main" id="{0BE584B9-04A0-4C86-B311-5252F6E3DA07}"/>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3_o4">
            <a:extLst xmlns:a="http://schemas.openxmlformats.org/drawingml/2006/main">
              <a:ext uri="{FF2B5EF4-FFF2-40B4-BE49-F238E27FC236}">
                <a16:creationId xmlns:a16="http://schemas.microsoft.com/office/drawing/2014/main" id="{2F71E0DA-1194-435D-B3BC-E737A5381349}"/>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3_o5">
            <a:extLst xmlns:a="http://schemas.openxmlformats.org/drawingml/2006/main">
              <a:ext uri="{FF2B5EF4-FFF2-40B4-BE49-F238E27FC236}">
                <a16:creationId xmlns:a16="http://schemas.microsoft.com/office/drawing/2014/main" id="{FC39300B-FD5A-49CE-96EF-D69B01A5201A}"/>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3_o6">
            <a:extLst xmlns:a="http://schemas.openxmlformats.org/drawingml/2006/main">
              <a:ext uri="{FF2B5EF4-FFF2-40B4-BE49-F238E27FC236}">
                <a16:creationId xmlns:a16="http://schemas.microsoft.com/office/drawing/2014/main" id="{FE715748-5B90-41E0-8A99-19439615F18E}"/>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3_o7">
            <a:extLst xmlns:a="http://schemas.openxmlformats.org/drawingml/2006/main">
              <a:ext uri="{FF2B5EF4-FFF2-40B4-BE49-F238E27FC236}">
                <a16:creationId xmlns:a16="http://schemas.microsoft.com/office/drawing/2014/main" id="{6CC78F69-F868-4198-96E7-25F9A0BFE1DB}"/>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3_o8">
            <a:extLst xmlns:a="http://schemas.openxmlformats.org/drawingml/2006/main">
              <a:ext uri="{FF2B5EF4-FFF2-40B4-BE49-F238E27FC236}">
                <a16:creationId xmlns:a16="http://schemas.microsoft.com/office/drawing/2014/main" id="{16A071AC-E5E9-47ED-92A2-8FD554B24739}"/>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3_o9">
            <a:extLst xmlns:a="http://schemas.openxmlformats.org/drawingml/2006/main">
              <a:ext uri="{FF2B5EF4-FFF2-40B4-BE49-F238E27FC236}">
                <a16:creationId xmlns:a16="http://schemas.microsoft.com/office/drawing/2014/main" id="{21899CAA-6954-41A2-B8FA-FC6E2D4C0C70}"/>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3_o10">
            <a:extLst xmlns:a="http://schemas.openxmlformats.org/drawingml/2006/main">
              <a:ext uri="{FF2B5EF4-FFF2-40B4-BE49-F238E27FC236}">
                <a16:creationId xmlns:a16="http://schemas.microsoft.com/office/drawing/2014/main" id="{2016FBC4-0C59-4AAF-A5AD-55C287D0CB48}"/>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3_o11">
            <a:extLst xmlns:a="http://schemas.openxmlformats.org/drawingml/2006/main">
              <a:ext uri="{FF2B5EF4-FFF2-40B4-BE49-F238E27FC236}">
                <a16:creationId xmlns:a16="http://schemas.microsoft.com/office/drawing/2014/main" id="{8E8C605D-493B-40F0-B467-9E581FD9D8CA}"/>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3_o12">
            <a:extLst xmlns:a="http://schemas.openxmlformats.org/drawingml/2006/main">
              <a:ext uri="{FF2B5EF4-FFF2-40B4-BE49-F238E27FC236}">
                <a16:creationId xmlns:a16="http://schemas.microsoft.com/office/drawing/2014/main" id="{8C7C86AA-0804-4537-885F-A3F4DFBBB3EE}"/>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3_o13">
            <a:extLst xmlns:a="http://schemas.openxmlformats.org/drawingml/2006/main">
              <a:ext uri="{FF2B5EF4-FFF2-40B4-BE49-F238E27FC236}">
                <a16:creationId xmlns:a16="http://schemas.microsoft.com/office/drawing/2014/main" id="{9381B83E-16B2-4BDB-8B71-139F05709478}"/>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3_o14">
            <a:extLst xmlns:a="http://schemas.openxmlformats.org/drawingml/2006/main">
              <a:ext uri="{FF2B5EF4-FFF2-40B4-BE49-F238E27FC236}">
                <a16:creationId xmlns:a16="http://schemas.microsoft.com/office/drawing/2014/main" id="{2EA431BA-DFB0-48B9-A8B7-49B6D841A467}"/>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3_o15">
            <a:extLst xmlns:a="http://schemas.openxmlformats.org/drawingml/2006/main">
              <a:ext uri="{FF2B5EF4-FFF2-40B4-BE49-F238E27FC236}">
                <a16:creationId xmlns:a16="http://schemas.microsoft.com/office/drawing/2014/main" id="{DB1AFDB2-1C58-4C80-A9E7-E0FF0D8DCC77}"/>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3_o16">
            <a:extLst xmlns:a="http://schemas.openxmlformats.org/drawingml/2006/main">
              <a:ext uri="{FF2B5EF4-FFF2-40B4-BE49-F238E27FC236}">
                <a16:creationId xmlns:a16="http://schemas.microsoft.com/office/drawing/2014/main" id="{A39882C3-D8BA-49F9-8EEC-92A61B445D67}"/>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3_o17">
            <a:extLst xmlns:a="http://schemas.openxmlformats.org/drawingml/2006/main">
              <a:ext uri="{FF2B5EF4-FFF2-40B4-BE49-F238E27FC236}">
                <a16:creationId xmlns:a16="http://schemas.microsoft.com/office/drawing/2014/main" id="{03EF6B32-7D4C-46EF-AAB3-9F3FDA597AC9}"/>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3_o18">
            <a:extLst xmlns:a="http://schemas.openxmlformats.org/drawingml/2006/main">
              <a:ext uri="{FF2B5EF4-FFF2-40B4-BE49-F238E27FC236}">
                <a16:creationId xmlns:a16="http://schemas.microsoft.com/office/drawing/2014/main" id="{7C29EEE4-AEEE-48E5-9FAE-11DB3EF8CDF9}"/>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3_o19">
            <a:extLst xmlns:a="http://schemas.openxmlformats.org/drawingml/2006/main">
              <a:ext uri="{FF2B5EF4-FFF2-40B4-BE49-F238E27FC236}">
                <a16:creationId xmlns:a16="http://schemas.microsoft.com/office/drawing/2014/main" id="{CA8BF449-CCB4-4CFB-B6B3-FFDDBF4DB467}"/>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3_o20">
            <a:extLst xmlns:a="http://schemas.openxmlformats.org/drawingml/2006/main">
              <a:ext uri="{FF2B5EF4-FFF2-40B4-BE49-F238E27FC236}">
                <a16:creationId xmlns:a16="http://schemas.microsoft.com/office/drawing/2014/main" id="{55EBC93C-CE95-4CDD-81D9-EE21128D5070}"/>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3_o21">
            <a:extLst xmlns:a="http://schemas.openxmlformats.org/drawingml/2006/main">
              <a:ext uri="{FF2B5EF4-FFF2-40B4-BE49-F238E27FC236}">
                <a16:creationId xmlns:a16="http://schemas.microsoft.com/office/drawing/2014/main" id="{01D18A59-0308-4A87-804D-53B5471F9FE7}"/>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3_o22">
            <a:extLst xmlns:a="http://schemas.openxmlformats.org/drawingml/2006/main">
              <a:ext uri="{FF2B5EF4-FFF2-40B4-BE49-F238E27FC236}">
                <a16:creationId xmlns:a16="http://schemas.microsoft.com/office/drawing/2014/main" id="{1AD88FF9-ADD7-4D4C-B827-982A45BDA422}"/>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3_o23">
            <a:extLst xmlns:a="http://schemas.openxmlformats.org/drawingml/2006/main">
              <a:ext uri="{FF2B5EF4-FFF2-40B4-BE49-F238E27FC236}">
                <a16:creationId xmlns:a16="http://schemas.microsoft.com/office/drawing/2014/main" id="{335AF010-7ACE-460F-9E9F-06CF18ADDB1E}"/>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3_o24">
            <a:extLst xmlns:a="http://schemas.openxmlformats.org/drawingml/2006/main">
              <a:ext uri="{FF2B5EF4-FFF2-40B4-BE49-F238E27FC236}">
                <a16:creationId xmlns:a16="http://schemas.microsoft.com/office/drawing/2014/main" id="{28A410C2-C06E-41BF-9E7C-63E15EE9169C}"/>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3_o25">
            <a:extLst xmlns:a="http://schemas.openxmlformats.org/drawingml/2006/main">
              <a:ext uri="{FF2B5EF4-FFF2-40B4-BE49-F238E27FC236}">
                <a16:creationId xmlns:a16="http://schemas.microsoft.com/office/drawing/2014/main" id="{D2D8481E-E685-44AE-AEAC-BD3EC0E06385}"/>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3_o26">
            <a:extLst xmlns:a="http://schemas.openxmlformats.org/drawingml/2006/main">
              <a:ext uri="{FF2B5EF4-FFF2-40B4-BE49-F238E27FC236}">
                <a16:creationId xmlns:a16="http://schemas.microsoft.com/office/drawing/2014/main" id="{CE0B009A-7B36-41E7-AE29-C73B2C87B00D}"/>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3_o27">
            <a:extLst xmlns:a="http://schemas.openxmlformats.org/drawingml/2006/main">
              <a:ext uri="{FF2B5EF4-FFF2-40B4-BE49-F238E27FC236}">
                <a16:creationId xmlns:a16="http://schemas.microsoft.com/office/drawing/2014/main" id="{0C9737A3-9F15-48C3-A25B-B24CA5CD550C}"/>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3_o28">
            <a:extLst xmlns:a="http://schemas.openxmlformats.org/drawingml/2006/main">
              <a:ext uri="{FF2B5EF4-FFF2-40B4-BE49-F238E27FC236}">
                <a16:creationId xmlns:a16="http://schemas.microsoft.com/office/drawing/2014/main" id="{C1861263-0C70-4865-9525-0E9EDB733235}"/>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3_o29">
            <a:extLst xmlns:a="http://schemas.openxmlformats.org/drawingml/2006/main">
              <a:ext uri="{FF2B5EF4-FFF2-40B4-BE49-F238E27FC236}">
                <a16:creationId xmlns:a16="http://schemas.microsoft.com/office/drawing/2014/main" id="{15F89D88-731B-46AC-A61F-585CEED9BFEF}"/>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3_o30">
            <a:extLst xmlns:a="http://schemas.openxmlformats.org/drawingml/2006/main">
              <a:ext uri="{FF2B5EF4-FFF2-40B4-BE49-F238E27FC236}">
                <a16:creationId xmlns:a16="http://schemas.microsoft.com/office/drawing/2014/main" id="{C9D7B9FD-7F29-4B58-8B5D-EC96DA7D2C6B}"/>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3_o31">
            <a:extLst xmlns:a="http://schemas.openxmlformats.org/drawingml/2006/main">
              <a:ext uri="{FF2B5EF4-FFF2-40B4-BE49-F238E27FC236}">
                <a16:creationId xmlns:a16="http://schemas.microsoft.com/office/drawing/2014/main" id="{506D28FE-2DB4-4AFC-8397-111BE0BA48A2}"/>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3_o32">
            <a:extLst xmlns:a="http://schemas.openxmlformats.org/drawingml/2006/main">
              <a:ext uri="{FF2B5EF4-FFF2-40B4-BE49-F238E27FC236}">
                <a16:creationId xmlns:a16="http://schemas.microsoft.com/office/drawing/2014/main" id="{54883551-70BC-479C-AA3F-F80335ECA63C}"/>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3_o33">
            <a:extLst xmlns:a="http://schemas.openxmlformats.org/drawingml/2006/main">
              <a:ext uri="{FF2B5EF4-FFF2-40B4-BE49-F238E27FC236}">
                <a16:creationId xmlns:a16="http://schemas.microsoft.com/office/drawing/2014/main" id="{4A21B299-3285-49D2-AC6B-48BD48CBE27A}"/>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3_o34">
            <a:extLst xmlns:a="http://schemas.openxmlformats.org/drawingml/2006/main">
              <a:ext uri="{FF2B5EF4-FFF2-40B4-BE49-F238E27FC236}">
                <a16:creationId xmlns:a16="http://schemas.microsoft.com/office/drawing/2014/main" id="{115CEC1B-8266-455B-8EA6-0AF032928B9E}"/>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3_o35">
            <a:extLst xmlns:a="http://schemas.openxmlformats.org/drawingml/2006/main">
              <a:ext uri="{FF2B5EF4-FFF2-40B4-BE49-F238E27FC236}">
                <a16:creationId xmlns:a16="http://schemas.microsoft.com/office/drawing/2014/main" id="{4D5DACE9-1BEB-4274-A050-8C59D349259F}"/>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3_o36">
            <a:extLst xmlns:a="http://schemas.openxmlformats.org/drawingml/2006/main">
              <a:ext uri="{FF2B5EF4-FFF2-40B4-BE49-F238E27FC236}">
                <a16:creationId xmlns:a16="http://schemas.microsoft.com/office/drawing/2014/main" id="{E7E58335-7C90-4D7D-9867-2BDE44A935E0}"/>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3_o37">
            <a:extLst xmlns:a="http://schemas.openxmlformats.org/drawingml/2006/main">
              <a:ext uri="{FF2B5EF4-FFF2-40B4-BE49-F238E27FC236}">
                <a16:creationId xmlns:a16="http://schemas.microsoft.com/office/drawing/2014/main" id="{5CC99AD2-1557-434B-82AC-661845E33407}"/>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3_o38">
            <a:extLst xmlns:a="http://schemas.openxmlformats.org/drawingml/2006/main">
              <a:ext uri="{FF2B5EF4-FFF2-40B4-BE49-F238E27FC236}">
                <a16:creationId xmlns:a16="http://schemas.microsoft.com/office/drawing/2014/main" id="{A59F0583-E6A2-4872-B27A-47E6B4A799C6}"/>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3_o39">
            <a:extLst xmlns:a="http://schemas.openxmlformats.org/drawingml/2006/main">
              <a:ext uri="{FF2B5EF4-FFF2-40B4-BE49-F238E27FC236}">
                <a16:creationId xmlns:a16="http://schemas.microsoft.com/office/drawing/2014/main" id="{B534FA5D-80AF-4FDC-8561-C85886E8D878}"/>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3_o40">
            <a:extLst xmlns:a="http://schemas.openxmlformats.org/drawingml/2006/main">
              <a:ext uri="{FF2B5EF4-FFF2-40B4-BE49-F238E27FC236}">
                <a16:creationId xmlns:a16="http://schemas.microsoft.com/office/drawing/2014/main" id="{EF781669-8673-4EC9-A280-E393C56F1BA9}"/>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3_o41">
            <a:extLst xmlns:a="http://schemas.openxmlformats.org/drawingml/2006/main">
              <a:ext uri="{FF2B5EF4-FFF2-40B4-BE49-F238E27FC236}">
                <a16:creationId xmlns:a16="http://schemas.microsoft.com/office/drawing/2014/main" id="{0BAF4435-75A1-4163-9614-8EEA41FA2947}"/>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3_o42">
            <a:extLst xmlns:a="http://schemas.openxmlformats.org/drawingml/2006/main">
              <a:ext uri="{FF2B5EF4-FFF2-40B4-BE49-F238E27FC236}">
                <a16:creationId xmlns:a16="http://schemas.microsoft.com/office/drawing/2014/main" id="{DA9C6324-9B18-4E1D-80A8-2481CCA1547D}"/>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3_o43">
            <a:extLst xmlns:a="http://schemas.openxmlformats.org/drawingml/2006/main">
              <a:ext uri="{FF2B5EF4-FFF2-40B4-BE49-F238E27FC236}">
                <a16:creationId xmlns:a16="http://schemas.microsoft.com/office/drawing/2014/main" id="{7C818803-255E-44BA-AEBF-82A1DBC4B7D0}"/>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3_o44">
            <a:extLst xmlns:a="http://schemas.openxmlformats.org/drawingml/2006/main">
              <a:ext uri="{FF2B5EF4-FFF2-40B4-BE49-F238E27FC236}">
                <a16:creationId xmlns:a16="http://schemas.microsoft.com/office/drawing/2014/main" id="{867ADC6F-E60B-4379-B829-A9925D37A595}"/>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3_o45">
            <a:extLst xmlns:a="http://schemas.openxmlformats.org/drawingml/2006/main">
              <a:ext uri="{FF2B5EF4-FFF2-40B4-BE49-F238E27FC236}">
                <a16:creationId xmlns:a16="http://schemas.microsoft.com/office/drawing/2014/main" id="{8359D781-0680-4762-AD8B-FD511440E887}"/>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3_o46">
            <a:extLst xmlns:a="http://schemas.openxmlformats.org/drawingml/2006/main">
              <a:ext uri="{FF2B5EF4-FFF2-40B4-BE49-F238E27FC236}">
                <a16:creationId xmlns:a16="http://schemas.microsoft.com/office/drawing/2014/main" id="{563A22F1-ED21-4216-945A-20539A8075D7}"/>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3_o47">
            <a:extLst xmlns:a="http://schemas.openxmlformats.org/drawingml/2006/main">
              <a:ext uri="{FF2B5EF4-FFF2-40B4-BE49-F238E27FC236}">
                <a16:creationId xmlns:a16="http://schemas.microsoft.com/office/drawing/2014/main" id="{7AFA657E-D934-4DAB-A9DE-7F07D8EC2602}"/>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3_o48">
            <a:extLst xmlns:a="http://schemas.openxmlformats.org/drawingml/2006/main">
              <a:ext uri="{FF2B5EF4-FFF2-40B4-BE49-F238E27FC236}">
                <a16:creationId xmlns:a16="http://schemas.microsoft.com/office/drawing/2014/main" id="{17D9ED57-B529-496A-80BB-82E091072D02}"/>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3_o49">
            <a:extLst xmlns:a="http://schemas.openxmlformats.org/drawingml/2006/main">
              <a:ext uri="{FF2B5EF4-FFF2-40B4-BE49-F238E27FC236}">
                <a16:creationId xmlns:a16="http://schemas.microsoft.com/office/drawing/2014/main" id="{3ADFDBD1-1B89-4899-BD6E-632C50F9FD28}"/>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3_o50">
            <a:extLst xmlns:a="http://schemas.openxmlformats.org/drawingml/2006/main">
              <a:ext uri="{FF2B5EF4-FFF2-40B4-BE49-F238E27FC236}">
                <a16:creationId xmlns:a16="http://schemas.microsoft.com/office/drawing/2014/main" id="{F17DEFDD-2FE3-40E2-9C96-8AA3481B0A1B}"/>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3_o51">
            <a:extLst xmlns:a="http://schemas.openxmlformats.org/drawingml/2006/main">
              <a:ext uri="{FF2B5EF4-FFF2-40B4-BE49-F238E27FC236}">
                <a16:creationId xmlns:a16="http://schemas.microsoft.com/office/drawing/2014/main" id="{FA2FEE99-0876-4901-A211-DC24DAFEDD60}"/>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3_o52">
            <a:extLst xmlns:a="http://schemas.openxmlformats.org/drawingml/2006/main">
              <a:ext uri="{FF2B5EF4-FFF2-40B4-BE49-F238E27FC236}">
                <a16:creationId xmlns:a16="http://schemas.microsoft.com/office/drawing/2014/main" id="{BCF0B465-F54F-4A1A-97FB-ECB2A6F87BE2}"/>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3_o53">
            <a:extLst xmlns:a="http://schemas.openxmlformats.org/drawingml/2006/main">
              <a:ext uri="{FF2B5EF4-FFF2-40B4-BE49-F238E27FC236}">
                <a16:creationId xmlns:a16="http://schemas.microsoft.com/office/drawing/2014/main" id="{47A15F85-03AF-4062-966E-B015B7D527E6}"/>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3_o54">
            <a:extLst xmlns:a="http://schemas.openxmlformats.org/drawingml/2006/main">
              <a:ext uri="{FF2B5EF4-FFF2-40B4-BE49-F238E27FC236}">
                <a16:creationId xmlns:a16="http://schemas.microsoft.com/office/drawing/2014/main" id="{30B47A71-A0CE-47ED-ABFB-32DDB5D507EF}"/>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3_o55">
            <a:extLst xmlns:a="http://schemas.openxmlformats.org/drawingml/2006/main">
              <a:ext uri="{FF2B5EF4-FFF2-40B4-BE49-F238E27FC236}">
                <a16:creationId xmlns:a16="http://schemas.microsoft.com/office/drawing/2014/main" id="{5C2AA2EC-1E1A-4E81-887A-159B1E8D9351}"/>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3_o56">
            <a:extLst xmlns:a="http://schemas.openxmlformats.org/drawingml/2006/main">
              <a:ext uri="{FF2B5EF4-FFF2-40B4-BE49-F238E27FC236}">
                <a16:creationId xmlns:a16="http://schemas.microsoft.com/office/drawing/2014/main" id="{502925B3-3F7F-4156-8303-04CEE951722A}"/>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3_o57">
            <a:extLst xmlns:a="http://schemas.openxmlformats.org/drawingml/2006/main">
              <a:ext uri="{FF2B5EF4-FFF2-40B4-BE49-F238E27FC236}">
                <a16:creationId xmlns:a16="http://schemas.microsoft.com/office/drawing/2014/main" id="{117BE310-1758-495A-9FBF-269EFB45D535}"/>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3_o58">
            <a:extLst xmlns:a="http://schemas.openxmlformats.org/drawingml/2006/main">
              <a:ext uri="{FF2B5EF4-FFF2-40B4-BE49-F238E27FC236}">
                <a16:creationId xmlns:a16="http://schemas.microsoft.com/office/drawing/2014/main" id="{B1A5E304-44A2-4F2D-8489-2A20114AA8FF}"/>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3_o59">
            <a:extLst xmlns:a="http://schemas.openxmlformats.org/drawingml/2006/main">
              <a:ext uri="{FF2B5EF4-FFF2-40B4-BE49-F238E27FC236}">
                <a16:creationId xmlns:a16="http://schemas.microsoft.com/office/drawing/2014/main" id="{7097F466-9810-4D3B-BDBB-5ACF22562CE4}"/>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3_o60">
            <a:extLst xmlns:a="http://schemas.openxmlformats.org/drawingml/2006/main">
              <a:ext uri="{FF2B5EF4-FFF2-40B4-BE49-F238E27FC236}">
                <a16:creationId xmlns:a16="http://schemas.microsoft.com/office/drawing/2014/main" id="{6E7CB3A3-27D4-410C-8DAD-973F3D8F5C66}"/>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3_o61">
            <a:extLst xmlns:a="http://schemas.openxmlformats.org/drawingml/2006/main">
              <a:ext uri="{FF2B5EF4-FFF2-40B4-BE49-F238E27FC236}">
                <a16:creationId xmlns:a16="http://schemas.microsoft.com/office/drawing/2014/main" id="{33B42A95-FB6C-47E3-8A07-416F8EE07C2B}"/>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3_o62">
            <a:extLst xmlns:a="http://schemas.openxmlformats.org/drawingml/2006/main">
              <a:ext uri="{FF2B5EF4-FFF2-40B4-BE49-F238E27FC236}">
                <a16:creationId xmlns:a16="http://schemas.microsoft.com/office/drawing/2014/main" id="{7650A651-79B2-4ED2-91FE-A9CCA123EB8D}"/>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3_o63">
            <a:extLst xmlns:a="http://schemas.openxmlformats.org/drawingml/2006/main">
              <a:ext uri="{FF2B5EF4-FFF2-40B4-BE49-F238E27FC236}">
                <a16:creationId xmlns:a16="http://schemas.microsoft.com/office/drawing/2014/main" id="{70DF3A5B-F075-4C25-BBDD-E9CED014924A}"/>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3_o64">
            <a:extLst xmlns:a="http://schemas.openxmlformats.org/drawingml/2006/main">
              <a:ext uri="{FF2B5EF4-FFF2-40B4-BE49-F238E27FC236}">
                <a16:creationId xmlns:a16="http://schemas.microsoft.com/office/drawing/2014/main" id="{CB3FD975-8A0C-44D1-B84A-0A60622630C7}"/>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3_o65">
            <a:extLst xmlns:a="http://schemas.openxmlformats.org/drawingml/2006/main">
              <a:ext uri="{FF2B5EF4-FFF2-40B4-BE49-F238E27FC236}">
                <a16:creationId xmlns:a16="http://schemas.microsoft.com/office/drawing/2014/main" id="{AE9B290B-856F-493F-9768-C70D7864EBDD}"/>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3_o66">
            <a:extLst xmlns:a="http://schemas.openxmlformats.org/drawingml/2006/main">
              <a:ext uri="{FF2B5EF4-FFF2-40B4-BE49-F238E27FC236}">
                <a16:creationId xmlns:a16="http://schemas.microsoft.com/office/drawing/2014/main" id="{F833A84E-E76E-4A04-BA06-8A6F3CCB3DA6}"/>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3_o67">
            <a:extLst xmlns:a="http://schemas.openxmlformats.org/drawingml/2006/main">
              <a:ext uri="{FF2B5EF4-FFF2-40B4-BE49-F238E27FC236}">
                <a16:creationId xmlns:a16="http://schemas.microsoft.com/office/drawing/2014/main" id="{B6DF3EA2-6B2C-4582-BC9A-E05AFDF97621}"/>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3_o68">
            <a:extLst xmlns:a="http://schemas.openxmlformats.org/drawingml/2006/main">
              <a:ext uri="{FF2B5EF4-FFF2-40B4-BE49-F238E27FC236}">
                <a16:creationId xmlns:a16="http://schemas.microsoft.com/office/drawing/2014/main" id="{75C331C7-5EF9-4262-BCBC-D38FDE7C36F4}"/>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3_o69">
            <a:extLst xmlns:a="http://schemas.openxmlformats.org/drawingml/2006/main">
              <a:ext uri="{FF2B5EF4-FFF2-40B4-BE49-F238E27FC236}">
                <a16:creationId xmlns:a16="http://schemas.microsoft.com/office/drawing/2014/main" id="{2CEF6C18-6E29-47A4-904D-0AE593420466}"/>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3_o70">
            <a:extLst xmlns:a="http://schemas.openxmlformats.org/drawingml/2006/main">
              <a:ext uri="{FF2B5EF4-FFF2-40B4-BE49-F238E27FC236}">
                <a16:creationId xmlns:a16="http://schemas.microsoft.com/office/drawing/2014/main" id="{BF942AEA-0A8C-4C61-AD30-F906C3E9CA5D}"/>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3_o71">
            <a:extLst xmlns:a="http://schemas.openxmlformats.org/drawingml/2006/main">
              <a:ext uri="{FF2B5EF4-FFF2-40B4-BE49-F238E27FC236}">
                <a16:creationId xmlns:a16="http://schemas.microsoft.com/office/drawing/2014/main" id="{F2A02CD4-1D79-4CFE-8002-198306FD2564}"/>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3_o72">
            <a:extLst xmlns:a="http://schemas.openxmlformats.org/drawingml/2006/main">
              <a:ext uri="{FF2B5EF4-FFF2-40B4-BE49-F238E27FC236}">
                <a16:creationId xmlns:a16="http://schemas.microsoft.com/office/drawing/2014/main" id="{286FE06D-7882-4297-A5BF-56DCD4DBE042}"/>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3_o73">
            <a:extLst xmlns:a="http://schemas.openxmlformats.org/drawingml/2006/main">
              <a:ext uri="{FF2B5EF4-FFF2-40B4-BE49-F238E27FC236}">
                <a16:creationId xmlns:a16="http://schemas.microsoft.com/office/drawing/2014/main" id="{449E6E67-D0A2-40D2-BB68-3C4BC1665764}"/>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3_o74">
            <a:extLst xmlns:a="http://schemas.openxmlformats.org/drawingml/2006/main">
              <a:ext uri="{FF2B5EF4-FFF2-40B4-BE49-F238E27FC236}">
                <a16:creationId xmlns:a16="http://schemas.microsoft.com/office/drawing/2014/main" id="{C96B9915-940A-4623-840A-A8B3D7AFF973}"/>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3_o75">
            <a:extLst xmlns:a="http://schemas.openxmlformats.org/drawingml/2006/main">
              <a:ext uri="{FF2B5EF4-FFF2-40B4-BE49-F238E27FC236}">
                <a16:creationId xmlns:a16="http://schemas.microsoft.com/office/drawing/2014/main" id="{8586AC81-1889-4BAE-94BD-803A67E9519E}"/>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3_o76">
            <a:extLst xmlns:a="http://schemas.openxmlformats.org/drawingml/2006/main">
              <a:ext uri="{FF2B5EF4-FFF2-40B4-BE49-F238E27FC236}">
                <a16:creationId xmlns:a16="http://schemas.microsoft.com/office/drawing/2014/main" id="{1162DF99-DEB7-486A-94A8-A3901F57622D}"/>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3_o77">
            <a:extLst xmlns:a="http://schemas.openxmlformats.org/drawingml/2006/main">
              <a:ext uri="{FF2B5EF4-FFF2-40B4-BE49-F238E27FC236}">
                <a16:creationId xmlns:a16="http://schemas.microsoft.com/office/drawing/2014/main" id="{ED78C814-9986-4A80-A947-7474F5015BA8}"/>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3_o78">
            <a:extLst xmlns:a="http://schemas.openxmlformats.org/drawingml/2006/main">
              <a:ext uri="{FF2B5EF4-FFF2-40B4-BE49-F238E27FC236}">
                <a16:creationId xmlns:a16="http://schemas.microsoft.com/office/drawing/2014/main" id="{FBD847BB-A589-450F-871C-BC5C744FAA63}"/>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3_o79">
            <a:extLst xmlns:a="http://schemas.openxmlformats.org/drawingml/2006/main">
              <a:ext uri="{FF2B5EF4-FFF2-40B4-BE49-F238E27FC236}">
                <a16:creationId xmlns:a16="http://schemas.microsoft.com/office/drawing/2014/main" id="{77A29C70-17A6-4F71-9937-D57B2FAC9B6D}"/>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3_o80">
            <a:extLst xmlns:a="http://schemas.openxmlformats.org/drawingml/2006/main">
              <a:ext uri="{FF2B5EF4-FFF2-40B4-BE49-F238E27FC236}">
                <a16:creationId xmlns:a16="http://schemas.microsoft.com/office/drawing/2014/main" id="{0CDC8933-50E3-46C2-8003-0C5024CDC7C0}"/>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3_o81">
            <a:extLst xmlns:a="http://schemas.openxmlformats.org/drawingml/2006/main">
              <a:ext uri="{FF2B5EF4-FFF2-40B4-BE49-F238E27FC236}">
                <a16:creationId xmlns:a16="http://schemas.microsoft.com/office/drawing/2014/main" id="{2C5D9BDE-018B-41A2-8F15-5B83BC38BD12}"/>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3_o82">
            <a:extLst xmlns:a="http://schemas.openxmlformats.org/drawingml/2006/main">
              <a:ext uri="{FF2B5EF4-FFF2-40B4-BE49-F238E27FC236}">
                <a16:creationId xmlns:a16="http://schemas.microsoft.com/office/drawing/2014/main" id="{E2737C7D-5927-4885-BAAD-7EDB9734860D}"/>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3_o83">
            <a:extLst xmlns:a="http://schemas.openxmlformats.org/drawingml/2006/main">
              <a:ext uri="{FF2B5EF4-FFF2-40B4-BE49-F238E27FC236}">
                <a16:creationId xmlns:a16="http://schemas.microsoft.com/office/drawing/2014/main" id="{2D74B656-F45C-40A3-8402-328FE3F6FDA6}"/>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3_o84">
            <a:extLst xmlns:a="http://schemas.openxmlformats.org/drawingml/2006/main">
              <a:ext uri="{FF2B5EF4-FFF2-40B4-BE49-F238E27FC236}">
                <a16:creationId xmlns:a16="http://schemas.microsoft.com/office/drawing/2014/main" id="{C6049B72-32FB-4DAE-9C02-0DCF9D9A1C7C}"/>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3_o85">
            <a:extLst xmlns:a="http://schemas.openxmlformats.org/drawingml/2006/main">
              <a:ext uri="{FF2B5EF4-FFF2-40B4-BE49-F238E27FC236}">
                <a16:creationId xmlns:a16="http://schemas.microsoft.com/office/drawing/2014/main" id="{BC8F89BF-4BEC-4932-8BA8-984EEE2EFE5F}"/>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3_o86">
            <a:extLst xmlns:a="http://schemas.openxmlformats.org/drawingml/2006/main">
              <a:ext uri="{FF2B5EF4-FFF2-40B4-BE49-F238E27FC236}">
                <a16:creationId xmlns:a16="http://schemas.microsoft.com/office/drawing/2014/main" id="{C77363E4-040E-43D7-91B0-DCD504558FCC}"/>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3_o87">
            <a:extLst xmlns:a="http://schemas.openxmlformats.org/drawingml/2006/main">
              <a:ext uri="{FF2B5EF4-FFF2-40B4-BE49-F238E27FC236}">
                <a16:creationId xmlns:a16="http://schemas.microsoft.com/office/drawing/2014/main" id="{E3166164-C904-440C-B7E6-925590390887}"/>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3_o88">
            <a:extLst xmlns:a="http://schemas.openxmlformats.org/drawingml/2006/main">
              <a:ext uri="{FF2B5EF4-FFF2-40B4-BE49-F238E27FC236}">
                <a16:creationId xmlns:a16="http://schemas.microsoft.com/office/drawing/2014/main" id="{21A75DF8-DC85-4472-8375-3B98286232B3}"/>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3_o89">
            <a:extLst xmlns:a="http://schemas.openxmlformats.org/drawingml/2006/main">
              <a:ext uri="{FF2B5EF4-FFF2-40B4-BE49-F238E27FC236}">
                <a16:creationId xmlns:a16="http://schemas.microsoft.com/office/drawing/2014/main" id="{1711DECC-41F8-42F2-A0D8-7606DE90E264}"/>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3_o90">
            <a:extLst xmlns:a="http://schemas.openxmlformats.org/drawingml/2006/main">
              <a:ext uri="{FF2B5EF4-FFF2-40B4-BE49-F238E27FC236}">
                <a16:creationId xmlns:a16="http://schemas.microsoft.com/office/drawing/2014/main" id="{3528B9A9-4910-4C49-9F5B-4A5167CF4E63}"/>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3_o91">
            <a:extLst xmlns:a="http://schemas.openxmlformats.org/drawingml/2006/main">
              <a:ext uri="{FF2B5EF4-FFF2-40B4-BE49-F238E27FC236}">
                <a16:creationId xmlns:a16="http://schemas.microsoft.com/office/drawing/2014/main" id="{2C31F627-CBEB-4125-9D6D-00768B44AB6C}"/>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3_o92">
            <a:extLst xmlns:a="http://schemas.openxmlformats.org/drawingml/2006/main">
              <a:ext uri="{FF2B5EF4-FFF2-40B4-BE49-F238E27FC236}">
                <a16:creationId xmlns:a16="http://schemas.microsoft.com/office/drawing/2014/main" id="{5FBF74C3-82A8-4C11-91C9-61E2D54B2426}"/>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3_o93">
            <a:extLst xmlns:a="http://schemas.openxmlformats.org/drawingml/2006/main">
              <a:ext uri="{FF2B5EF4-FFF2-40B4-BE49-F238E27FC236}">
                <a16:creationId xmlns:a16="http://schemas.microsoft.com/office/drawing/2014/main" id="{F3E5E1D2-EEF6-4EB5-A4C9-082E8A1E2B9D}"/>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3_o94">
            <a:extLst xmlns:a="http://schemas.openxmlformats.org/drawingml/2006/main">
              <a:ext uri="{FF2B5EF4-FFF2-40B4-BE49-F238E27FC236}">
                <a16:creationId xmlns:a16="http://schemas.microsoft.com/office/drawing/2014/main" id="{2A7C59A1-D0C7-4310-9210-29230DB87EBD}"/>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3_o95">
            <a:extLst xmlns:a="http://schemas.openxmlformats.org/drawingml/2006/main">
              <a:ext uri="{FF2B5EF4-FFF2-40B4-BE49-F238E27FC236}">
                <a16:creationId xmlns:a16="http://schemas.microsoft.com/office/drawing/2014/main" id="{BD6EB567-CFE1-413C-8C08-179C1E99B439}"/>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3_o96">
            <a:extLst xmlns:a="http://schemas.openxmlformats.org/drawingml/2006/main">
              <a:ext uri="{FF2B5EF4-FFF2-40B4-BE49-F238E27FC236}">
                <a16:creationId xmlns:a16="http://schemas.microsoft.com/office/drawing/2014/main" id="{23DC64F8-3FBA-4CB2-A2B2-25D746157582}"/>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3_o97">
            <a:extLst xmlns:a="http://schemas.openxmlformats.org/drawingml/2006/main">
              <a:ext uri="{FF2B5EF4-FFF2-40B4-BE49-F238E27FC236}">
                <a16:creationId xmlns:a16="http://schemas.microsoft.com/office/drawing/2014/main" id="{0D9C563E-4071-4C1A-AB07-94B012CF24F7}"/>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3_o98">
            <a:extLst xmlns:a="http://schemas.openxmlformats.org/drawingml/2006/main">
              <a:ext uri="{FF2B5EF4-FFF2-40B4-BE49-F238E27FC236}">
                <a16:creationId xmlns:a16="http://schemas.microsoft.com/office/drawing/2014/main" id="{28B8112B-CD08-474D-8FBC-0AB7F2576852}"/>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3_o99">
            <a:extLst xmlns:a="http://schemas.openxmlformats.org/drawingml/2006/main">
              <a:ext uri="{FF2B5EF4-FFF2-40B4-BE49-F238E27FC236}">
                <a16:creationId xmlns:a16="http://schemas.microsoft.com/office/drawing/2014/main" id="{40718B1C-48D4-4321-A306-A56A6CAD48B8}"/>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3_o100">
            <a:extLst xmlns:a="http://schemas.openxmlformats.org/drawingml/2006/main">
              <a:ext uri="{FF2B5EF4-FFF2-40B4-BE49-F238E27FC236}">
                <a16:creationId xmlns:a16="http://schemas.microsoft.com/office/drawing/2014/main" id="{C37485CF-2F36-40F0-8AA3-585713B79715}"/>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3_o101">
            <a:extLst xmlns:a="http://schemas.openxmlformats.org/drawingml/2006/main">
              <a:ext uri="{FF2B5EF4-FFF2-40B4-BE49-F238E27FC236}">
                <a16:creationId xmlns:a16="http://schemas.microsoft.com/office/drawing/2014/main" id="{7F3A4994-EB94-4CAB-A025-EFD5BD73C62E}"/>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3_o102">
            <a:extLst xmlns:a="http://schemas.openxmlformats.org/drawingml/2006/main">
              <a:ext uri="{FF2B5EF4-FFF2-40B4-BE49-F238E27FC236}">
                <a16:creationId xmlns:a16="http://schemas.microsoft.com/office/drawing/2014/main" id="{F3341A9F-B737-430E-BBF2-0184F2367F6D}"/>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3_o103">
            <a:extLst xmlns:a="http://schemas.openxmlformats.org/drawingml/2006/main">
              <a:ext uri="{FF2B5EF4-FFF2-40B4-BE49-F238E27FC236}">
                <a16:creationId xmlns:a16="http://schemas.microsoft.com/office/drawing/2014/main" id="{EB63F0E3-7C4D-492B-9877-6D7F35A5F5BE}"/>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3_o104">
            <a:extLst xmlns:a="http://schemas.openxmlformats.org/drawingml/2006/main">
              <a:ext uri="{FF2B5EF4-FFF2-40B4-BE49-F238E27FC236}">
                <a16:creationId xmlns:a16="http://schemas.microsoft.com/office/drawing/2014/main" id="{0ECF1D37-EBF6-46FB-BE2D-D543398692B9}"/>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3_o105">
            <a:extLst xmlns:a="http://schemas.openxmlformats.org/drawingml/2006/main">
              <a:ext uri="{FF2B5EF4-FFF2-40B4-BE49-F238E27FC236}">
                <a16:creationId xmlns:a16="http://schemas.microsoft.com/office/drawing/2014/main" id="{31562117-164F-4D01-AC92-C4F14086B8A6}"/>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3_o106">
            <a:extLst xmlns:a="http://schemas.openxmlformats.org/drawingml/2006/main">
              <a:ext uri="{FF2B5EF4-FFF2-40B4-BE49-F238E27FC236}">
                <a16:creationId xmlns:a16="http://schemas.microsoft.com/office/drawing/2014/main" id="{46CE5089-CEC9-4267-BAC0-3F485A85F289}"/>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3_o107">
            <a:extLst xmlns:a="http://schemas.openxmlformats.org/drawingml/2006/main">
              <a:ext uri="{FF2B5EF4-FFF2-40B4-BE49-F238E27FC236}">
                <a16:creationId xmlns:a16="http://schemas.microsoft.com/office/drawing/2014/main" id="{221AFF70-4EE7-45B1-8BC1-12174B072977}"/>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3_o108">
            <a:extLst xmlns:a="http://schemas.openxmlformats.org/drawingml/2006/main">
              <a:ext uri="{FF2B5EF4-FFF2-40B4-BE49-F238E27FC236}">
                <a16:creationId xmlns:a16="http://schemas.microsoft.com/office/drawing/2014/main" id="{F2E159F9-93E5-4400-9EC5-97157E183339}"/>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3_o109">
            <a:extLst xmlns:a="http://schemas.openxmlformats.org/drawingml/2006/main">
              <a:ext uri="{FF2B5EF4-FFF2-40B4-BE49-F238E27FC236}">
                <a16:creationId xmlns:a16="http://schemas.microsoft.com/office/drawing/2014/main" id="{03F94D7A-A96B-400F-B54C-1034D0BCC234}"/>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3_o110">
            <a:extLst xmlns:a="http://schemas.openxmlformats.org/drawingml/2006/main">
              <a:ext uri="{FF2B5EF4-FFF2-40B4-BE49-F238E27FC236}">
                <a16:creationId xmlns:a16="http://schemas.microsoft.com/office/drawing/2014/main" id="{9DC3DC66-D3E7-466A-91F0-07B29634292B}"/>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3_o111">
            <a:extLst xmlns:a="http://schemas.openxmlformats.org/drawingml/2006/main">
              <a:ext uri="{FF2B5EF4-FFF2-40B4-BE49-F238E27FC236}">
                <a16:creationId xmlns:a16="http://schemas.microsoft.com/office/drawing/2014/main" id="{720F2004-E685-41A1-8952-CF1651468A86}"/>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3_o112">
            <a:extLst xmlns:a="http://schemas.openxmlformats.org/drawingml/2006/main">
              <a:ext uri="{FF2B5EF4-FFF2-40B4-BE49-F238E27FC236}">
                <a16:creationId xmlns:a16="http://schemas.microsoft.com/office/drawing/2014/main" id="{4536C464-DF14-4AFF-AE5A-C9DA6AE66007}"/>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3_o113">
            <a:extLst xmlns:a="http://schemas.openxmlformats.org/drawingml/2006/main">
              <a:ext uri="{FF2B5EF4-FFF2-40B4-BE49-F238E27FC236}">
                <a16:creationId xmlns:a16="http://schemas.microsoft.com/office/drawing/2014/main" id="{D27F56AC-DA09-4278-ACA0-F541A24A0468}"/>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3_o114">
            <a:extLst xmlns:a="http://schemas.openxmlformats.org/drawingml/2006/main">
              <a:ext uri="{FF2B5EF4-FFF2-40B4-BE49-F238E27FC236}">
                <a16:creationId xmlns:a16="http://schemas.microsoft.com/office/drawing/2014/main" id="{55888657-5EFA-43FF-9D32-194222AFA9D5}"/>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3_o115">
            <a:extLst xmlns:a="http://schemas.openxmlformats.org/drawingml/2006/main">
              <a:ext uri="{FF2B5EF4-FFF2-40B4-BE49-F238E27FC236}">
                <a16:creationId xmlns:a16="http://schemas.microsoft.com/office/drawing/2014/main" id="{13844703-A242-4294-8DED-63993F53F8DC}"/>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3_o116">
            <a:extLst xmlns:a="http://schemas.openxmlformats.org/drawingml/2006/main">
              <a:ext uri="{FF2B5EF4-FFF2-40B4-BE49-F238E27FC236}">
                <a16:creationId xmlns:a16="http://schemas.microsoft.com/office/drawing/2014/main" id="{CB8721A4-E840-44D3-B65B-2E0B02737D9D}"/>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3_o117">
            <a:extLst xmlns:a="http://schemas.openxmlformats.org/drawingml/2006/main">
              <a:ext uri="{FF2B5EF4-FFF2-40B4-BE49-F238E27FC236}">
                <a16:creationId xmlns:a16="http://schemas.microsoft.com/office/drawing/2014/main" id="{6D26BBF9-4C41-432A-9031-C09B017339CB}"/>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3_o118">
            <a:extLst xmlns:a="http://schemas.openxmlformats.org/drawingml/2006/main">
              <a:ext uri="{FF2B5EF4-FFF2-40B4-BE49-F238E27FC236}">
                <a16:creationId xmlns:a16="http://schemas.microsoft.com/office/drawing/2014/main" id="{CACFD199-A588-42C3-BC46-FE7695B21094}"/>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3_o119">
            <a:extLst xmlns:a="http://schemas.openxmlformats.org/drawingml/2006/main">
              <a:ext uri="{FF2B5EF4-FFF2-40B4-BE49-F238E27FC236}">
                <a16:creationId xmlns:a16="http://schemas.microsoft.com/office/drawing/2014/main" id="{BC6061AC-3482-4137-B0EE-B0A25DF5F769}"/>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3_o120">
            <a:extLst xmlns:a="http://schemas.openxmlformats.org/drawingml/2006/main">
              <a:ext uri="{FF2B5EF4-FFF2-40B4-BE49-F238E27FC236}">
                <a16:creationId xmlns:a16="http://schemas.microsoft.com/office/drawing/2014/main" id="{50463E39-B46C-43AA-81D6-5C7747761AA9}"/>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3_o121">
            <a:extLst xmlns:a="http://schemas.openxmlformats.org/drawingml/2006/main">
              <a:ext uri="{FF2B5EF4-FFF2-40B4-BE49-F238E27FC236}">
                <a16:creationId xmlns:a16="http://schemas.microsoft.com/office/drawing/2014/main" id="{6BD0E44C-2F0E-4050-82F1-73D3CB139CE6}"/>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3_o122">
            <a:extLst xmlns:a="http://schemas.openxmlformats.org/drawingml/2006/main">
              <a:ext uri="{FF2B5EF4-FFF2-40B4-BE49-F238E27FC236}">
                <a16:creationId xmlns:a16="http://schemas.microsoft.com/office/drawing/2014/main" id="{7C579D2E-DCBE-4930-B5B0-68AF44903FC6}"/>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3_o123">
            <a:extLst xmlns:a="http://schemas.openxmlformats.org/drawingml/2006/main">
              <a:ext uri="{FF2B5EF4-FFF2-40B4-BE49-F238E27FC236}">
                <a16:creationId xmlns:a16="http://schemas.microsoft.com/office/drawing/2014/main" id="{50F2FCF8-0919-43CB-90AA-8B1B596CC46E}"/>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3_o124">
            <a:extLst xmlns:a="http://schemas.openxmlformats.org/drawingml/2006/main">
              <a:ext uri="{FF2B5EF4-FFF2-40B4-BE49-F238E27FC236}">
                <a16:creationId xmlns:a16="http://schemas.microsoft.com/office/drawing/2014/main" id="{B7C26CC4-BEDD-4696-8627-C5CED4F31932}"/>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3_o125">
            <a:extLst xmlns:a="http://schemas.openxmlformats.org/drawingml/2006/main">
              <a:ext uri="{FF2B5EF4-FFF2-40B4-BE49-F238E27FC236}">
                <a16:creationId xmlns:a16="http://schemas.microsoft.com/office/drawing/2014/main" id="{4AC5C6C1-4D31-4B51-888B-21CFA082555C}"/>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3_o126">
            <a:extLst xmlns:a="http://schemas.openxmlformats.org/drawingml/2006/main">
              <a:ext uri="{FF2B5EF4-FFF2-40B4-BE49-F238E27FC236}">
                <a16:creationId xmlns:a16="http://schemas.microsoft.com/office/drawing/2014/main" id="{899CBB1E-C831-408D-9072-519C371608A0}"/>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3_o127">
            <a:extLst xmlns:a="http://schemas.openxmlformats.org/drawingml/2006/main">
              <a:ext uri="{FF2B5EF4-FFF2-40B4-BE49-F238E27FC236}">
                <a16:creationId xmlns:a16="http://schemas.microsoft.com/office/drawing/2014/main" id="{2F9EE8B7-A0D7-482D-B083-388CD3D728BD}"/>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3_o128">
            <a:extLst xmlns:a="http://schemas.openxmlformats.org/drawingml/2006/main">
              <a:ext uri="{FF2B5EF4-FFF2-40B4-BE49-F238E27FC236}">
                <a16:creationId xmlns:a16="http://schemas.microsoft.com/office/drawing/2014/main" id="{A91BEBE1-295B-4F74-AEC0-7640857EECF2}"/>
              </a:ext>
            </a:extLst>
          </p:cNvPr>
          <p:cNvSpPr>
            <a:spLocks xmlns:a="http://schemas.openxmlformats.org/drawingml/2006/main" noGrp="1"/>
          </p:cNvSpPr>
          <p:nvPr/>
        </p:nvSpPr>
        <p:spPr>
          <a:xfrm xmlns:a="http://schemas.openxmlformats.org/drawingml/2006/main">
            <a:off x="152400" y="25400"/>
            <a:ext cx="118364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Capability circuit blueprint</a:t>
            </a:r>
          </a:p>
        </p:txBody>
      </p:sp>
      <p:sp>
        <p:nvSpPr>
          <p:cNvPr id="129" name="capability_v1_s3_o129">
            <a:extLst xmlns:a="http://schemas.openxmlformats.org/drawingml/2006/main">
              <a:ext uri="{FF2B5EF4-FFF2-40B4-BE49-F238E27FC236}">
                <a16:creationId xmlns:a16="http://schemas.microsoft.com/office/drawing/2014/main" id="{DEC559A4-976E-4798-9414-A6CD0C94747D}"/>
              </a:ext>
            </a:extLst>
          </p:cNvPr>
          <p:cNvSpPr>
            <a:spLocks xmlns:a="http://schemas.openxmlformats.org/drawingml/2006/main" noGrp="1"/>
          </p:cNvSpPr>
          <p:nvPr/>
        </p:nvSpPr>
        <p:spPr>
          <a:xfrm xmlns:a="http://schemas.openxmlformats.org/drawingml/2006/main">
            <a:off x="177800" y="495300"/>
            <a:ext cx="11836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read-capability-dsl-source</a:t>
            </a:r>
          </a:p>
        </p:txBody>
      </p:sp>
      <p:sp>
        <p:nvSpPr>
          <p:cNvPr id="130" name="capability_v1_s3_o130">
            <a:extLst xmlns:a="http://schemas.openxmlformats.org/drawingml/2006/main">
              <a:ext uri="{FF2B5EF4-FFF2-40B4-BE49-F238E27FC236}">
                <a16:creationId xmlns:a16="http://schemas.microsoft.com/office/drawing/2014/main" id="{E4EBA084-EAB9-4287-9515-9D21D06EBAE1}"/>
              </a:ext>
            </a:extLst>
          </p:cNvPr>
          <p:cNvSpPr>
            <a:spLocks xmlns:a="http://schemas.openxmlformats.org/drawingml/2006/main" noGrp="1"/>
          </p:cNvSpPr>
          <p:nvPr/>
        </p:nvSpPr>
        <p:spPr>
          <a:xfrm xmlns:a="http://schemas.openxmlformats.org/drawingml/2006/main">
            <a:off x="177800" y="825500"/>
            <a:ext cx="118364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Scenario portfolio and drill-down map</a:t>
            </a:r>
          </a:p>
        </p:txBody>
      </p:sp>
      <p:sp>
        <p:nvSpPr>
          <p:cNvPr id="131" name="capability_v1_s3_o131">
            <a:extLst xmlns:a="http://schemas.openxmlformats.org/drawingml/2006/main">
              <a:ext uri="{FF2B5EF4-FFF2-40B4-BE49-F238E27FC236}">
                <a16:creationId xmlns:a16="http://schemas.microsoft.com/office/drawing/2014/main" id="{2C71BEE7-D784-4247-A524-F2A443658A54}"/>
              </a:ext>
            </a:extLst>
          </p:cNvPr>
          <p:cNvSpPr>
            <a:spLocks xmlns:a="http://schemas.openxmlformats.org/drawingml/2006/main" noGrp="1"/>
          </p:cNvSpPr>
          <p:nvPr/>
        </p:nvSpPr>
        <p:spPr>
          <a:xfrm xmlns:a="http://schemas.openxmlformats.org/drawingml/2006/main">
            <a:off x="101600" y="1181100"/>
            <a:ext cx="11988800" cy="45212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132" name="capability_v1_s3_o132">
            <a:extLst xmlns:a="http://schemas.openxmlformats.org/drawingml/2006/main">
              <a:ext uri="{FF2B5EF4-FFF2-40B4-BE49-F238E27FC236}">
                <a16:creationId xmlns:a16="http://schemas.microsoft.com/office/drawing/2014/main" id="{C3A7C12F-4C23-4195-9469-06C8D7AACC8A}"/>
              </a:ext>
            </a:extLst>
          </p:cNvPr>
          <p:cNvSpPr>
            <a:spLocks xmlns:a="http://schemas.openxmlformats.org/drawingml/2006/main" noGrp="1"/>
          </p:cNvSpPr>
          <p:nvPr/>
        </p:nvSpPr>
        <p:spPr>
          <a:xfrm xmlns:a="http://schemas.openxmlformats.org/drawingml/2006/main">
            <a:off x="114300" y="1193800"/>
            <a:ext cx="11963400" cy="3175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3" name="capability_v1_s3_o133">
            <a:extLst xmlns:a="http://schemas.openxmlformats.org/drawingml/2006/main">
              <a:ext uri="{FF2B5EF4-FFF2-40B4-BE49-F238E27FC236}">
                <a16:creationId xmlns:a16="http://schemas.microsoft.com/office/drawing/2014/main" id="{1685DA24-8746-42B2-983A-C795C9A94423}"/>
              </a:ext>
            </a:extLst>
          </p:cNvPr>
          <p:cNvSpPr>
            <a:spLocks xmlns:a="http://schemas.openxmlformats.org/drawingml/2006/main" noGrp="1"/>
          </p:cNvSpPr>
          <p:nvPr/>
        </p:nvSpPr>
        <p:spPr>
          <a:xfrm xmlns:a="http://schemas.openxmlformats.org/drawingml/2006/main">
            <a:off x="203200" y="1193800"/>
            <a:ext cx="4699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134" name="capability_v1_s3_o134">
            <a:extLst xmlns:a="http://schemas.openxmlformats.org/drawingml/2006/main">
              <a:ext uri="{FF2B5EF4-FFF2-40B4-BE49-F238E27FC236}">
                <a16:creationId xmlns:a16="http://schemas.microsoft.com/office/drawing/2014/main" id="{4CC1C58B-DAAC-40E6-A631-37A27DF947E9}"/>
              </a:ext>
            </a:extLst>
          </p:cNvPr>
          <p:cNvSpPr>
            <a:spLocks xmlns:a="http://schemas.openxmlformats.org/drawingml/2006/main" noGrp="1"/>
          </p:cNvSpPr>
          <p:nvPr/>
        </p:nvSpPr>
        <p:spPr>
          <a:xfrm xmlns:a="http://schemas.openxmlformats.org/drawingml/2006/main">
            <a:off x="5588000" y="1295400"/>
            <a:ext cx="101600" cy="1016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35" name="capability_v1_s3_o135">
            <a:extLst xmlns:a="http://schemas.openxmlformats.org/drawingml/2006/main">
              <a:ext uri="{FF2B5EF4-FFF2-40B4-BE49-F238E27FC236}">
                <a16:creationId xmlns:a16="http://schemas.microsoft.com/office/drawing/2014/main" id="{6EDC9AE2-76E0-4700-AB44-1453D33FF9CB}"/>
              </a:ext>
            </a:extLst>
          </p:cNvPr>
          <p:cNvSpPr>
            <a:spLocks xmlns:a="http://schemas.openxmlformats.org/drawingml/2006/main" noGrp="1"/>
          </p:cNvSpPr>
          <p:nvPr/>
        </p:nvSpPr>
        <p:spPr>
          <a:xfrm xmlns:a="http://schemas.openxmlformats.org/drawingml/2006/main">
            <a:off x="570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F6B94D"/>
                </a:solidFill>
                <a:latin typeface="Arial"/>
                <a:ea typeface="Arial"/>
                <a:cs typeface="Arial"/>
              </a:defRPr>
            </a:defPPr>
          </a:lstStyle>
          <a:p xmlns:a="http://schemas.openxmlformats.org/drawingml/2006/main">
            <a:pPr algn="l">
              <a:lnSpc>
                <a:spcPct val="108000"/>
              </a:lnSpc>
              <a:buNone/>
              <a:defRPr sz="850" b="0">
                <a:solidFill>
                  <a:srgbClr val="F6B94D"/>
                </a:solidFill>
                <a:latin typeface="Arial"/>
                <a:ea typeface="Arial"/>
                <a:cs typeface="Arial"/>
              </a:defRPr>
            </a:pPr>
            <a:r>
              <a:rPr sz="850" b="0">
                <a:solidFill>
                  <a:srgbClr val="F6B94D"/>
                </a:solidFill>
                <a:latin typeface="Arial"/>
                <a:ea typeface="Arial"/>
                <a:cs typeface="Arial"/>
              </a:rPr>
              <a:t>Input</a:t>
            </a:r>
          </a:p>
        </p:txBody>
      </p:sp>
      <p:sp>
        <p:nvSpPr>
          <p:cNvPr id="136" name="capability_v1_s3_o136">
            <a:extLst xmlns:a="http://schemas.openxmlformats.org/drawingml/2006/main">
              <a:ext uri="{FF2B5EF4-FFF2-40B4-BE49-F238E27FC236}">
                <a16:creationId xmlns:a16="http://schemas.microsoft.com/office/drawing/2014/main" id="{1600CA82-DEBC-42ED-B6B6-813A9FC6DC99}"/>
              </a:ext>
            </a:extLst>
          </p:cNvPr>
          <p:cNvSpPr>
            <a:spLocks xmlns:a="http://schemas.openxmlformats.org/drawingml/2006/main" noGrp="1"/>
          </p:cNvSpPr>
          <p:nvPr/>
        </p:nvSpPr>
        <p:spPr>
          <a:xfrm xmlns:a="http://schemas.openxmlformats.org/drawingml/2006/main">
            <a:off x="6858000" y="1295400"/>
            <a:ext cx="101600" cy="101600"/>
          </a:xfrm>
          <a:prstGeom xmlns:a="http://schemas.openxmlformats.org/drawingml/2006/main" prst="rect">
            <a:avLst/>
          </a:prstGeom>
          <a:noFill xmlns:a="http://schemas.openxmlformats.org/drawingml/2006/main"/>
          <a:ln xmlns:a="http://schemas.openxmlformats.org/drawingml/2006/main" w="10160">
            <a:solidFill>
              <a:srgbClr val="45A7FF"/>
            </a:solidFill>
          </a:ln>
        </p:spPr>
      </p:sp>
      <p:sp>
        <p:nvSpPr>
          <p:cNvPr id="137" name="capability_v1_s3_o137">
            <a:extLst xmlns:a="http://schemas.openxmlformats.org/drawingml/2006/main">
              <a:ext uri="{FF2B5EF4-FFF2-40B4-BE49-F238E27FC236}">
                <a16:creationId xmlns:a16="http://schemas.microsoft.com/office/drawing/2014/main" id="{6F189331-966A-4B76-803D-17212F967237}"/>
              </a:ext>
            </a:extLst>
          </p:cNvPr>
          <p:cNvSpPr>
            <a:spLocks xmlns:a="http://schemas.openxmlformats.org/drawingml/2006/main" noGrp="1"/>
          </p:cNvSpPr>
          <p:nvPr/>
        </p:nvSpPr>
        <p:spPr>
          <a:xfrm xmlns:a="http://schemas.openxmlformats.org/drawingml/2006/main">
            <a:off x="697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5A7FF"/>
                </a:solidFill>
                <a:latin typeface="Arial"/>
                <a:ea typeface="Arial"/>
                <a:cs typeface="Arial"/>
              </a:defRPr>
            </a:defPPr>
          </a:lstStyle>
          <a:p xmlns:a="http://schemas.openxmlformats.org/drawingml/2006/main">
            <a:pPr algn="l">
              <a:lnSpc>
                <a:spcPct val="108000"/>
              </a:lnSpc>
              <a:buNone/>
              <a:defRPr sz="850" b="0">
                <a:solidFill>
                  <a:srgbClr val="45A7FF"/>
                </a:solidFill>
                <a:latin typeface="Arial"/>
                <a:ea typeface="Arial"/>
                <a:cs typeface="Arial"/>
              </a:defRPr>
            </a:pPr>
            <a:r>
              <a:rPr sz="850" b="0">
                <a:solidFill>
                  <a:srgbClr val="45A7FF"/>
                </a:solidFill>
                <a:latin typeface="Arial"/>
                <a:ea typeface="Arial"/>
                <a:cs typeface="Arial"/>
              </a:rPr>
              <a:t>Scenario</a:t>
            </a:r>
          </a:p>
        </p:txBody>
      </p:sp>
      <p:sp>
        <p:nvSpPr>
          <p:cNvPr id="138" name="capability_v1_s3_o138">
            <a:extLst xmlns:a="http://schemas.openxmlformats.org/drawingml/2006/main">
              <a:ext uri="{FF2B5EF4-FFF2-40B4-BE49-F238E27FC236}">
                <a16:creationId xmlns:a16="http://schemas.microsoft.com/office/drawing/2014/main" id="{E157E9A0-EC10-4EEE-907A-1DE1C9AFFDE2}"/>
              </a:ext>
            </a:extLst>
          </p:cNvPr>
          <p:cNvSpPr>
            <a:spLocks xmlns:a="http://schemas.openxmlformats.org/drawingml/2006/main" noGrp="1"/>
          </p:cNvSpPr>
          <p:nvPr/>
        </p:nvSpPr>
        <p:spPr>
          <a:xfrm xmlns:a="http://schemas.openxmlformats.org/drawingml/2006/main">
            <a:off x="8128000" y="1295400"/>
            <a:ext cx="101600" cy="101600"/>
          </a:xfrm>
          <a:prstGeom xmlns:a="http://schemas.openxmlformats.org/drawingml/2006/main" prst="rect">
            <a:avLst/>
          </a:prstGeom>
          <a:noFill xmlns:a="http://schemas.openxmlformats.org/drawingml/2006/main"/>
          <a:ln xmlns:a="http://schemas.openxmlformats.org/drawingml/2006/main" w="10160">
            <a:solidFill>
              <a:srgbClr val="A98AF2"/>
            </a:solidFill>
          </a:ln>
        </p:spPr>
      </p:sp>
      <p:sp>
        <p:nvSpPr>
          <p:cNvPr id="139" name="capability_v1_s3_o139">
            <a:extLst xmlns:a="http://schemas.openxmlformats.org/drawingml/2006/main">
              <a:ext uri="{FF2B5EF4-FFF2-40B4-BE49-F238E27FC236}">
                <a16:creationId xmlns:a16="http://schemas.microsoft.com/office/drawing/2014/main" id="{54BD8D25-C96F-467A-9820-C97D2EEE0C5F}"/>
              </a:ext>
            </a:extLst>
          </p:cNvPr>
          <p:cNvSpPr>
            <a:spLocks xmlns:a="http://schemas.openxmlformats.org/drawingml/2006/main" noGrp="1"/>
          </p:cNvSpPr>
          <p:nvPr/>
        </p:nvSpPr>
        <p:spPr>
          <a:xfrm xmlns:a="http://schemas.openxmlformats.org/drawingml/2006/main">
            <a:off x="824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98AF2"/>
                </a:solidFill>
                <a:latin typeface="Arial"/>
                <a:ea typeface="Arial"/>
                <a:cs typeface="Arial"/>
              </a:defRPr>
            </a:defPPr>
          </a:lstStyle>
          <a:p xmlns:a="http://schemas.openxmlformats.org/drawingml/2006/main">
            <a:pPr algn="l">
              <a:lnSpc>
                <a:spcPct val="108000"/>
              </a:lnSpc>
              <a:buNone/>
              <a:defRPr sz="850" b="0">
                <a:solidFill>
                  <a:srgbClr val="A98AF2"/>
                </a:solidFill>
                <a:latin typeface="Arial"/>
                <a:ea typeface="Arial"/>
                <a:cs typeface="Arial"/>
              </a:defRPr>
            </a:pPr>
            <a:r>
              <a:rPr sz="850" b="0">
                <a:solidFill>
                  <a:srgbClr val="A98AF2"/>
                </a:solidFill>
                <a:latin typeface="Arial"/>
                <a:ea typeface="Arial"/>
                <a:cs typeface="Arial"/>
              </a:rPr>
              <a:t>Provider</a:t>
            </a:r>
          </a:p>
        </p:txBody>
      </p:sp>
      <p:sp>
        <p:nvSpPr>
          <p:cNvPr id="140" name="capability_v1_s3_o140">
            <a:extLst xmlns:a="http://schemas.openxmlformats.org/drawingml/2006/main">
              <a:ext uri="{FF2B5EF4-FFF2-40B4-BE49-F238E27FC236}">
                <a16:creationId xmlns:a16="http://schemas.microsoft.com/office/drawing/2014/main" id="{0A20E4A8-76DC-4FCB-8F7B-2B40D366ECC9}"/>
              </a:ext>
            </a:extLst>
          </p:cNvPr>
          <p:cNvSpPr>
            <a:spLocks xmlns:a="http://schemas.openxmlformats.org/drawingml/2006/main" noGrp="1"/>
          </p:cNvSpPr>
          <p:nvPr/>
        </p:nvSpPr>
        <p:spPr>
          <a:xfrm xmlns:a="http://schemas.openxmlformats.org/drawingml/2006/main">
            <a:off x="9398000" y="1295400"/>
            <a:ext cx="101600" cy="101600"/>
          </a:xfrm>
          <a:prstGeom xmlns:a="http://schemas.openxmlformats.org/drawingml/2006/main" prst="rect">
            <a:avLst/>
          </a:prstGeom>
          <a:noFill xmlns:a="http://schemas.openxmlformats.org/drawingml/2006/main"/>
          <a:ln xmlns:a="http://schemas.openxmlformats.org/drawingml/2006/main" w="10160">
            <a:solidFill>
              <a:srgbClr val="4DE0B0"/>
            </a:solidFill>
          </a:ln>
        </p:spPr>
      </p:sp>
      <p:sp>
        <p:nvSpPr>
          <p:cNvPr id="141" name="capability_v1_s3_o141">
            <a:extLst xmlns:a="http://schemas.openxmlformats.org/drawingml/2006/main">
              <a:ext uri="{FF2B5EF4-FFF2-40B4-BE49-F238E27FC236}">
                <a16:creationId xmlns:a16="http://schemas.microsoft.com/office/drawing/2014/main" id="{408E80DF-11E4-4377-8AAB-53B6C8B6D964}"/>
              </a:ext>
            </a:extLst>
          </p:cNvPr>
          <p:cNvSpPr>
            <a:spLocks xmlns:a="http://schemas.openxmlformats.org/drawingml/2006/main" noGrp="1"/>
          </p:cNvSpPr>
          <p:nvPr/>
        </p:nvSpPr>
        <p:spPr>
          <a:xfrm xmlns:a="http://schemas.openxmlformats.org/drawingml/2006/main">
            <a:off x="951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DE0B0"/>
                </a:solidFill>
                <a:latin typeface="Arial"/>
                <a:ea typeface="Arial"/>
                <a:cs typeface="Arial"/>
              </a:defRPr>
            </a:defPPr>
          </a:lstStyle>
          <a:p xmlns:a="http://schemas.openxmlformats.org/drawingml/2006/main">
            <a:pPr algn="l">
              <a:lnSpc>
                <a:spcPct val="108000"/>
              </a:lnSpc>
              <a:buNone/>
              <a:defRPr sz="850" b="0">
                <a:solidFill>
                  <a:srgbClr val="4DE0B0"/>
                </a:solidFill>
                <a:latin typeface="Arial"/>
                <a:ea typeface="Arial"/>
                <a:cs typeface="Arial"/>
              </a:defRPr>
            </a:pPr>
            <a:r>
              <a:rPr sz="850" b="0">
                <a:solidFill>
                  <a:srgbClr val="4DE0B0"/>
                </a:solidFill>
                <a:latin typeface="Arial"/>
                <a:ea typeface="Arial"/>
                <a:cs typeface="Arial"/>
              </a:rPr>
              <a:t>Outcome</a:t>
            </a:r>
          </a:p>
        </p:txBody>
      </p:sp>
      <p:sp>
        <p:nvSpPr>
          <p:cNvPr id="142" name="capability_v1_s3_o142">
            <a:extLst xmlns:a="http://schemas.openxmlformats.org/drawingml/2006/main">
              <a:ext uri="{FF2B5EF4-FFF2-40B4-BE49-F238E27FC236}">
                <a16:creationId xmlns:a16="http://schemas.microsoft.com/office/drawing/2014/main" id="{8EA19951-4431-4018-A3D7-413CDC2B4A98}"/>
              </a:ext>
            </a:extLst>
          </p:cNvPr>
          <p:cNvSpPr>
            <a:spLocks xmlns:a="http://schemas.openxmlformats.org/drawingml/2006/main" noGrp="1"/>
          </p:cNvSpPr>
          <p:nvPr/>
        </p:nvSpPr>
        <p:spPr>
          <a:xfrm xmlns:a="http://schemas.openxmlformats.org/drawingml/2006/main">
            <a:off x="10668000" y="1295400"/>
            <a:ext cx="101600" cy="101600"/>
          </a:xfrm>
          <a:prstGeom xmlns:a="http://schemas.openxmlformats.org/drawingml/2006/main" prst="rect">
            <a:avLst/>
          </a:prstGeom>
          <a:noFill xmlns:a="http://schemas.openxmlformats.org/drawingml/2006/main"/>
          <a:ln xmlns:a="http://schemas.openxmlformats.org/drawingml/2006/main" w="10160">
            <a:solidFill>
              <a:srgbClr val="72D7EE"/>
            </a:solidFill>
          </a:ln>
        </p:spPr>
      </p:sp>
      <p:sp>
        <p:nvSpPr>
          <p:cNvPr id="143" name="capability_v1_s3_o143">
            <a:extLst xmlns:a="http://schemas.openxmlformats.org/drawingml/2006/main">
              <a:ext uri="{FF2B5EF4-FFF2-40B4-BE49-F238E27FC236}">
                <a16:creationId xmlns:a16="http://schemas.microsoft.com/office/drawing/2014/main" id="{E4E8E35E-F791-4AF0-A441-13E0D1CD9913}"/>
              </a:ext>
            </a:extLst>
          </p:cNvPr>
          <p:cNvSpPr>
            <a:spLocks xmlns:a="http://schemas.openxmlformats.org/drawingml/2006/main" noGrp="1"/>
          </p:cNvSpPr>
          <p:nvPr/>
        </p:nvSpPr>
        <p:spPr>
          <a:xfrm xmlns:a="http://schemas.openxmlformats.org/drawingml/2006/main">
            <a:off x="1078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72D7EE"/>
                </a:solidFill>
                <a:latin typeface="Arial"/>
                <a:ea typeface="Arial"/>
                <a:cs typeface="Arial"/>
              </a:defRPr>
            </a:defPPr>
          </a:lstStyle>
          <a:p xmlns:a="http://schemas.openxmlformats.org/drawingml/2006/main">
            <a:pPr algn="l">
              <a:lnSpc>
                <a:spcPct val="108000"/>
              </a:lnSpc>
              <a:buNone/>
              <a:defRPr sz="850" b="0">
                <a:solidFill>
                  <a:srgbClr val="72D7EE"/>
                </a:solidFill>
                <a:latin typeface="Arial"/>
                <a:ea typeface="Arial"/>
                <a:cs typeface="Arial"/>
              </a:defRPr>
            </a:pPr>
            <a:r>
              <a:rPr sz="850" b="0">
                <a:solidFill>
                  <a:srgbClr val="72D7EE"/>
                </a:solidFill>
                <a:latin typeface="Arial"/>
                <a:ea typeface="Arial"/>
                <a:cs typeface="Arial"/>
              </a:rPr>
              <a:t>Observation</a:t>
            </a:r>
          </a:p>
        </p:txBody>
      </p:sp>
      <p:sp>
        <p:nvSpPr>
          <p:cNvPr id="144" name="capability_v1_s3_o144">
            <a:extLst xmlns:a="http://schemas.openxmlformats.org/drawingml/2006/main">
              <a:ext uri="{FF2B5EF4-FFF2-40B4-BE49-F238E27FC236}">
                <a16:creationId xmlns:a16="http://schemas.microsoft.com/office/drawing/2014/main" id="{1E27A1E8-4741-4A8E-BBF9-6348520C3E0A}"/>
              </a:ext>
            </a:extLst>
          </p:cNvPr>
          <p:cNvSpPr>
            <a:spLocks xmlns:a="http://schemas.openxmlformats.org/drawingml/2006/main" noGrp="1"/>
          </p:cNvSpPr>
          <p:nvPr/>
        </p:nvSpPr>
        <p:spPr>
          <a:xfrm xmlns:a="http://schemas.openxmlformats.org/drawingml/2006/main">
            <a:off x="177800" y="1600200"/>
            <a:ext cx="1854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F6B94D"/>
            </a:solidFill>
          </a:ln>
        </p:spPr>
      </p:sp>
      <p:sp>
        <p:nvSpPr>
          <p:cNvPr id="145" name="capability_v1_s3_o145">
            <a:extLst xmlns:a="http://schemas.openxmlformats.org/drawingml/2006/main">
              <a:ext uri="{FF2B5EF4-FFF2-40B4-BE49-F238E27FC236}">
                <a16:creationId xmlns:a16="http://schemas.microsoft.com/office/drawing/2014/main" id="{F1D20B5B-5313-4ACC-8D99-6C2C45B47368}"/>
              </a:ext>
            </a:extLst>
          </p:cNvPr>
          <p:cNvSpPr>
            <a:spLocks xmlns:a="http://schemas.openxmlformats.org/drawingml/2006/main" noGrp="1"/>
          </p:cNvSpPr>
          <p:nvPr/>
        </p:nvSpPr>
        <p:spPr>
          <a:xfrm xmlns:a="http://schemas.openxmlformats.org/drawingml/2006/main">
            <a:off x="228600" y="1638300"/>
            <a:ext cx="1752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GIVEN / INPUT</a:t>
            </a:r>
          </a:p>
        </p:txBody>
      </p:sp>
      <p:sp>
        <p:nvSpPr>
          <p:cNvPr id="146" name="capability_v1_s3_o146">
            <a:extLst xmlns:a="http://schemas.openxmlformats.org/drawingml/2006/main">
              <a:ext uri="{FF2B5EF4-FFF2-40B4-BE49-F238E27FC236}">
                <a16:creationId xmlns:a16="http://schemas.microsoft.com/office/drawing/2014/main" id="{CE8A7C72-1251-460A-BF2F-E4AAD12DBC47}"/>
              </a:ext>
            </a:extLst>
          </p:cNvPr>
          <p:cNvSpPr>
            <a:spLocks xmlns:a="http://schemas.openxmlformats.org/drawingml/2006/main" noGrp="1"/>
          </p:cNvSpPr>
          <p:nvPr/>
        </p:nvSpPr>
        <p:spPr>
          <a:xfrm xmlns:a="http://schemas.openxmlformats.org/drawingml/2006/main">
            <a:off x="2184400" y="1600200"/>
            <a:ext cx="7823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45A7FF"/>
            </a:solidFill>
          </a:ln>
        </p:spPr>
      </p:sp>
      <p:sp>
        <p:nvSpPr>
          <p:cNvPr id="147" name="capability_v1_s3_o147">
            <a:extLst xmlns:a="http://schemas.openxmlformats.org/drawingml/2006/main">
              <a:ext uri="{FF2B5EF4-FFF2-40B4-BE49-F238E27FC236}">
                <a16:creationId xmlns:a16="http://schemas.microsoft.com/office/drawing/2014/main" id="{FC0EECB9-2F5B-416F-9084-CB0E20787AE0}"/>
              </a:ext>
            </a:extLst>
          </p:cNvPr>
          <p:cNvSpPr>
            <a:spLocks xmlns:a="http://schemas.openxmlformats.org/drawingml/2006/main" noGrp="1"/>
          </p:cNvSpPr>
          <p:nvPr/>
        </p:nvSpPr>
        <p:spPr>
          <a:xfrm xmlns:a="http://schemas.openxmlformats.org/drawingml/2006/main">
            <a:off x="2235200" y="1638300"/>
            <a:ext cx="7721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Scenario portfolio</a:t>
            </a:r>
          </a:p>
        </p:txBody>
      </p:sp>
      <p:sp>
        <p:nvSpPr>
          <p:cNvPr id="148" name="capability_v1_s3_o148">
            <a:extLst xmlns:a="http://schemas.openxmlformats.org/drawingml/2006/main">
              <a:ext uri="{FF2B5EF4-FFF2-40B4-BE49-F238E27FC236}">
                <a16:creationId xmlns:a16="http://schemas.microsoft.com/office/drawing/2014/main" id="{FE15CB01-6F2E-4F79-BD4B-3E06C3EB2D0D}"/>
              </a:ext>
            </a:extLst>
          </p:cNvPr>
          <p:cNvSpPr>
            <a:spLocks xmlns:a="http://schemas.openxmlformats.org/drawingml/2006/main" noGrp="1"/>
          </p:cNvSpPr>
          <p:nvPr/>
        </p:nvSpPr>
        <p:spPr>
          <a:xfrm xmlns:a="http://schemas.openxmlformats.org/drawingml/2006/main">
            <a:off x="10160000" y="1600200"/>
            <a:ext cx="1854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4DE0B0"/>
            </a:solidFill>
          </a:ln>
        </p:spPr>
      </p:sp>
      <p:sp>
        <p:nvSpPr>
          <p:cNvPr id="149" name="capability_v1_s3_o149">
            <a:extLst xmlns:a="http://schemas.openxmlformats.org/drawingml/2006/main">
              <a:ext uri="{FF2B5EF4-FFF2-40B4-BE49-F238E27FC236}">
                <a16:creationId xmlns:a16="http://schemas.microsoft.com/office/drawing/2014/main" id="{AE2CC2C1-DC0A-4E54-AD19-DD3AD5E8DABC}"/>
              </a:ext>
            </a:extLst>
          </p:cNvPr>
          <p:cNvSpPr>
            <a:spLocks xmlns:a="http://schemas.openxmlformats.org/drawingml/2006/main" noGrp="1"/>
          </p:cNvSpPr>
          <p:nvPr/>
        </p:nvSpPr>
        <p:spPr>
          <a:xfrm xmlns:a="http://schemas.openxmlformats.org/drawingml/2006/main">
            <a:off x="10210800" y="1638300"/>
            <a:ext cx="1752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DE0B0"/>
                </a:solidFill>
                <a:latin typeface="Arial"/>
                <a:ea typeface="Arial"/>
                <a:cs typeface="Arial"/>
              </a:defRPr>
            </a:defPPr>
          </a:lstStyle>
          <a:p xmlns:a="http://schemas.openxmlformats.org/drawingml/2006/main">
            <a:pPr algn="l">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THEN / OUTCOME</a:t>
            </a:r>
          </a:p>
        </p:txBody>
      </p:sp>
      <p:sp>
        <p:nvSpPr>
          <p:cNvPr id="150" name="capability_v1_s3_o150">
            <a:extLst xmlns:a="http://schemas.openxmlformats.org/drawingml/2006/main">
              <a:ext uri="{FF2B5EF4-FFF2-40B4-BE49-F238E27FC236}">
                <a16:creationId xmlns:a16="http://schemas.microsoft.com/office/drawing/2014/main" id="{0EE76876-BAFE-4F5B-92AB-C68BF677B509}"/>
              </a:ext>
            </a:extLst>
          </p:cNvPr>
          <p:cNvSpPr>
            <a:spLocks xmlns:a="http://schemas.openxmlformats.org/drawingml/2006/main" noGrp="1"/>
          </p:cNvSpPr>
          <p:nvPr/>
        </p:nvSpPr>
        <p:spPr>
          <a:xfrm xmlns:a="http://schemas.openxmlformats.org/drawingml/2006/main">
            <a:off x="2273300" y="1943100"/>
            <a:ext cx="762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45A7FF"/>
                </a:solidFill>
                <a:latin typeface="Arial"/>
                <a:ea typeface="Arial"/>
                <a:cs typeface="Arial"/>
              </a:defRPr>
            </a:defPPr>
          </a:lstStyle>
          <a:p xmlns:a="http://schemas.openxmlformats.org/drawingml/2006/main">
            <a:pPr algn="l">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1 declared scenario · 0 calls · 0 transitions</a:t>
            </a:r>
          </a:p>
        </p:txBody>
      </p:sp>
      <p:sp>
        <p:nvSpPr>
          <p:cNvPr id="151" name="capability_v1_s3_o151">
            <a:extLst xmlns:a="http://schemas.openxmlformats.org/drawingml/2006/main">
              <a:ext uri="{FF2B5EF4-FFF2-40B4-BE49-F238E27FC236}">
                <a16:creationId xmlns:a16="http://schemas.microsoft.com/office/drawing/2014/main" id="{FF044BA8-9FDB-440C-927A-7334635F8B76}"/>
              </a:ext>
            </a:extLst>
          </p:cNvPr>
          <p:cNvSpPr>
            <a:spLocks xmlns:a="http://schemas.openxmlformats.org/drawingml/2006/main" noGrp="1"/>
          </p:cNvSpPr>
          <p:nvPr/>
        </p:nvSpPr>
        <p:spPr>
          <a:xfrm xmlns:a="http://schemas.openxmlformats.org/drawingml/2006/main">
            <a:off x="241300" y="2247900"/>
            <a:ext cx="1727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F6B94D"/>
                </a:solidFill>
                <a:latin typeface="Arial"/>
                <a:ea typeface="Arial"/>
                <a:cs typeface="Arial"/>
              </a:defRPr>
            </a:defPPr>
          </a:lstStyle>
          <a:p xmlns:a="http://schemas.openxmlformats.org/drawingml/2006/main">
            <a:pPr algn="l">
              <a:lnSpc>
                <a:spcPct val="108000"/>
              </a:lnSpc>
              <a:buNone/>
              <a:defRPr sz="1300" b="1">
                <a:solidFill>
                  <a:srgbClr val="F6B94D"/>
                </a:solidFill>
                <a:latin typeface="Arial"/>
                <a:ea typeface="Arial"/>
                <a:cs typeface="Arial"/>
              </a:defRPr>
            </a:pPr>
            <a:r>
              <a:rPr sz="1300" b="1">
                <a:solidFill>
                  <a:srgbClr val="F6B94D"/>
                </a:solidFill>
                <a:latin typeface="Arial"/>
                <a:ea typeface="Arial"/>
                <a:cs typeface="Arial"/>
              </a:rPr>
              <a:t>read capability dsl</a:t>
            </a:r>
          </a:p>
          <a:p xmlns:a="http://schemas.openxmlformats.org/drawingml/2006/main">
            <a:pPr algn="l">
              <a:lnSpc>
                <a:spcPct val="108000"/>
              </a:lnSpc>
              <a:buNone/>
              <a:defRPr sz="1300" b="1">
                <a:solidFill>
                  <a:srgbClr val="F6B94D"/>
                </a:solidFill>
                <a:latin typeface="Arial"/>
                <a:ea typeface="Arial"/>
                <a:cs typeface="Arial"/>
              </a:defRPr>
            </a:pPr>
            <a:r>
              <a:rPr sz="1300" b="1">
                <a:solidFill>
                  <a:srgbClr val="F6B94D"/>
                </a:solidFill>
                <a:latin typeface="Arial"/>
                <a:ea typeface="Arial"/>
                <a:cs typeface="Arial"/>
              </a:rPr>
              <a:t>source request</a:t>
            </a:r>
          </a:p>
        </p:txBody>
      </p:sp>
      <p:sp>
        <p:nvSpPr>
          <p:cNvPr id="152" name="capability_v1_s3_o152">
            <a:extLst xmlns:a="http://schemas.openxmlformats.org/drawingml/2006/main">
              <a:ext uri="{FF2B5EF4-FFF2-40B4-BE49-F238E27FC236}">
                <a16:creationId xmlns:a16="http://schemas.microsoft.com/office/drawing/2014/main" id="{F93A694E-BE9D-46F8-8EAD-A77DCE26D7B3}"/>
              </a:ext>
            </a:extLst>
          </p:cNvPr>
          <p:cNvSpPr>
            <a:spLocks xmlns:a="http://schemas.openxmlformats.org/drawingml/2006/main" noGrp="1"/>
          </p:cNvSpPr>
          <p:nvPr/>
        </p:nvSpPr>
        <p:spPr>
          <a:xfrm xmlns:a="http://schemas.openxmlformats.org/drawingml/2006/main">
            <a:off x="292100" y="3124200"/>
            <a:ext cx="1625600" cy="584200"/>
          </a:xfrm>
          <a:prstGeom xmlns:a="http://schemas.openxmlformats.org/drawingml/2006/main" prst="roundRect">
            <a:avLst>
              <a:gd name="adj" fmla="val 17391"/>
            </a:avLst>
          </a:prstGeom>
          <a:solidFill xmlns:a="http://schemas.openxmlformats.org/drawingml/2006/main">
            <a:srgbClr val="18291E"/>
          </a:solidFill>
          <a:ln xmlns:a="http://schemas.openxmlformats.org/drawingml/2006/main" w="13970">
            <a:solidFill>
              <a:srgbClr val="F6B94D"/>
            </a:solidFill>
          </a:ln>
        </p:spPr>
      </p:sp>
      <p:sp>
        <p:nvSpPr>
          <p:cNvPr id="153" name="capability_v1_s3_o153">
            <a:extLst xmlns:a="http://schemas.openxmlformats.org/drawingml/2006/main">
              <a:ext uri="{FF2B5EF4-FFF2-40B4-BE49-F238E27FC236}">
                <a16:creationId xmlns:a16="http://schemas.microsoft.com/office/drawing/2014/main" id="{1987FE91-B867-432B-A4ED-8372BFC147D9}"/>
              </a:ext>
            </a:extLst>
          </p:cNvPr>
          <p:cNvSpPr>
            <a:spLocks xmlns:a="http://schemas.openxmlformats.org/drawingml/2006/main" noGrp="1"/>
          </p:cNvSpPr>
          <p:nvPr/>
        </p:nvSpPr>
        <p:spPr>
          <a:xfrm xmlns:a="http://schemas.openxmlformats.org/drawingml/2006/main">
            <a:off x="393700" y="3289300"/>
            <a:ext cx="127000" cy="1778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54" name="capability_v1_s3_o154">
            <a:extLst xmlns:a="http://schemas.openxmlformats.org/drawingml/2006/main">
              <a:ext uri="{FF2B5EF4-FFF2-40B4-BE49-F238E27FC236}">
                <a16:creationId xmlns:a16="http://schemas.microsoft.com/office/drawing/2014/main" id="{8275D351-2AA9-4F74-AF74-EEC43142A604}"/>
              </a:ext>
            </a:extLst>
          </p:cNvPr>
          <p:cNvSpPr>
            <a:spLocks xmlns:a="http://schemas.openxmlformats.org/drawingml/2006/main" noGrp="1"/>
          </p:cNvSpPr>
          <p:nvPr/>
        </p:nvSpPr>
        <p:spPr>
          <a:xfrm xmlns:a="http://schemas.openxmlformats.org/drawingml/2006/main">
            <a:off x="419100" y="33528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F6B94D"/>
            </a:solidFill>
            <a:prstDash val="solid"/>
          </a:ln>
        </p:spPr>
      </p:sp>
      <p:sp>
        <p:nvSpPr>
          <p:cNvPr id="155" name="capability_v1_s3_o155">
            <a:extLst xmlns:a="http://schemas.openxmlformats.org/drawingml/2006/main">
              <a:ext uri="{FF2B5EF4-FFF2-40B4-BE49-F238E27FC236}">
                <a16:creationId xmlns:a16="http://schemas.microsoft.com/office/drawing/2014/main" id="{C2B433E1-DB08-4863-B668-8D257D413525}"/>
              </a:ext>
            </a:extLst>
          </p:cNvPr>
          <p:cNvSpPr>
            <a:spLocks xmlns:a="http://schemas.openxmlformats.org/drawingml/2006/main" noGrp="1"/>
          </p:cNvSpPr>
          <p:nvPr/>
        </p:nvSpPr>
        <p:spPr>
          <a:xfrm xmlns:a="http://schemas.openxmlformats.org/drawingml/2006/main">
            <a:off x="558800" y="3162300"/>
            <a:ext cx="13081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25" b="0">
                <a:solidFill>
                  <a:srgbClr val="F6B94D"/>
                </a:solidFill>
                <a:latin typeface="Arial"/>
                <a:ea typeface="Arial"/>
                <a:cs typeface="Arial"/>
              </a:defRPr>
            </a:defPPr>
          </a:lstStyle>
          <a:p xmlns:a="http://schemas.openxmlformats.org/drawingml/2006/main">
            <a:pPr algn="l">
              <a:lnSpc>
                <a:spcPct val="108000"/>
              </a:lnSpc>
              <a:buNone/>
              <a:defRPr sz="925" b="0">
                <a:solidFill>
                  <a:srgbClr val="F6B94D"/>
                </a:solidFill>
                <a:latin typeface="Arial"/>
                <a:ea typeface="Arial"/>
                <a:cs typeface="Arial"/>
              </a:defRPr>
            </a:pPr>
            <a:r>
              <a:rPr sz="925" b="0">
                <a:solidFill>
                  <a:srgbClr val="F6B94D"/>
                </a:solidFill>
                <a:latin typeface="Arial"/>
                <a:ea typeface="Arial"/>
                <a:cs typeface="Arial"/>
              </a:rPr>
              <a:t>read-capability-dsl-</a:t>
            </a:r>
          </a:p>
          <a:p xmlns:a="http://schemas.openxmlformats.org/drawingml/2006/main">
            <a:pPr algn="l">
              <a:lnSpc>
                <a:spcPct val="108000"/>
              </a:lnSpc>
              <a:buNone/>
              <a:defRPr sz="925" b="0">
                <a:solidFill>
                  <a:srgbClr val="F6B94D"/>
                </a:solidFill>
                <a:latin typeface="Arial"/>
                <a:ea typeface="Arial"/>
                <a:cs typeface="Arial"/>
              </a:defRPr>
            </a:pPr>
            <a:r>
              <a:rPr sz="925" b="0">
                <a:solidFill>
                  <a:srgbClr val="F6B94D"/>
                </a:solidFill>
                <a:latin typeface="Arial"/>
                <a:ea typeface="Arial"/>
                <a:cs typeface="Arial"/>
              </a:rPr>
              <a:t>source-request.v1</a:t>
            </a:r>
          </a:p>
        </p:txBody>
      </p:sp>
      <p:sp>
        <p:nvSpPr>
          <p:cNvPr id="156" name="capability_v1_s3_o156">
            <a:extLst xmlns:a="http://schemas.openxmlformats.org/drawingml/2006/main">
              <a:ext uri="{FF2B5EF4-FFF2-40B4-BE49-F238E27FC236}">
                <a16:creationId xmlns:a16="http://schemas.microsoft.com/office/drawing/2014/main" id="{A82CC0E4-D3AE-4FAE-AD12-79762F15B829}"/>
              </a:ext>
            </a:extLst>
          </p:cNvPr>
          <p:cNvSpPr>
            <a:spLocks xmlns:a="http://schemas.openxmlformats.org/drawingml/2006/main" noGrp="1"/>
          </p:cNvSpPr>
          <p:nvPr/>
        </p:nvSpPr>
        <p:spPr>
          <a:xfrm xmlns:a="http://schemas.openxmlformats.org/drawingml/2006/main">
            <a:off x="10223500" y="19812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Root scenario variants</a:t>
            </a:r>
          </a:p>
        </p:txBody>
      </p:sp>
      <p:sp>
        <p:nvSpPr>
          <p:cNvPr id="157" name="capability_v1_s3_o157">
            <a:extLst xmlns:a="http://schemas.openxmlformats.org/drawingml/2006/main">
              <a:ext uri="{FF2B5EF4-FFF2-40B4-BE49-F238E27FC236}">
                <a16:creationId xmlns:a16="http://schemas.microsoft.com/office/drawing/2014/main" id="{A68F9D4E-7D73-4CE6-8DB4-AFFE3BB8E34C}"/>
              </a:ext>
            </a:extLst>
          </p:cNvPr>
          <p:cNvSpPr>
            <a:spLocks xmlns:a="http://schemas.openxmlformats.org/drawingml/2006/main" noGrp="1"/>
          </p:cNvSpPr>
          <p:nvPr/>
        </p:nvSpPr>
        <p:spPr>
          <a:xfrm xmlns:a="http://schemas.openxmlformats.org/drawingml/2006/main">
            <a:off x="10261600" y="2413000"/>
            <a:ext cx="1651000" cy="876300"/>
          </a:xfrm>
          <a:prstGeom xmlns:a="http://schemas.openxmlformats.org/drawingml/2006/main" prst="roundRect">
            <a:avLst>
              <a:gd name="adj" fmla="val 11594"/>
            </a:avLst>
          </a:prstGeom>
          <a:solidFill xmlns:a="http://schemas.openxmlformats.org/drawingml/2006/main">
            <a:srgbClr val="04252B"/>
          </a:solidFill>
          <a:ln xmlns:a="http://schemas.openxmlformats.org/drawingml/2006/main" w="12700">
            <a:solidFill>
              <a:srgbClr val="4DE0B0"/>
            </a:solidFill>
          </a:ln>
        </p:spPr>
      </p:sp>
      <p:sp>
        <p:nvSpPr>
          <p:cNvPr id="158" name="capability_v1_s3_o158">
            <a:extLst xmlns:a="http://schemas.openxmlformats.org/drawingml/2006/main">
              <a:ext uri="{FF2B5EF4-FFF2-40B4-BE49-F238E27FC236}">
                <a16:creationId xmlns:a16="http://schemas.microsoft.com/office/drawing/2014/main" id="{5AE8C620-8CE6-4416-B83D-E66A3BBD82F6}"/>
              </a:ext>
            </a:extLst>
          </p:cNvPr>
          <p:cNvSpPr>
            <a:spLocks xmlns:a="http://schemas.openxmlformats.org/drawingml/2006/main" noGrp="1"/>
          </p:cNvSpPr>
          <p:nvPr/>
        </p:nvSpPr>
        <p:spPr>
          <a:xfrm xmlns:a="http://schemas.openxmlformats.org/drawingml/2006/main">
            <a:off x="10363200" y="2628900"/>
            <a:ext cx="190500" cy="190500"/>
          </a:xfrm>
          <a:prstGeom xmlns:a="http://schemas.openxmlformats.org/drawingml/2006/main" prst="ellipse">
            <a:avLst/>
          </a:prstGeom>
          <a:noFill xmlns:a="http://schemas.openxmlformats.org/drawingml/2006/main"/>
          <a:ln xmlns:a="http://schemas.openxmlformats.org/drawingml/2006/main" w="12700">
            <a:solidFill>
              <a:srgbClr val="4DE0B0"/>
            </a:solidFill>
          </a:ln>
        </p:spPr>
      </p:sp>
      <p:sp>
        <p:nvSpPr>
          <p:cNvPr id="159" name="capability_v1_s3_o159">
            <a:extLst xmlns:a="http://schemas.openxmlformats.org/drawingml/2006/main">
              <a:ext uri="{FF2B5EF4-FFF2-40B4-BE49-F238E27FC236}">
                <a16:creationId xmlns:a16="http://schemas.microsoft.com/office/drawing/2014/main" id="{74860E77-B463-4CF8-9DDF-6BC5FEDC2006}"/>
              </a:ext>
            </a:extLst>
          </p:cNvPr>
          <p:cNvSpPr>
            <a:spLocks xmlns:a="http://schemas.openxmlformats.org/drawingml/2006/main" noGrp="1"/>
          </p:cNvSpPr>
          <p:nvPr/>
        </p:nvSpPr>
        <p:spPr>
          <a:xfrm xmlns:a="http://schemas.openxmlformats.org/drawingml/2006/main">
            <a:off x="10591800" y="2501900"/>
            <a:ext cx="1270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4DE0B0"/>
                </a:solidFill>
                <a:latin typeface="Arial"/>
                <a:ea typeface="Arial"/>
                <a:cs typeface="Arial"/>
              </a:defRPr>
            </a:defPPr>
          </a:lstStyle>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read capability</a:t>
            </a:r>
          </a:p>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dsl source</a:t>
            </a:r>
          </a:p>
        </p:txBody>
      </p:sp>
      <p:sp>
        <p:nvSpPr>
          <p:cNvPr id="160" name="capability_v1_s3_o160">
            <a:extLst xmlns:a="http://schemas.openxmlformats.org/drawingml/2006/main">
              <a:ext uri="{FF2B5EF4-FFF2-40B4-BE49-F238E27FC236}">
                <a16:creationId xmlns:a16="http://schemas.microsoft.com/office/drawing/2014/main" id="{2DB4DB3A-7AAA-479C-8FDD-57BE519DAAD4}"/>
              </a:ext>
            </a:extLst>
          </p:cNvPr>
          <p:cNvSpPr>
            <a:spLocks xmlns:a="http://schemas.openxmlformats.org/drawingml/2006/main" noGrp="1"/>
          </p:cNvSpPr>
          <p:nvPr/>
        </p:nvSpPr>
        <p:spPr>
          <a:xfrm xmlns:a="http://schemas.openxmlformats.org/drawingml/2006/main">
            <a:off x="3241964" y="2694709"/>
            <a:ext cx="5708073" cy="1788391"/>
          </a:xfrm>
          <a:prstGeom xmlns:a="http://schemas.openxmlformats.org/drawingml/2006/main" prst="roundRect">
            <a:avLst>
              <a:gd name="adj" fmla="val 5681"/>
            </a:avLst>
          </a:prstGeom>
          <a:noFill xmlns:a="http://schemas.openxmlformats.org/drawingml/2006/main"/>
          <a:ln xmlns:a="http://schemas.openxmlformats.org/drawingml/2006/main" w="25400">
            <a:solidFill>
              <a:srgbClr val="49DDF7">
                <a:alpha val="25000"/>
              </a:srgbClr>
            </a:solidFill>
          </a:ln>
        </p:spPr>
      </p:sp>
      <p:sp>
        <p:nvSpPr>
          <p:cNvPr id="161" name="capability_v1_s3_o161">
            <a:extLst xmlns:a="http://schemas.openxmlformats.org/drawingml/2006/main">
              <a:ext uri="{FF2B5EF4-FFF2-40B4-BE49-F238E27FC236}">
                <a16:creationId xmlns:a16="http://schemas.microsoft.com/office/drawing/2014/main" id="{F1949084-3E43-40CC-8654-6A35E8677FBC}"/>
              </a:ext>
            </a:extLst>
          </p:cNvPr>
          <p:cNvSpPr>
            <a:spLocks xmlns:a="http://schemas.openxmlformats.org/drawingml/2006/main" noGrp="1"/>
          </p:cNvSpPr>
          <p:nvPr/>
        </p:nvSpPr>
        <p:spPr>
          <a:xfrm xmlns:a="http://schemas.openxmlformats.org/drawingml/2006/main">
            <a:off x="3267364" y="2720109"/>
            <a:ext cx="5657273" cy="1737591"/>
          </a:xfrm>
          <a:prstGeom xmlns:a="http://schemas.openxmlformats.org/drawingml/2006/main" prst="roundRect">
            <a:avLst>
              <a:gd name="adj" fmla="val 5847"/>
            </a:avLst>
          </a:prstGeom>
          <a:solidFill xmlns:a="http://schemas.openxmlformats.org/drawingml/2006/main">
            <a:srgbClr val="08283F"/>
          </a:solidFill>
          <a:ln xmlns:a="http://schemas.openxmlformats.org/drawingml/2006/main" w="14143">
            <a:solidFill>
              <a:srgbClr val="49DDF7"/>
            </a:solidFill>
          </a:ln>
        </p:spPr>
      </p:sp>
      <p:sp>
        <p:nvSpPr>
          <p:cNvPr id="162" name="capability_v1_s3_o162">
            <a:extLst xmlns:a="http://schemas.openxmlformats.org/drawingml/2006/main">
              <a:ext uri="{FF2B5EF4-FFF2-40B4-BE49-F238E27FC236}">
                <a16:creationId xmlns:a16="http://schemas.microsoft.com/office/drawing/2014/main" id="{5649EFBF-7FDF-4667-8629-669914DB0C17}"/>
              </a:ext>
            </a:extLst>
          </p:cNvPr>
          <p:cNvSpPr>
            <a:spLocks xmlns:a="http://schemas.openxmlformats.org/drawingml/2006/main" noGrp="1"/>
          </p:cNvSpPr>
          <p:nvPr/>
        </p:nvSpPr>
        <p:spPr>
          <a:xfrm xmlns:a="http://schemas.openxmlformats.org/drawingml/2006/main">
            <a:off x="3465368" y="2780925"/>
            <a:ext cx="5261264" cy="43440"/>
          </a:xfrm>
          <a:prstGeom xmlns:a="http://schemas.openxmlformats.org/drawingml/2006/main" prst="rect">
            <a:avLst/>
          </a:prstGeom>
          <a:solidFill xmlns:a="http://schemas.openxmlformats.org/drawingml/2006/main">
            <a:srgbClr val="49DDF7">
              <a:alpha val="45000"/>
            </a:srgbClr>
          </a:solidFill>
          <a:ln xmlns:a="http://schemas.openxmlformats.org/drawingml/2006/main" w="0">
            <a:noFill/>
          </a:ln>
        </p:spPr>
      </p:sp>
      <p:sp>
        <p:nvSpPr>
          <p:cNvPr id="163" name="capability_v1_s3_o163">
            <a:extLst xmlns:a="http://schemas.openxmlformats.org/drawingml/2006/main">
              <a:ext uri="{FF2B5EF4-FFF2-40B4-BE49-F238E27FC236}">
                <a16:creationId xmlns:a16="http://schemas.microsoft.com/office/drawing/2014/main" id="{F7ED01DD-04B4-4C2D-B61E-3C5430E149B0}"/>
              </a:ext>
            </a:extLst>
          </p:cNvPr>
          <p:cNvSpPr>
            <a:spLocks xmlns:a="http://schemas.openxmlformats.org/drawingml/2006/main" noGrp="1"/>
          </p:cNvSpPr>
          <p:nvPr/>
        </p:nvSpPr>
        <p:spPr>
          <a:xfrm xmlns:a="http://schemas.openxmlformats.org/drawingml/2006/main">
            <a:off x="3358284" y="2800927"/>
            <a:ext cx="5475432" cy="252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9" b="1">
                <a:solidFill>
                  <a:srgbClr val="49DDF7"/>
                </a:solidFill>
                <a:latin typeface="Arial"/>
                <a:ea typeface="Arial"/>
                <a:cs typeface="Arial"/>
              </a:defRPr>
            </a:defPPr>
          </a:lstStyle>
          <a:p xmlns:a="http://schemas.openxmlformats.org/drawingml/2006/main">
            <a:pPr algn="l">
              <a:lnSpc>
                <a:spcPct val="108000"/>
              </a:lnSpc>
              <a:buNone/>
              <a:defRPr sz="1009" b="1">
                <a:solidFill>
                  <a:srgbClr val="49DDF7"/>
                </a:solidFill>
                <a:latin typeface="Arial"/>
                <a:ea typeface="Arial"/>
                <a:cs typeface="Arial"/>
              </a:defRPr>
            </a:pPr>
            <a:r>
              <a:rPr sz="1009" b="1">
                <a:solidFill>
                  <a:srgbClr val="49DDF7"/>
                </a:solidFill>
                <a:latin typeface="Arial"/>
                <a:ea typeface="Arial"/>
                <a:cs typeface="Arial"/>
              </a:rPr>
              <a:t>S01 · SELECTED</a:t>
            </a:r>
          </a:p>
        </p:txBody>
      </p:sp>
      <p:sp>
        <p:nvSpPr>
          <p:cNvPr id="164" name="capability_v1_s3_o164">
            <a:extLst xmlns:a="http://schemas.openxmlformats.org/drawingml/2006/main">
              <a:ext uri="{FF2B5EF4-FFF2-40B4-BE49-F238E27FC236}">
                <a16:creationId xmlns:a16="http://schemas.microsoft.com/office/drawing/2014/main" id="{06418CB6-F17A-4BFF-836E-34F45631903C}"/>
              </a:ext>
            </a:extLst>
          </p:cNvPr>
          <p:cNvSpPr>
            <a:spLocks xmlns:a="http://schemas.openxmlformats.org/drawingml/2006/main" noGrp="1"/>
          </p:cNvSpPr>
          <p:nvPr/>
        </p:nvSpPr>
        <p:spPr>
          <a:xfrm xmlns:a="http://schemas.openxmlformats.org/drawingml/2006/main">
            <a:off x="3358284" y="3063586"/>
            <a:ext cx="5475432" cy="525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11" b="1">
                <a:solidFill>
                  <a:srgbClr val="F4F7FB"/>
                </a:solidFill>
                <a:latin typeface="Arial"/>
                <a:ea typeface="Arial"/>
                <a:cs typeface="Arial"/>
              </a:defRPr>
            </a:defPPr>
          </a:lstStyle>
          <a:p xmlns:a="http://schemas.openxmlformats.org/drawingml/2006/main">
            <a:pPr algn="l">
              <a:lnSpc>
                <a:spcPct val="108000"/>
              </a:lnSpc>
              <a:buNone/>
              <a:defRPr sz="1511" b="1">
                <a:solidFill>
                  <a:srgbClr val="F4F7FB"/>
                </a:solidFill>
                <a:latin typeface="Arial"/>
                <a:ea typeface="Arial"/>
                <a:cs typeface="Arial"/>
              </a:defRPr>
            </a:pPr>
            <a:r>
              <a:rPr sz="1511" b="1">
                <a:solidFill>
                  <a:srgbClr val="F4F7FB"/>
                </a:solidFill>
                <a:latin typeface="Arial"/>
                <a:ea typeface="Arial"/>
                <a:cs typeface="Arial"/>
              </a:rPr>
              <a:t>Read capability dsl source</a:t>
            </a:r>
          </a:p>
        </p:txBody>
      </p:sp>
      <p:sp>
        <p:nvSpPr>
          <p:cNvPr id="165" name="capability_v1_s3_o165">
            <a:extLst xmlns:a="http://schemas.openxmlformats.org/drawingml/2006/main">
              <a:ext uri="{FF2B5EF4-FFF2-40B4-BE49-F238E27FC236}">
                <a16:creationId xmlns:a16="http://schemas.microsoft.com/office/drawing/2014/main" id="{BEE5BD96-615B-4484-AFD3-96B949C39F51}"/>
              </a:ext>
            </a:extLst>
          </p:cNvPr>
          <p:cNvSpPr>
            <a:spLocks xmlns:a="http://schemas.openxmlformats.org/drawingml/2006/main" noGrp="1"/>
          </p:cNvSpPr>
          <p:nvPr/>
        </p:nvSpPr>
        <p:spPr>
          <a:xfrm xmlns:a="http://schemas.openxmlformats.org/drawingml/2006/main">
            <a:off x="3358284" y="3588905"/>
            <a:ext cx="5475432" cy="24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75" b="0">
                <a:solidFill>
                  <a:srgbClr val="A8B8CA"/>
                </a:solidFill>
                <a:latin typeface="Arial"/>
                <a:ea typeface="Arial"/>
                <a:cs typeface="Arial"/>
              </a:defRPr>
            </a:defPPr>
          </a:lstStyle>
          <a:p xmlns:a="http://schemas.openxmlformats.org/drawingml/2006/main">
            <a:pPr algn="l">
              <a:lnSpc>
                <a:spcPct val="108000"/>
              </a:lnSpc>
              <a:buNone/>
              <a:defRPr sz="875" b="0">
                <a:solidFill>
                  <a:srgbClr val="A8B8CA"/>
                </a:solidFill>
                <a:latin typeface="Arial"/>
                <a:ea typeface="Arial"/>
                <a:cs typeface="Arial"/>
              </a:defRPr>
            </a:pPr>
            <a:r>
              <a:rPr sz="875" b="0">
                <a:solidFill>
                  <a:srgbClr val="A8B8CA"/>
                </a:solidFill>
                <a:latin typeface="Arial"/>
                <a:ea typeface="Arial"/>
                <a:cs typeface="Arial"/>
              </a:rPr>
              <a:t>1 operations · terminal scenario</a:t>
            </a:r>
          </a:p>
        </p:txBody>
      </p:sp>
      <p:sp>
        <p:nvSpPr>
          <p:cNvPr id="166" name="capability_v1_s3_o166">
            <a:extLst xmlns:a="http://schemas.openxmlformats.org/drawingml/2006/main">
              <a:ext uri="{FF2B5EF4-FFF2-40B4-BE49-F238E27FC236}">
                <a16:creationId xmlns:a16="http://schemas.microsoft.com/office/drawing/2014/main" id="{6A38A34F-4761-4E9E-B889-FC2A2923482D}"/>
              </a:ext>
            </a:extLst>
          </p:cNvPr>
          <p:cNvSpPr>
            <a:spLocks xmlns:a="http://schemas.openxmlformats.org/drawingml/2006/main" noGrp="1"/>
          </p:cNvSpPr>
          <p:nvPr/>
        </p:nvSpPr>
        <p:spPr>
          <a:xfrm xmlns:a="http://schemas.openxmlformats.org/drawingml/2006/main">
            <a:off x="3388591" y="3922280"/>
            <a:ext cx="2646795" cy="363682"/>
          </a:xfrm>
          <a:prstGeom xmlns:a="http://schemas.openxmlformats.org/drawingml/2006/main" prst="roundRect">
            <a:avLst>
              <a:gd name="adj" fmla="val 27937"/>
            </a:avLst>
          </a:prstGeom>
          <a:solidFill xmlns:a="http://schemas.openxmlformats.org/drawingml/2006/main">
            <a:srgbClr val="141E37"/>
          </a:solidFill>
          <a:ln xmlns:a="http://schemas.openxmlformats.org/drawingml/2006/main" w="10102">
            <a:solidFill>
              <a:srgbClr val="A98AF2"/>
            </a:solidFill>
          </a:ln>
        </p:spPr>
      </p:sp>
      <p:sp>
        <p:nvSpPr>
          <p:cNvPr id="167" name="capability_v1_s3_o167">
            <a:extLst xmlns:a="http://schemas.openxmlformats.org/drawingml/2006/main">
              <a:ext uri="{FF2B5EF4-FFF2-40B4-BE49-F238E27FC236}">
                <a16:creationId xmlns:a16="http://schemas.microsoft.com/office/drawing/2014/main" id="{0E890E5F-4A07-41EA-89D7-8293C57E0FA6}"/>
              </a:ext>
            </a:extLst>
          </p:cNvPr>
          <p:cNvSpPr>
            <a:spLocks xmlns:a="http://schemas.openxmlformats.org/drawingml/2006/main" noGrp="1"/>
          </p:cNvSpPr>
          <p:nvPr/>
        </p:nvSpPr>
        <p:spPr>
          <a:xfrm xmlns:a="http://schemas.openxmlformats.org/drawingml/2006/main">
            <a:off x="3388591" y="3922280"/>
            <a:ext cx="2646795" cy="363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80" b="1">
                <a:solidFill>
                  <a:srgbClr val="A98AF2"/>
                </a:solidFill>
                <a:latin typeface="Arial"/>
                <a:ea typeface="Arial"/>
                <a:cs typeface="Arial"/>
              </a:defRPr>
            </a:defPPr>
          </a:lstStyle>
          <a:p xmlns:a="http://schemas.openxmlformats.org/drawingml/2006/main">
            <a:pPr algn="ctr">
              <a:lnSpc>
                <a:spcPct val="108000"/>
              </a:lnSpc>
              <a:buNone/>
              <a:defRPr sz="880" b="1">
                <a:solidFill>
                  <a:srgbClr val="A98AF2"/>
                </a:solidFill>
                <a:latin typeface="Arial"/>
                <a:ea typeface="Arial"/>
                <a:cs typeface="Arial"/>
              </a:defRPr>
            </a:pPr>
            <a:r>
              <a:rPr sz="880" b="1">
                <a:solidFill>
                  <a:srgbClr val="A98AF2"/>
                </a:solidFill>
                <a:latin typeface="Arial"/>
                <a:ea typeface="Arial"/>
                <a:cs typeface="Arial"/>
                <a:hlinkClick xmlns:r="http://schemas.openxmlformats.org/officeDocument/2006/relationships" r:id="R07ac145eddbb4cc3" action="ppaction://hlinksldjump"/>
              </a:rPr>
              <a:t>Declared Read Graph Provider (query runner)</a:t>
            </a:r>
          </a:p>
        </p:txBody>
      </p:sp>
      <p:sp>
        <p:nvSpPr>
          <p:cNvPr id="168" name="capability_v1_s3_o168">
            <a:extLst xmlns:a="http://schemas.openxmlformats.org/drawingml/2006/main">
              <a:ext uri="{FF2B5EF4-FFF2-40B4-BE49-F238E27FC236}">
                <a16:creationId xmlns:a16="http://schemas.microsoft.com/office/drawing/2014/main" id="{0A9E8726-42F7-4792-BF37-583F47E4D236}"/>
              </a:ext>
            </a:extLst>
          </p:cNvPr>
          <p:cNvSpPr>
            <a:spLocks xmlns:a="http://schemas.openxmlformats.org/drawingml/2006/main" noGrp="1"/>
          </p:cNvSpPr>
          <p:nvPr/>
        </p:nvSpPr>
        <p:spPr>
          <a:xfrm xmlns:a="http://schemas.openxmlformats.org/drawingml/2006/main">
            <a:off x="2032000" y="3588905"/>
            <a:ext cx="1235364" cy="95"/>
          </a:xfrm>
          <a:custGeom xmlns:a="http://schemas.openxmlformats.org/drawingml/2006/main">
            <a:pathLst>
              <a:path w="1235364" h="95">
                <a:moveTo>
                  <a:pt x="0" y="0"/>
                </a:moveTo>
                <a:lnTo>
                  <a:pt x="1235364" y="0"/>
                </a:lnTo>
              </a:path>
            </a:pathLst>
          </a:custGeom>
          <a:noFill xmlns:a="http://schemas.openxmlformats.org/drawingml/2006/main"/>
          <a:ln xmlns:a="http://schemas.openxmlformats.org/drawingml/2006/main" w="15240">
            <a:solidFill>
              <a:srgbClr val="F6B94D"/>
            </a:solidFill>
            <a:prstDash val="solid"/>
          </a:ln>
        </p:spPr>
      </p:sp>
      <p:sp>
        <p:nvSpPr>
          <p:cNvPr id="169" name="capability_v1_s3_o168_arrow">
            <a:extLst xmlns:a="http://schemas.openxmlformats.org/drawingml/2006/main">
              <a:ext uri="{FF2B5EF4-FFF2-40B4-BE49-F238E27FC236}">
                <a16:creationId xmlns:a16="http://schemas.microsoft.com/office/drawing/2014/main" id="{5A5CB4CF-21E6-4810-B31E-8AB854AF1A30}"/>
              </a:ext>
            </a:extLst>
          </p:cNvPr>
          <p:cNvSpPr>
            <a:spLocks xmlns:a="http://schemas.openxmlformats.org/drawingml/2006/main" noGrp="1"/>
          </p:cNvSpPr>
          <p:nvPr/>
        </p:nvSpPr>
        <p:spPr>
          <a:xfrm xmlns:a="http://schemas.openxmlformats.org/drawingml/2006/main">
            <a:off x="3191164" y="3549535"/>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0" name="capability_v1_s3_o169">
            <a:extLst xmlns:a="http://schemas.openxmlformats.org/drawingml/2006/main">
              <a:ext uri="{FF2B5EF4-FFF2-40B4-BE49-F238E27FC236}">
                <a16:creationId xmlns:a16="http://schemas.microsoft.com/office/drawing/2014/main" id="{2D008850-1080-4A9F-BE2B-86EF78129323}"/>
              </a:ext>
            </a:extLst>
          </p:cNvPr>
          <p:cNvSpPr>
            <a:spLocks xmlns:a="http://schemas.openxmlformats.org/drawingml/2006/main" noGrp="1"/>
          </p:cNvSpPr>
          <p:nvPr/>
        </p:nvSpPr>
        <p:spPr>
          <a:xfrm xmlns:a="http://schemas.openxmlformats.org/drawingml/2006/main">
            <a:off x="8924636" y="3588905"/>
            <a:ext cx="1235364" cy="95"/>
          </a:xfrm>
          <a:custGeom xmlns:a="http://schemas.openxmlformats.org/drawingml/2006/main">
            <a:pathLst>
              <a:path w="1235364" h="95">
                <a:moveTo>
                  <a:pt x="0" y="0"/>
                </a:moveTo>
                <a:lnTo>
                  <a:pt x="1235364" y="0"/>
                </a:lnTo>
              </a:path>
            </a:pathLst>
          </a:custGeom>
          <a:noFill xmlns:a="http://schemas.openxmlformats.org/drawingml/2006/main"/>
          <a:ln xmlns:a="http://schemas.openxmlformats.org/drawingml/2006/main" w="15240">
            <a:solidFill>
              <a:srgbClr val="4DE0B0"/>
            </a:solidFill>
            <a:prstDash val="solid"/>
          </a:ln>
        </p:spPr>
      </p:sp>
      <p:sp>
        <p:nvSpPr>
          <p:cNvPr id="171" name="capability_v1_s3_o169_arrow">
            <a:extLst xmlns:a="http://schemas.openxmlformats.org/drawingml/2006/main">
              <a:ext uri="{FF2B5EF4-FFF2-40B4-BE49-F238E27FC236}">
                <a16:creationId xmlns:a16="http://schemas.microsoft.com/office/drawing/2014/main" id="{A1C4B155-4084-4A59-BD0D-DFDC40B570E7}"/>
              </a:ext>
            </a:extLst>
          </p:cNvPr>
          <p:cNvSpPr>
            <a:spLocks xmlns:a="http://schemas.openxmlformats.org/drawingml/2006/main" noGrp="1"/>
          </p:cNvSpPr>
          <p:nvPr/>
        </p:nvSpPr>
        <p:spPr>
          <a:xfrm xmlns:a="http://schemas.openxmlformats.org/drawingml/2006/main">
            <a:off x="10083800" y="3549535"/>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2" name="capability_v1_s3_o170">
            <a:extLst xmlns:a="http://schemas.openxmlformats.org/drawingml/2006/main">
              <a:ext uri="{FF2B5EF4-FFF2-40B4-BE49-F238E27FC236}">
                <a16:creationId xmlns:a16="http://schemas.microsoft.com/office/drawing/2014/main" id="{2CDB7C36-00FF-4DDE-B7AF-62665DCA5F1B}"/>
              </a:ext>
            </a:extLst>
          </p:cNvPr>
          <p:cNvSpPr>
            <a:spLocks xmlns:a="http://schemas.openxmlformats.org/drawingml/2006/main" noGrp="1"/>
          </p:cNvSpPr>
          <p:nvPr/>
        </p:nvSpPr>
        <p:spPr>
          <a:xfrm xmlns:a="http://schemas.openxmlformats.org/drawingml/2006/main">
            <a:off x="2336800" y="4965700"/>
            <a:ext cx="7518400" cy="482600"/>
          </a:xfrm>
          <a:prstGeom xmlns:a="http://schemas.openxmlformats.org/drawingml/2006/main" prst="roundRect">
            <a:avLst>
              <a:gd name="adj" fmla="val 21053"/>
            </a:avLst>
          </a:prstGeom>
          <a:solidFill xmlns:a="http://schemas.openxmlformats.org/drawingml/2006/main">
            <a:srgbClr val="05243B"/>
          </a:solidFill>
          <a:ln xmlns:a="http://schemas.openxmlformats.org/drawingml/2006/main" w="12700">
            <a:solidFill>
              <a:srgbClr val="45A7FF"/>
            </a:solidFill>
          </a:ln>
        </p:spPr>
      </p:sp>
      <p:sp>
        <p:nvSpPr>
          <p:cNvPr id="173" name="capability_v1_s3_o171">
            <a:extLst xmlns:a="http://schemas.openxmlformats.org/drawingml/2006/main">
              <a:ext uri="{FF2B5EF4-FFF2-40B4-BE49-F238E27FC236}">
                <a16:creationId xmlns:a16="http://schemas.microsoft.com/office/drawing/2014/main" id="{94B6926B-0CF3-4F79-A7A3-140C63922534}"/>
              </a:ext>
            </a:extLst>
          </p:cNvPr>
          <p:cNvSpPr>
            <a:spLocks xmlns:a="http://schemas.openxmlformats.org/drawingml/2006/main" noGrp="1"/>
          </p:cNvSpPr>
          <p:nvPr/>
        </p:nvSpPr>
        <p:spPr>
          <a:xfrm xmlns:a="http://schemas.openxmlformats.org/drawingml/2006/main">
            <a:off x="2463800" y="4991100"/>
            <a:ext cx="7239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4F7FB"/>
                </a:solidFill>
                <a:latin typeface="Arial"/>
                <a:ea typeface="Arial"/>
                <a:cs typeface="Arial"/>
              </a:defRPr>
            </a:defPPr>
          </a:lstStyle>
          <a:p xmlns:a="http://schemas.openxmlformats.org/drawingml/2006/main">
            <a:pPr algn="l">
              <a:lnSpc>
                <a:spcPct val="108000"/>
              </a:lnSpc>
              <a:buNone/>
              <a:defRPr sz="1500" b="1">
                <a:solidFill>
                  <a:srgbClr val="F4F7FB"/>
                </a:solidFill>
                <a:latin typeface="Arial"/>
                <a:ea typeface="Arial"/>
                <a:cs typeface="Arial"/>
              </a:defRPr>
            </a:pPr>
            <a:r>
              <a:rPr sz="1500" b="1">
                <a:solidFill>
                  <a:srgbClr val="F4F7FB"/>
                </a:solidFill>
                <a:latin typeface="Arial"/>
                <a:ea typeface="Arial"/>
                <a:cs typeface="Arial"/>
                <a:hlinkClick xmlns:r="http://schemas.openxmlformats.org/officeDocument/2006/relationships" r:id="R406bfd129a314e8c" action="ppaction://hlinksldjump"/>
              </a:rPr>
              <a:t>Open scenario circuit blueprint</a:t>
            </a:r>
          </a:p>
        </p:txBody>
      </p:sp>
      <p:sp>
        <p:nvSpPr>
          <p:cNvPr id="174" name="capability_v1_s3_o172">
            <a:extLst xmlns:a="http://schemas.openxmlformats.org/drawingml/2006/main">
              <a:ext uri="{FF2B5EF4-FFF2-40B4-BE49-F238E27FC236}">
                <a16:creationId xmlns:a16="http://schemas.microsoft.com/office/drawing/2014/main" id="{ABDC1EB6-3AD3-4C81-9B26-1A54E891E9F2}"/>
              </a:ext>
            </a:extLst>
          </p:cNvPr>
          <p:cNvSpPr>
            <a:spLocks xmlns:a="http://schemas.openxmlformats.org/drawingml/2006/main" noGrp="1"/>
          </p:cNvSpPr>
          <p:nvPr/>
        </p:nvSpPr>
        <p:spPr>
          <a:xfrm xmlns:a="http://schemas.openxmlformats.org/drawingml/2006/main">
            <a:off x="101600" y="5791200"/>
            <a:ext cx="11988800" cy="495300"/>
          </a:xfrm>
          <a:prstGeom xmlns:a="http://schemas.openxmlformats.org/drawingml/2006/main" prst="rect">
            <a:avLst/>
          </a:prstGeom>
          <a:solidFill xmlns:a="http://schemas.openxmlformats.org/drawingml/2006/main">
            <a:srgbClr val="05243B"/>
          </a:solidFill>
          <a:ln xmlns:a="http://schemas.openxmlformats.org/drawingml/2006/main" w="11430">
            <a:solidFill>
              <a:srgbClr val="72D7EE"/>
            </a:solidFill>
          </a:ln>
        </p:spPr>
      </p:sp>
      <p:sp>
        <p:nvSpPr>
          <p:cNvPr id="175" name="capability_v1_s3_o173">
            <a:extLst xmlns:a="http://schemas.openxmlformats.org/drawingml/2006/main">
              <a:ext uri="{FF2B5EF4-FFF2-40B4-BE49-F238E27FC236}">
                <a16:creationId xmlns:a16="http://schemas.microsoft.com/office/drawing/2014/main" id="{61A5E5C2-C68E-4A61-B4C8-2E527965E7D2}"/>
              </a:ext>
            </a:extLst>
          </p:cNvPr>
          <p:cNvSpPr>
            <a:spLocks xmlns:a="http://schemas.openxmlformats.org/drawingml/2006/main" noGrp="1"/>
          </p:cNvSpPr>
          <p:nvPr/>
        </p:nvSpPr>
        <p:spPr>
          <a:xfrm xmlns:a="http://schemas.openxmlformats.org/drawingml/2006/main">
            <a:off x="177800" y="5829300"/>
            <a:ext cx="2921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72D7EE"/>
                </a:solidFill>
                <a:latin typeface="Arial"/>
                <a:ea typeface="Arial"/>
                <a:cs typeface="Arial"/>
              </a:defRPr>
            </a:defPPr>
          </a:lstStyle>
          <a:p xmlns:a="http://schemas.openxmlformats.org/drawingml/2006/main">
            <a:pPr algn="l">
              <a:lnSpc>
                <a:spcPct val="108000"/>
              </a:lnSpc>
              <a:buNone/>
              <a:defRPr sz="1200" b="1">
                <a:solidFill>
                  <a:srgbClr val="72D7EE"/>
                </a:solidFill>
                <a:latin typeface="Arial"/>
                <a:ea typeface="Arial"/>
                <a:cs typeface="Arial"/>
              </a:defRPr>
            </a:pPr>
            <a:r>
              <a:rPr sz="1200" b="1">
                <a:solidFill>
                  <a:srgbClr val="72D7EE"/>
                </a:solidFill>
                <a:latin typeface="Arial"/>
                <a:ea typeface="Arial"/>
                <a:cs typeface="Arial"/>
              </a:rPr>
              <a:t>Observation / Telemetry</a:t>
            </a:r>
          </a:p>
        </p:txBody>
      </p:sp>
      <p:sp>
        <p:nvSpPr>
          <p:cNvPr id="176" name="capability_v1_s3_o174">
            <a:extLst xmlns:a="http://schemas.openxmlformats.org/drawingml/2006/main">
              <a:ext uri="{FF2B5EF4-FFF2-40B4-BE49-F238E27FC236}">
                <a16:creationId xmlns:a16="http://schemas.microsoft.com/office/drawing/2014/main" id="{E4A39956-6AAD-473C-BC45-C3E8F1BF1539}"/>
              </a:ext>
            </a:extLst>
          </p:cNvPr>
          <p:cNvSpPr>
            <a:spLocks xmlns:a="http://schemas.openxmlformats.org/drawingml/2006/main" noGrp="1"/>
          </p:cNvSpPr>
          <p:nvPr/>
        </p:nvSpPr>
        <p:spPr>
          <a:xfrm xmlns:a="http://schemas.openxmlformats.org/drawingml/2006/main">
            <a:off x="177800" y="6070600"/>
            <a:ext cx="2921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State overlays preserve the circuit</a:t>
            </a:r>
          </a:p>
        </p:txBody>
      </p:sp>
      <p:sp>
        <p:nvSpPr>
          <p:cNvPr id="177" name="capability_v1_s3_o175">
            <a:extLst xmlns:a="http://schemas.openxmlformats.org/drawingml/2006/main">
              <a:ext uri="{FF2B5EF4-FFF2-40B4-BE49-F238E27FC236}">
                <a16:creationId xmlns:a16="http://schemas.microsoft.com/office/drawing/2014/main" id="{FB819803-ABE2-4E5D-B68E-9968C5151F5F}"/>
              </a:ext>
            </a:extLst>
          </p:cNvPr>
          <p:cNvSpPr>
            <a:spLocks xmlns:a="http://schemas.openxmlformats.org/drawingml/2006/main" noGrp="1"/>
          </p:cNvSpPr>
          <p:nvPr/>
        </p:nvSpPr>
        <p:spPr>
          <a:xfrm xmlns:a="http://schemas.openxmlformats.org/drawingml/2006/main">
            <a:off x="3441700" y="5892800"/>
            <a:ext cx="33401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Invocation: none selected</a:t>
            </a:r>
          </a:p>
        </p:txBody>
      </p:sp>
      <p:sp>
        <p:nvSpPr>
          <p:cNvPr id="178" name="capability_v1_s3_o176">
            <a:extLst xmlns:a="http://schemas.openxmlformats.org/drawingml/2006/main">
              <a:ext uri="{FF2B5EF4-FFF2-40B4-BE49-F238E27FC236}">
                <a16:creationId xmlns:a16="http://schemas.microsoft.com/office/drawing/2014/main" id="{87ED7962-3B10-4067-ACB5-69CE0031C460}"/>
              </a:ext>
            </a:extLst>
          </p:cNvPr>
          <p:cNvSpPr>
            <a:spLocks xmlns:a="http://schemas.openxmlformats.org/drawingml/2006/main" noGrp="1"/>
          </p:cNvSpPr>
          <p:nvPr/>
        </p:nvSpPr>
        <p:spPr>
          <a:xfrm xmlns:a="http://schemas.openxmlformats.org/drawingml/2006/main">
            <a:off x="7099300" y="5892800"/>
            <a:ext cx="419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Circuit state: unobserved</a:t>
            </a:r>
          </a:p>
        </p:txBody>
      </p:sp>
      <p:sp>
        <p:nvSpPr>
          <p:cNvPr id="179" name="capability_v1_s3_o177">
            <a:extLst xmlns:a="http://schemas.openxmlformats.org/drawingml/2006/main">
              <a:ext uri="{FF2B5EF4-FFF2-40B4-BE49-F238E27FC236}">
                <a16:creationId xmlns:a16="http://schemas.microsoft.com/office/drawing/2014/main" id="{62F236B7-F97E-4FA5-843B-A77DF7AC60D1}"/>
              </a:ext>
            </a:extLst>
          </p:cNvPr>
          <p:cNvSpPr>
            <a:spLocks xmlns:a="http://schemas.openxmlformats.org/drawingml/2006/main" noGrp="1"/>
          </p:cNvSpPr>
          <p:nvPr/>
        </p:nvSpPr>
        <p:spPr>
          <a:xfrm xmlns:a="http://schemas.openxmlformats.org/drawingml/2006/main">
            <a:off x="177800" y="6324600"/>
            <a:ext cx="345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7cfcf75313445ef" action="ppaction://hlinksldjump"/>
              </a:rPr>
              <a:t>Declaration inventory</a:t>
            </a:r>
          </a:p>
        </p:txBody>
      </p:sp>
      <p:sp>
        <p:nvSpPr>
          <p:cNvPr id="180" name="capability_v1_s3_o178">
            <a:extLst xmlns:a="http://schemas.openxmlformats.org/drawingml/2006/main">
              <a:ext uri="{FF2B5EF4-FFF2-40B4-BE49-F238E27FC236}">
                <a16:creationId xmlns:a16="http://schemas.microsoft.com/office/drawing/2014/main" id="{841EB633-DFCE-4EF8-88EF-4DD1F7B107A6}"/>
              </a:ext>
            </a:extLst>
          </p:cNvPr>
          <p:cNvSpPr>
            <a:spLocks xmlns:a="http://schemas.openxmlformats.org/drawingml/2006/main" noGrp="1"/>
          </p:cNvSpPr>
          <p:nvPr/>
        </p:nvSpPr>
        <p:spPr>
          <a:xfrm xmlns:a="http://schemas.openxmlformats.org/drawingml/2006/main">
            <a:off x="3848100" y="6350000"/>
            <a:ext cx="4051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Input / outcome: semantic contract</a:t>
            </a:r>
          </a:p>
        </p:txBody>
      </p:sp>
      <p:sp>
        <p:nvSpPr>
          <p:cNvPr id="181" name="capability_v1_s3_o179">
            <a:extLst xmlns:a="http://schemas.openxmlformats.org/drawingml/2006/main">
              <a:ext uri="{FF2B5EF4-FFF2-40B4-BE49-F238E27FC236}">
                <a16:creationId xmlns:a16="http://schemas.microsoft.com/office/drawing/2014/main" id="{1E110E52-2C9A-42F0-88BE-AD3CB01073EF}"/>
              </a:ext>
            </a:extLst>
          </p:cNvPr>
          <p:cNvSpPr>
            <a:spLocks xmlns:a="http://schemas.openxmlformats.org/drawingml/2006/main" noGrp="1"/>
          </p:cNvSpPr>
          <p:nvPr/>
        </p:nvSpPr>
        <p:spPr>
          <a:xfrm xmlns:a="http://schemas.openxmlformats.org/drawingml/2006/main">
            <a:off x="8013700" y="6324600"/>
            <a:ext cx="393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hlinkClick xmlns:r="http://schemas.openxmlformats.org/officeDocument/2006/relationships" r:id="Rb3fd9d0089004ee8" action="ppaction://hlinksldjump"/>
              </a:rPr>
              <a:t>Review · 0 errors / 4 warnings</a:t>
            </a:r>
          </a:p>
        </p:txBody>
      </p:sp>
      <p:sp>
        <p:nvSpPr>
          <p:cNvPr id="182" name="capability_v1_s3_o180">
            <a:extLst xmlns:a="http://schemas.openxmlformats.org/drawingml/2006/main">
              <a:ext uri="{FF2B5EF4-FFF2-40B4-BE49-F238E27FC236}">
                <a16:creationId xmlns:a16="http://schemas.microsoft.com/office/drawing/2014/main" id="{32AE5C07-6A8B-451B-B6BC-EADFF9016A4B}"/>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
        <p:nvSpPr>
          <p:cNvPr id="183" name="capability_v1_s3_o181">
            <a:extLst xmlns:a="http://schemas.openxmlformats.org/drawingml/2006/main">
              <a:ext uri="{FF2B5EF4-FFF2-40B4-BE49-F238E27FC236}">
                <a16:creationId xmlns:a16="http://schemas.microsoft.com/office/drawing/2014/main" id="{DE05B834-786B-41A6-9557-48BE3D79B9E9}"/>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03</a:t>
            </a:r>
          </a:p>
        </p:txBody>
      </p:sp>
    </p:spTree>
    <p:extLst>
      <p:ext uri="{BB962C8B-B14F-4D97-AF65-F5344CB8AC3E}">
        <p14:creationId xmlns:p14="http://schemas.microsoft.com/office/powerpoint/2010/main" val="493810137"/>
      </p:ext>
    </p:extLst>
  </p:cSld>
</p:sld>
</file>

<file path=ppt/slides/slide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28" name="capability_v1_s4_o1">
            <a:extLst xmlns:a="http://schemas.openxmlformats.org/drawingml/2006/main">
              <a:ext uri="{FF2B5EF4-FFF2-40B4-BE49-F238E27FC236}">
                <a16:creationId xmlns:a16="http://schemas.microsoft.com/office/drawing/2014/main" id="{02F7D931-D439-4206-9288-DB944FBEDA7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Scenario meaning</a:t>
            </a:r>
          </a:p>
        </p:txBody>
      </p:sp>
      <p:sp>
        <p:nvSpPr>
          <p:cNvPr id="2" name="capability_v1_s4_o2">
            <a:extLst xmlns:a="http://schemas.openxmlformats.org/drawingml/2006/main">
              <a:ext uri="{FF2B5EF4-FFF2-40B4-BE49-F238E27FC236}">
                <a16:creationId xmlns:a16="http://schemas.microsoft.com/office/drawing/2014/main" id="{6CD2455A-BA0E-4266-A368-017E7F8144B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SCENARIO ALTITUDE · read-capability-dsl-source</a:t>
            </a:r>
          </a:p>
        </p:txBody>
      </p:sp>
      <p:sp>
        <p:nvSpPr>
          <p:cNvPr id="3" name="capability_v1_s4_o3">
            <a:extLst xmlns:a="http://schemas.openxmlformats.org/drawingml/2006/main">
              <a:ext uri="{FF2B5EF4-FFF2-40B4-BE49-F238E27FC236}">
                <a16:creationId xmlns:a16="http://schemas.microsoft.com/office/drawing/2014/main" id="{582B7935-6550-4CA4-B81D-861D5EBF880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04</a:t>
            </a:r>
          </a:p>
        </p:txBody>
      </p:sp>
      <p:sp>
        <p:nvSpPr>
          <p:cNvPr id="4" name="capability_v1_s4_o4">
            <a:extLst xmlns:a="http://schemas.openxmlformats.org/drawingml/2006/main">
              <a:ext uri="{FF2B5EF4-FFF2-40B4-BE49-F238E27FC236}">
                <a16:creationId xmlns:a16="http://schemas.microsoft.com/office/drawing/2014/main" id="{0B2D0F1D-43ED-4F4B-AAA1-D4AD3F46AFA7}"/>
              </a:ext>
            </a:extLst>
          </p:cNvPr>
          <p:cNvSpPr>
            <a:spLocks xmlns:a="http://schemas.openxmlformats.org/drawingml/2006/main" noGrp="1"/>
          </p:cNvSpPr>
          <p:nvPr/>
        </p:nvSpPr>
        <p:spPr>
          <a:xfrm xmlns:a="http://schemas.openxmlformats.org/drawingml/2006/main">
            <a:off x="20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 name="capability_v1_s4_o5">
            <a:extLst xmlns:a="http://schemas.openxmlformats.org/drawingml/2006/main">
              <a:ext uri="{FF2B5EF4-FFF2-40B4-BE49-F238E27FC236}">
                <a16:creationId xmlns:a16="http://schemas.microsoft.com/office/drawing/2014/main" id="{46C37BC3-3435-460C-8D31-C1BD64C5FA41}"/>
              </a:ext>
            </a:extLst>
          </p:cNvPr>
          <p:cNvSpPr>
            <a:spLocks xmlns:a="http://schemas.openxmlformats.org/drawingml/2006/main" noGrp="1"/>
          </p:cNvSpPr>
          <p:nvPr/>
        </p:nvSpPr>
        <p:spPr>
          <a:xfrm xmlns:a="http://schemas.openxmlformats.org/drawingml/2006/main">
            <a:off x="40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 name="capability_v1_s4_o6">
            <a:extLst xmlns:a="http://schemas.openxmlformats.org/drawingml/2006/main">
              <a:ext uri="{FF2B5EF4-FFF2-40B4-BE49-F238E27FC236}">
                <a16:creationId xmlns:a16="http://schemas.microsoft.com/office/drawing/2014/main" id="{235C9518-A9D0-4AF1-B429-5A36439FC406}"/>
              </a:ext>
            </a:extLst>
          </p:cNvPr>
          <p:cNvSpPr>
            <a:spLocks xmlns:a="http://schemas.openxmlformats.org/drawingml/2006/main" noGrp="1"/>
          </p:cNvSpPr>
          <p:nvPr/>
        </p:nvSpPr>
        <p:spPr>
          <a:xfrm xmlns:a="http://schemas.openxmlformats.org/drawingml/2006/main">
            <a:off x="60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7" name="capability_v1_s4_o7">
            <a:extLst xmlns:a="http://schemas.openxmlformats.org/drawingml/2006/main">
              <a:ext uri="{FF2B5EF4-FFF2-40B4-BE49-F238E27FC236}">
                <a16:creationId xmlns:a16="http://schemas.microsoft.com/office/drawing/2014/main" id="{13ABD083-8940-42D2-B17D-2C03A7A31A9E}"/>
              </a:ext>
            </a:extLst>
          </p:cNvPr>
          <p:cNvSpPr>
            <a:spLocks xmlns:a="http://schemas.openxmlformats.org/drawingml/2006/main" noGrp="1"/>
          </p:cNvSpPr>
          <p:nvPr/>
        </p:nvSpPr>
        <p:spPr>
          <a:xfrm xmlns:a="http://schemas.openxmlformats.org/drawingml/2006/main">
            <a:off x="81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8" name="capability_v1_s4_o8">
            <a:extLst xmlns:a="http://schemas.openxmlformats.org/drawingml/2006/main">
              <a:ext uri="{FF2B5EF4-FFF2-40B4-BE49-F238E27FC236}">
                <a16:creationId xmlns:a16="http://schemas.microsoft.com/office/drawing/2014/main" id="{9CAD6D8F-21A8-4DB8-957C-6385C139545C}"/>
              </a:ext>
            </a:extLst>
          </p:cNvPr>
          <p:cNvSpPr>
            <a:spLocks xmlns:a="http://schemas.openxmlformats.org/drawingml/2006/main" noGrp="1"/>
          </p:cNvSpPr>
          <p:nvPr/>
        </p:nvSpPr>
        <p:spPr>
          <a:xfrm xmlns:a="http://schemas.openxmlformats.org/drawingml/2006/main">
            <a:off x="101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9" name="capability_v1_s4_o9">
            <a:extLst xmlns:a="http://schemas.openxmlformats.org/drawingml/2006/main">
              <a:ext uri="{FF2B5EF4-FFF2-40B4-BE49-F238E27FC236}">
                <a16:creationId xmlns:a16="http://schemas.microsoft.com/office/drawing/2014/main" id="{6D14FEF3-09D0-443F-AD9E-BF9C8ED65E9C}"/>
              </a:ext>
            </a:extLst>
          </p:cNvPr>
          <p:cNvSpPr>
            <a:spLocks xmlns:a="http://schemas.openxmlformats.org/drawingml/2006/main" noGrp="1"/>
          </p:cNvSpPr>
          <p:nvPr/>
        </p:nvSpPr>
        <p:spPr>
          <a:xfrm xmlns:a="http://schemas.openxmlformats.org/drawingml/2006/main">
            <a:off x="121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0" name="capability_v1_s4_o10">
            <a:extLst xmlns:a="http://schemas.openxmlformats.org/drawingml/2006/main">
              <a:ext uri="{FF2B5EF4-FFF2-40B4-BE49-F238E27FC236}">
                <a16:creationId xmlns:a16="http://schemas.microsoft.com/office/drawing/2014/main" id="{7956C790-6A50-4743-BA0E-68614D3D1AC8}"/>
              </a:ext>
            </a:extLst>
          </p:cNvPr>
          <p:cNvSpPr>
            <a:spLocks xmlns:a="http://schemas.openxmlformats.org/drawingml/2006/main" noGrp="1"/>
          </p:cNvSpPr>
          <p:nvPr/>
        </p:nvSpPr>
        <p:spPr>
          <a:xfrm xmlns:a="http://schemas.openxmlformats.org/drawingml/2006/main">
            <a:off x="142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1" name="capability_v1_s4_o11">
            <a:extLst xmlns:a="http://schemas.openxmlformats.org/drawingml/2006/main">
              <a:ext uri="{FF2B5EF4-FFF2-40B4-BE49-F238E27FC236}">
                <a16:creationId xmlns:a16="http://schemas.microsoft.com/office/drawing/2014/main" id="{AFFA7BB1-0929-4AD7-8892-6B7917EF62EA}"/>
              </a:ext>
            </a:extLst>
          </p:cNvPr>
          <p:cNvSpPr>
            <a:spLocks xmlns:a="http://schemas.openxmlformats.org/drawingml/2006/main" noGrp="1"/>
          </p:cNvSpPr>
          <p:nvPr/>
        </p:nvSpPr>
        <p:spPr>
          <a:xfrm xmlns:a="http://schemas.openxmlformats.org/drawingml/2006/main">
            <a:off x="162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2" name="capability_v1_s4_o12">
            <a:extLst xmlns:a="http://schemas.openxmlformats.org/drawingml/2006/main">
              <a:ext uri="{FF2B5EF4-FFF2-40B4-BE49-F238E27FC236}">
                <a16:creationId xmlns:a16="http://schemas.microsoft.com/office/drawing/2014/main" id="{2C2C1EC1-088C-4F22-BE12-493E8A216907}"/>
              </a:ext>
            </a:extLst>
          </p:cNvPr>
          <p:cNvSpPr>
            <a:spLocks xmlns:a="http://schemas.openxmlformats.org/drawingml/2006/main" noGrp="1"/>
          </p:cNvSpPr>
          <p:nvPr/>
        </p:nvSpPr>
        <p:spPr>
          <a:xfrm xmlns:a="http://schemas.openxmlformats.org/drawingml/2006/main">
            <a:off x="182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3" name="capability_v1_s4_o13">
            <a:extLst xmlns:a="http://schemas.openxmlformats.org/drawingml/2006/main">
              <a:ext uri="{FF2B5EF4-FFF2-40B4-BE49-F238E27FC236}">
                <a16:creationId xmlns:a16="http://schemas.microsoft.com/office/drawing/2014/main" id="{825CE4B5-BBCE-48F9-B389-CFD8AC7CE620}"/>
              </a:ext>
            </a:extLst>
          </p:cNvPr>
          <p:cNvSpPr>
            <a:spLocks xmlns:a="http://schemas.openxmlformats.org/drawingml/2006/main" noGrp="1"/>
          </p:cNvSpPr>
          <p:nvPr/>
        </p:nvSpPr>
        <p:spPr>
          <a:xfrm xmlns:a="http://schemas.openxmlformats.org/drawingml/2006/main">
            <a:off x="203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4" name="capability_v1_s4_o14">
            <a:extLst xmlns:a="http://schemas.openxmlformats.org/drawingml/2006/main">
              <a:ext uri="{FF2B5EF4-FFF2-40B4-BE49-F238E27FC236}">
                <a16:creationId xmlns:a16="http://schemas.microsoft.com/office/drawing/2014/main" id="{0AE7E755-F8DC-46FC-967E-1DA3ECD7B823}"/>
              </a:ext>
            </a:extLst>
          </p:cNvPr>
          <p:cNvSpPr>
            <a:spLocks xmlns:a="http://schemas.openxmlformats.org/drawingml/2006/main" noGrp="1"/>
          </p:cNvSpPr>
          <p:nvPr/>
        </p:nvSpPr>
        <p:spPr>
          <a:xfrm xmlns:a="http://schemas.openxmlformats.org/drawingml/2006/main">
            <a:off x="223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5" name="capability_v1_s4_o15">
            <a:extLst xmlns:a="http://schemas.openxmlformats.org/drawingml/2006/main">
              <a:ext uri="{FF2B5EF4-FFF2-40B4-BE49-F238E27FC236}">
                <a16:creationId xmlns:a16="http://schemas.microsoft.com/office/drawing/2014/main" id="{F35A996B-CD3B-45EF-BC9F-B9415A1D1631}"/>
              </a:ext>
            </a:extLst>
          </p:cNvPr>
          <p:cNvSpPr>
            <a:spLocks xmlns:a="http://schemas.openxmlformats.org/drawingml/2006/main" noGrp="1"/>
          </p:cNvSpPr>
          <p:nvPr/>
        </p:nvSpPr>
        <p:spPr>
          <a:xfrm xmlns:a="http://schemas.openxmlformats.org/drawingml/2006/main">
            <a:off x="243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6" name="capability_v1_s4_o16">
            <a:extLst xmlns:a="http://schemas.openxmlformats.org/drawingml/2006/main">
              <a:ext uri="{FF2B5EF4-FFF2-40B4-BE49-F238E27FC236}">
                <a16:creationId xmlns:a16="http://schemas.microsoft.com/office/drawing/2014/main" id="{1BE9283E-ECF3-4039-96CE-4C8068DFFC3C}"/>
              </a:ext>
            </a:extLst>
          </p:cNvPr>
          <p:cNvSpPr>
            <a:spLocks xmlns:a="http://schemas.openxmlformats.org/drawingml/2006/main" noGrp="1"/>
          </p:cNvSpPr>
          <p:nvPr/>
        </p:nvSpPr>
        <p:spPr>
          <a:xfrm xmlns:a="http://schemas.openxmlformats.org/drawingml/2006/main">
            <a:off x="264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7" name="capability_v1_s4_o17">
            <a:extLst xmlns:a="http://schemas.openxmlformats.org/drawingml/2006/main">
              <a:ext uri="{FF2B5EF4-FFF2-40B4-BE49-F238E27FC236}">
                <a16:creationId xmlns:a16="http://schemas.microsoft.com/office/drawing/2014/main" id="{538D4E18-0D93-411F-90DF-83103CED4C51}"/>
              </a:ext>
            </a:extLst>
          </p:cNvPr>
          <p:cNvSpPr>
            <a:spLocks xmlns:a="http://schemas.openxmlformats.org/drawingml/2006/main" noGrp="1"/>
          </p:cNvSpPr>
          <p:nvPr/>
        </p:nvSpPr>
        <p:spPr>
          <a:xfrm xmlns:a="http://schemas.openxmlformats.org/drawingml/2006/main">
            <a:off x="284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8" name="capability_v1_s4_o18">
            <a:extLst xmlns:a="http://schemas.openxmlformats.org/drawingml/2006/main">
              <a:ext uri="{FF2B5EF4-FFF2-40B4-BE49-F238E27FC236}">
                <a16:creationId xmlns:a16="http://schemas.microsoft.com/office/drawing/2014/main" id="{5BD4C81F-1359-4DF0-BBD9-4BD8F6C4F616}"/>
              </a:ext>
            </a:extLst>
          </p:cNvPr>
          <p:cNvSpPr>
            <a:spLocks xmlns:a="http://schemas.openxmlformats.org/drawingml/2006/main" noGrp="1"/>
          </p:cNvSpPr>
          <p:nvPr/>
        </p:nvSpPr>
        <p:spPr>
          <a:xfrm xmlns:a="http://schemas.openxmlformats.org/drawingml/2006/main">
            <a:off x="304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9" name="capability_v1_s4_o19">
            <a:extLst xmlns:a="http://schemas.openxmlformats.org/drawingml/2006/main">
              <a:ext uri="{FF2B5EF4-FFF2-40B4-BE49-F238E27FC236}">
                <a16:creationId xmlns:a16="http://schemas.microsoft.com/office/drawing/2014/main" id="{AD0E77E6-EDA5-4B02-BDE2-40FE7DE4ADB2}"/>
              </a:ext>
            </a:extLst>
          </p:cNvPr>
          <p:cNvSpPr>
            <a:spLocks xmlns:a="http://schemas.openxmlformats.org/drawingml/2006/main" noGrp="1"/>
          </p:cNvSpPr>
          <p:nvPr/>
        </p:nvSpPr>
        <p:spPr>
          <a:xfrm xmlns:a="http://schemas.openxmlformats.org/drawingml/2006/main">
            <a:off x="325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0" name="capability_v1_s4_o20">
            <a:extLst xmlns:a="http://schemas.openxmlformats.org/drawingml/2006/main">
              <a:ext uri="{FF2B5EF4-FFF2-40B4-BE49-F238E27FC236}">
                <a16:creationId xmlns:a16="http://schemas.microsoft.com/office/drawing/2014/main" id="{8A04FAA5-6C6F-4FE3-B253-F60B8B6EB413}"/>
              </a:ext>
            </a:extLst>
          </p:cNvPr>
          <p:cNvSpPr>
            <a:spLocks xmlns:a="http://schemas.openxmlformats.org/drawingml/2006/main" noGrp="1"/>
          </p:cNvSpPr>
          <p:nvPr/>
        </p:nvSpPr>
        <p:spPr>
          <a:xfrm xmlns:a="http://schemas.openxmlformats.org/drawingml/2006/main">
            <a:off x="345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1" name="capability_v1_s4_o21">
            <a:extLst xmlns:a="http://schemas.openxmlformats.org/drawingml/2006/main">
              <a:ext uri="{FF2B5EF4-FFF2-40B4-BE49-F238E27FC236}">
                <a16:creationId xmlns:a16="http://schemas.microsoft.com/office/drawing/2014/main" id="{8B37FAFB-2F4D-43B6-B000-A0CB84436C70}"/>
              </a:ext>
            </a:extLst>
          </p:cNvPr>
          <p:cNvSpPr>
            <a:spLocks xmlns:a="http://schemas.openxmlformats.org/drawingml/2006/main" noGrp="1"/>
          </p:cNvSpPr>
          <p:nvPr/>
        </p:nvSpPr>
        <p:spPr>
          <a:xfrm xmlns:a="http://schemas.openxmlformats.org/drawingml/2006/main">
            <a:off x="365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2" name="capability_v1_s4_o22">
            <a:extLst xmlns:a="http://schemas.openxmlformats.org/drawingml/2006/main">
              <a:ext uri="{FF2B5EF4-FFF2-40B4-BE49-F238E27FC236}">
                <a16:creationId xmlns:a16="http://schemas.microsoft.com/office/drawing/2014/main" id="{9DDDEBF0-6E2B-4E46-94E8-710A0C8B2E7D}"/>
              </a:ext>
            </a:extLst>
          </p:cNvPr>
          <p:cNvSpPr>
            <a:spLocks xmlns:a="http://schemas.openxmlformats.org/drawingml/2006/main" noGrp="1"/>
          </p:cNvSpPr>
          <p:nvPr/>
        </p:nvSpPr>
        <p:spPr>
          <a:xfrm xmlns:a="http://schemas.openxmlformats.org/drawingml/2006/main">
            <a:off x="386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3" name="capability_v1_s4_o23">
            <a:extLst xmlns:a="http://schemas.openxmlformats.org/drawingml/2006/main">
              <a:ext uri="{FF2B5EF4-FFF2-40B4-BE49-F238E27FC236}">
                <a16:creationId xmlns:a16="http://schemas.microsoft.com/office/drawing/2014/main" id="{BC121410-6423-4706-8A21-F48C2F1B5D6B}"/>
              </a:ext>
            </a:extLst>
          </p:cNvPr>
          <p:cNvSpPr>
            <a:spLocks xmlns:a="http://schemas.openxmlformats.org/drawingml/2006/main" noGrp="1"/>
          </p:cNvSpPr>
          <p:nvPr/>
        </p:nvSpPr>
        <p:spPr>
          <a:xfrm xmlns:a="http://schemas.openxmlformats.org/drawingml/2006/main">
            <a:off x="406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4" name="capability_v1_s4_o24">
            <a:extLst xmlns:a="http://schemas.openxmlformats.org/drawingml/2006/main">
              <a:ext uri="{FF2B5EF4-FFF2-40B4-BE49-F238E27FC236}">
                <a16:creationId xmlns:a16="http://schemas.microsoft.com/office/drawing/2014/main" id="{345F1CE1-4F31-44E5-BE09-88857323C2A2}"/>
              </a:ext>
            </a:extLst>
          </p:cNvPr>
          <p:cNvSpPr>
            <a:spLocks xmlns:a="http://schemas.openxmlformats.org/drawingml/2006/main" noGrp="1"/>
          </p:cNvSpPr>
          <p:nvPr/>
        </p:nvSpPr>
        <p:spPr>
          <a:xfrm xmlns:a="http://schemas.openxmlformats.org/drawingml/2006/main">
            <a:off x="426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5" name="capability_v1_s4_o25">
            <a:extLst xmlns:a="http://schemas.openxmlformats.org/drawingml/2006/main">
              <a:ext uri="{FF2B5EF4-FFF2-40B4-BE49-F238E27FC236}">
                <a16:creationId xmlns:a16="http://schemas.microsoft.com/office/drawing/2014/main" id="{84B6E852-0C6F-4121-8422-39AF8F784287}"/>
              </a:ext>
            </a:extLst>
          </p:cNvPr>
          <p:cNvSpPr>
            <a:spLocks xmlns:a="http://schemas.openxmlformats.org/drawingml/2006/main" noGrp="1"/>
          </p:cNvSpPr>
          <p:nvPr/>
        </p:nvSpPr>
        <p:spPr>
          <a:xfrm xmlns:a="http://schemas.openxmlformats.org/drawingml/2006/main">
            <a:off x="447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6" name="capability_v1_s4_o26">
            <a:extLst xmlns:a="http://schemas.openxmlformats.org/drawingml/2006/main">
              <a:ext uri="{FF2B5EF4-FFF2-40B4-BE49-F238E27FC236}">
                <a16:creationId xmlns:a16="http://schemas.microsoft.com/office/drawing/2014/main" id="{59C315DF-3657-4925-86F2-D529B7EE0A61}"/>
              </a:ext>
            </a:extLst>
          </p:cNvPr>
          <p:cNvSpPr>
            <a:spLocks xmlns:a="http://schemas.openxmlformats.org/drawingml/2006/main" noGrp="1"/>
          </p:cNvSpPr>
          <p:nvPr/>
        </p:nvSpPr>
        <p:spPr>
          <a:xfrm xmlns:a="http://schemas.openxmlformats.org/drawingml/2006/main">
            <a:off x="467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7" name="capability_v1_s4_o27">
            <a:extLst xmlns:a="http://schemas.openxmlformats.org/drawingml/2006/main">
              <a:ext uri="{FF2B5EF4-FFF2-40B4-BE49-F238E27FC236}">
                <a16:creationId xmlns:a16="http://schemas.microsoft.com/office/drawing/2014/main" id="{9F276809-3892-4033-978F-6C60F6F416B7}"/>
              </a:ext>
            </a:extLst>
          </p:cNvPr>
          <p:cNvSpPr>
            <a:spLocks xmlns:a="http://schemas.openxmlformats.org/drawingml/2006/main" noGrp="1"/>
          </p:cNvSpPr>
          <p:nvPr/>
        </p:nvSpPr>
        <p:spPr>
          <a:xfrm xmlns:a="http://schemas.openxmlformats.org/drawingml/2006/main">
            <a:off x="487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8" name="capability_v1_s4_o28">
            <a:extLst xmlns:a="http://schemas.openxmlformats.org/drawingml/2006/main">
              <a:ext uri="{FF2B5EF4-FFF2-40B4-BE49-F238E27FC236}">
                <a16:creationId xmlns:a16="http://schemas.microsoft.com/office/drawing/2014/main" id="{1C7465C6-76E1-4B50-A76B-C663F7CBFAEE}"/>
              </a:ext>
            </a:extLst>
          </p:cNvPr>
          <p:cNvSpPr>
            <a:spLocks xmlns:a="http://schemas.openxmlformats.org/drawingml/2006/main" noGrp="1"/>
          </p:cNvSpPr>
          <p:nvPr/>
        </p:nvSpPr>
        <p:spPr>
          <a:xfrm xmlns:a="http://schemas.openxmlformats.org/drawingml/2006/main">
            <a:off x="508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9" name="capability_v1_s4_o29">
            <a:extLst xmlns:a="http://schemas.openxmlformats.org/drawingml/2006/main">
              <a:ext uri="{FF2B5EF4-FFF2-40B4-BE49-F238E27FC236}">
                <a16:creationId xmlns:a16="http://schemas.microsoft.com/office/drawing/2014/main" id="{27748D4F-A066-429E-96B4-C3769F7302DD}"/>
              </a:ext>
            </a:extLst>
          </p:cNvPr>
          <p:cNvSpPr>
            <a:spLocks xmlns:a="http://schemas.openxmlformats.org/drawingml/2006/main" noGrp="1"/>
          </p:cNvSpPr>
          <p:nvPr/>
        </p:nvSpPr>
        <p:spPr>
          <a:xfrm xmlns:a="http://schemas.openxmlformats.org/drawingml/2006/main">
            <a:off x="528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0" name="capability_v1_s4_o30">
            <a:extLst xmlns:a="http://schemas.openxmlformats.org/drawingml/2006/main">
              <a:ext uri="{FF2B5EF4-FFF2-40B4-BE49-F238E27FC236}">
                <a16:creationId xmlns:a16="http://schemas.microsoft.com/office/drawing/2014/main" id="{981F4CAF-103B-4484-B534-7AA05B020C52}"/>
              </a:ext>
            </a:extLst>
          </p:cNvPr>
          <p:cNvSpPr>
            <a:spLocks xmlns:a="http://schemas.openxmlformats.org/drawingml/2006/main" noGrp="1"/>
          </p:cNvSpPr>
          <p:nvPr/>
        </p:nvSpPr>
        <p:spPr>
          <a:xfrm xmlns:a="http://schemas.openxmlformats.org/drawingml/2006/main">
            <a:off x="548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1" name="capability_v1_s4_o31">
            <a:extLst xmlns:a="http://schemas.openxmlformats.org/drawingml/2006/main">
              <a:ext uri="{FF2B5EF4-FFF2-40B4-BE49-F238E27FC236}">
                <a16:creationId xmlns:a16="http://schemas.microsoft.com/office/drawing/2014/main" id="{E3046889-733F-4264-9B01-F649BF6A6F56}"/>
              </a:ext>
            </a:extLst>
          </p:cNvPr>
          <p:cNvSpPr>
            <a:spLocks xmlns:a="http://schemas.openxmlformats.org/drawingml/2006/main" noGrp="1"/>
          </p:cNvSpPr>
          <p:nvPr/>
        </p:nvSpPr>
        <p:spPr>
          <a:xfrm xmlns:a="http://schemas.openxmlformats.org/drawingml/2006/main">
            <a:off x="568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2" name="capability_v1_s4_o32">
            <a:extLst xmlns:a="http://schemas.openxmlformats.org/drawingml/2006/main">
              <a:ext uri="{FF2B5EF4-FFF2-40B4-BE49-F238E27FC236}">
                <a16:creationId xmlns:a16="http://schemas.microsoft.com/office/drawing/2014/main" id="{1ABD6540-2C32-4AE3-BCFB-C58C359C7281}"/>
              </a:ext>
            </a:extLst>
          </p:cNvPr>
          <p:cNvSpPr>
            <a:spLocks xmlns:a="http://schemas.openxmlformats.org/drawingml/2006/main" noGrp="1"/>
          </p:cNvSpPr>
          <p:nvPr/>
        </p:nvSpPr>
        <p:spPr>
          <a:xfrm xmlns:a="http://schemas.openxmlformats.org/drawingml/2006/main">
            <a:off x="589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3" name="capability_v1_s4_o33">
            <a:extLst xmlns:a="http://schemas.openxmlformats.org/drawingml/2006/main">
              <a:ext uri="{FF2B5EF4-FFF2-40B4-BE49-F238E27FC236}">
                <a16:creationId xmlns:a16="http://schemas.microsoft.com/office/drawing/2014/main" id="{BCDDE420-A7EA-43D1-866C-1BEB0B24D955}"/>
              </a:ext>
            </a:extLst>
          </p:cNvPr>
          <p:cNvSpPr>
            <a:spLocks xmlns:a="http://schemas.openxmlformats.org/drawingml/2006/main" noGrp="1"/>
          </p:cNvSpPr>
          <p:nvPr/>
        </p:nvSpPr>
        <p:spPr>
          <a:xfrm xmlns:a="http://schemas.openxmlformats.org/drawingml/2006/main">
            <a:off x="609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4" name="capability_v1_s4_o34">
            <a:extLst xmlns:a="http://schemas.openxmlformats.org/drawingml/2006/main">
              <a:ext uri="{FF2B5EF4-FFF2-40B4-BE49-F238E27FC236}">
                <a16:creationId xmlns:a16="http://schemas.microsoft.com/office/drawing/2014/main" id="{AB7D6788-3DB0-4AEC-B461-14772835A011}"/>
              </a:ext>
            </a:extLst>
          </p:cNvPr>
          <p:cNvSpPr>
            <a:spLocks xmlns:a="http://schemas.openxmlformats.org/drawingml/2006/main" noGrp="1"/>
          </p:cNvSpPr>
          <p:nvPr/>
        </p:nvSpPr>
        <p:spPr>
          <a:xfrm xmlns:a="http://schemas.openxmlformats.org/drawingml/2006/main">
            <a:off x="629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5" name="capability_v1_s4_o35">
            <a:extLst xmlns:a="http://schemas.openxmlformats.org/drawingml/2006/main">
              <a:ext uri="{FF2B5EF4-FFF2-40B4-BE49-F238E27FC236}">
                <a16:creationId xmlns:a16="http://schemas.microsoft.com/office/drawing/2014/main" id="{2437FF25-E244-46F8-A8DB-3F83AC1FABBE}"/>
              </a:ext>
            </a:extLst>
          </p:cNvPr>
          <p:cNvSpPr>
            <a:spLocks xmlns:a="http://schemas.openxmlformats.org/drawingml/2006/main" noGrp="1"/>
          </p:cNvSpPr>
          <p:nvPr/>
        </p:nvSpPr>
        <p:spPr>
          <a:xfrm xmlns:a="http://schemas.openxmlformats.org/drawingml/2006/main">
            <a:off x="650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6" name="capability_v1_s4_o36">
            <a:extLst xmlns:a="http://schemas.openxmlformats.org/drawingml/2006/main">
              <a:ext uri="{FF2B5EF4-FFF2-40B4-BE49-F238E27FC236}">
                <a16:creationId xmlns:a16="http://schemas.microsoft.com/office/drawing/2014/main" id="{63DB28D3-E1BB-466A-8B2B-5C24EBB293EB}"/>
              </a:ext>
            </a:extLst>
          </p:cNvPr>
          <p:cNvSpPr>
            <a:spLocks xmlns:a="http://schemas.openxmlformats.org/drawingml/2006/main" noGrp="1"/>
          </p:cNvSpPr>
          <p:nvPr/>
        </p:nvSpPr>
        <p:spPr>
          <a:xfrm xmlns:a="http://schemas.openxmlformats.org/drawingml/2006/main">
            <a:off x="670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7" name="capability_v1_s4_o37">
            <a:extLst xmlns:a="http://schemas.openxmlformats.org/drawingml/2006/main">
              <a:ext uri="{FF2B5EF4-FFF2-40B4-BE49-F238E27FC236}">
                <a16:creationId xmlns:a16="http://schemas.microsoft.com/office/drawing/2014/main" id="{990D5742-B45A-4702-BCA4-D87B6E8723F7}"/>
              </a:ext>
            </a:extLst>
          </p:cNvPr>
          <p:cNvSpPr>
            <a:spLocks xmlns:a="http://schemas.openxmlformats.org/drawingml/2006/main" noGrp="1"/>
          </p:cNvSpPr>
          <p:nvPr/>
        </p:nvSpPr>
        <p:spPr>
          <a:xfrm xmlns:a="http://schemas.openxmlformats.org/drawingml/2006/main">
            <a:off x="690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8" name="capability_v1_s4_o38">
            <a:extLst xmlns:a="http://schemas.openxmlformats.org/drawingml/2006/main">
              <a:ext uri="{FF2B5EF4-FFF2-40B4-BE49-F238E27FC236}">
                <a16:creationId xmlns:a16="http://schemas.microsoft.com/office/drawing/2014/main" id="{19501847-173A-4492-AB48-6A4561156565}"/>
              </a:ext>
            </a:extLst>
          </p:cNvPr>
          <p:cNvSpPr>
            <a:spLocks xmlns:a="http://schemas.openxmlformats.org/drawingml/2006/main" noGrp="1"/>
          </p:cNvSpPr>
          <p:nvPr/>
        </p:nvSpPr>
        <p:spPr>
          <a:xfrm xmlns:a="http://schemas.openxmlformats.org/drawingml/2006/main">
            <a:off x="711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9" name="capability_v1_s4_o39">
            <a:extLst xmlns:a="http://schemas.openxmlformats.org/drawingml/2006/main">
              <a:ext uri="{FF2B5EF4-FFF2-40B4-BE49-F238E27FC236}">
                <a16:creationId xmlns:a16="http://schemas.microsoft.com/office/drawing/2014/main" id="{533FC58B-E022-4D71-88D6-603157E54596}"/>
              </a:ext>
            </a:extLst>
          </p:cNvPr>
          <p:cNvSpPr>
            <a:spLocks xmlns:a="http://schemas.openxmlformats.org/drawingml/2006/main" noGrp="1"/>
          </p:cNvSpPr>
          <p:nvPr/>
        </p:nvSpPr>
        <p:spPr>
          <a:xfrm xmlns:a="http://schemas.openxmlformats.org/drawingml/2006/main">
            <a:off x="731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0" name="capability_v1_s4_o40">
            <a:extLst xmlns:a="http://schemas.openxmlformats.org/drawingml/2006/main">
              <a:ext uri="{FF2B5EF4-FFF2-40B4-BE49-F238E27FC236}">
                <a16:creationId xmlns:a16="http://schemas.microsoft.com/office/drawing/2014/main" id="{61F17A9C-852A-4110-8B2C-40ABE5B8D0FA}"/>
              </a:ext>
            </a:extLst>
          </p:cNvPr>
          <p:cNvSpPr>
            <a:spLocks xmlns:a="http://schemas.openxmlformats.org/drawingml/2006/main" noGrp="1"/>
          </p:cNvSpPr>
          <p:nvPr/>
        </p:nvSpPr>
        <p:spPr>
          <a:xfrm xmlns:a="http://schemas.openxmlformats.org/drawingml/2006/main">
            <a:off x="751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1" name="capability_v1_s4_o41">
            <a:extLst xmlns:a="http://schemas.openxmlformats.org/drawingml/2006/main">
              <a:ext uri="{FF2B5EF4-FFF2-40B4-BE49-F238E27FC236}">
                <a16:creationId xmlns:a16="http://schemas.microsoft.com/office/drawing/2014/main" id="{F66C0537-9307-4D13-872F-77E5A9DF4CA8}"/>
              </a:ext>
            </a:extLst>
          </p:cNvPr>
          <p:cNvSpPr>
            <a:spLocks xmlns:a="http://schemas.openxmlformats.org/drawingml/2006/main" noGrp="1"/>
          </p:cNvSpPr>
          <p:nvPr/>
        </p:nvSpPr>
        <p:spPr>
          <a:xfrm xmlns:a="http://schemas.openxmlformats.org/drawingml/2006/main">
            <a:off x="772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2" name="capability_v1_s4_o42">
            <a:extLst xmlns:a="http://schemas.openxmlformats.org/drawingml/2006/main">
              <a:ext uri="{FF2B5EF4-FFF2-40B4-BE49-F238E27FC236}">
                <a16:creationId xmlns:a16="http://schemas.microsoft.com/office/drawing/2014/main" id="{8EAFCA46-052B-4139-8B6D-B7F93A29342A}"/>
              </a:ext>
            </a:extLst>
          </p:cNvPr>
          <p:cNvSpPr>
            <a:spLocks xmlns:a="http://schemas.openxmlformats.org/drawingml/2006/main" noGrp="1"/>
          </p:cNvSpPr>
          <p:nvPr/>
        </p:nvSpPr>
        <p:spPr>
          <a:xfrm xmlns:a="http://schemas.openxmlformats.org/drawingml/2006/main">
            <a:off x="792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3" name="capability_v1_s4_o43">
            <a:extLst xmlns:a="http://schemas.openxmlformats.org/drawingml/2006/main">
              <a:ext uri="{FF2B5EF4-FFF2-40B4-BE49-F238E27FC236}">
                <a16:creationId xmlns:a16="http://schemas.microsoft.com/office/drawing/2014/main" id="{92906204-5CED-44B1-BCF9-87C1EF2701EE}"/>
              </a:ext>
            </a:extLst>
          </p:cNvPr>
          <p:cNvSpPr>
            <a:spLocks xmlns:a="http://schemas.openxmlformats.org/drawingml/2006/main" noGrp="1"/>
          </p:cNvSpPr>
          <p:nvPr/>
        </p:nvSpPr>
        <p:spPr>
          <a:xfrm xmlns:a="http://schemas.openxmlformats.org/drawingml/2006/main">
            <a:off x="812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4" name="capability_v1_s4_o44">
            <a:extLst xmlns:a="http://schemas.openxmlformats.org/drawingml/2006/main">
              <a:ext uri="{FF2B5EF4-FFF2-40B4-BE49-F238E27FC236}">
                <a16:creationId xmlns:a16="http://schemas.microsoft.com/office/drawing/2014/main" id="{603C6F98-D3CF-4672-9762-4DE037F4FD90}"/>
              </a:ext>
            </a:extLst>
          </p:cNvPr>
          <p:cNvSpPr>
            <a:spLocks xmlns:a="http://schemas.openxmlformats.org/drawingml/2006/main" noGrp="1"/>
          </p:cNvSpPr>
          <p:nvPr/>
        </p:nvSpPr>
        <p:spPr>
          <a:xfrm xmlns:a="http://schemas.openxmlformats.org/drawingml/2006/main">
            <a:off x="833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5" name="capability_v1_s4_o45">
            <a:extLst xmlns:a="http://schemas.openxmlformats.org/drawingml/2006/main">
              <a:ext uri="{FF2B5EF4-FFF2-40B4-BE49-F238E27FC236}">
                <a16:creationId xmlns:a16="http://schemas.microsoft.com/office/drawing/2014/main" id="{6B018CB4-772B-4678-B161-C3E4110C076A}"/>
              </a:ext>
            </a:extLst>
          </p:cNvPr>
          <p:cNvSpPr>
            <a:spLocks xmlns:a="http://schemas.openxmlformats.org/drawingml/2006/main" noGrp="1"/>
          </p:cNvSpPr>
          <p:nvPr/>
        </p:nvSpPr>
        <p:spPr>
          <a:xfrm xmlns:a="http://schemas.openxmlformats.org/drawingml/2006/main">
            <a:off x="853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6" name="capability_v1_s4_o46">
            <a:extLst xmlns:a="http://schemas.openxmlformats.org/drawingml/2006/main">
              <a:ext uri="{FF2B5EF4-FFF2-40B4-BE49-F238E27FC236}">
                <a16:creationId xmlns:a16="http://schemas.microsoft.com/office/drawing/2014/main" id="{3CD733AA-B45B-4C02-AB7F-AD0467F215EE}"/>
              </a:ext>
            </a:extLst>
          </p:cNvPr>
          <p:cNvSpPr>
            <a:spLocks xmlns:a="http://schemas.openxmlformats.org/drawingml/2006/main" noGrp="1"/>
          </p:cNvSpPr>
          <p:nvPr/>
        </p:nvSpPr>
        <p:spPr>
          <a:xfrm xmlns:a="http://schemas.openxmlformats.org/drawingml/2006/main">
            <a:off x="873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7" name="capability_v1_s4_o47">
            <a:extLst xmlns:a="http://schemas.openxmlformats.org/drawingml/2006/main">
              <a:ext uri="{FF2B5EF4-FFF2-40B4-BE49-F238E27FC236}">
                <a16:creationId xmlns:a16="http://schemas.microsoft.com/office/drawing/2014/main" id="{D96B42F7-271A-4104-8F1A-107828A5651A}"/>
              </a:ext>
            </a:extLst>
          </p:cNvPr>
          <p:cNvSpPr>
            <a:spLocks xmlns:a="http://schemas.openxmlformats.org/drawingml/2006/main" noGrp="1"/>
          </p:cNvSpPr>
          <p:nvPr/>
        </p:nvSpPr>
        <p:spPr>
          <a:xfrm xmlns:a="http://schemas.openxmlformats.org/drawingml/2006/main">
            <a:off x="894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8" name="capability_v1_s4_o48">
            <a:extLst xmlns:a="http://schemas.openxmlformats.org/drawingml/2006/main">
              <a:ext uri="{FF2B5EF4-FFF2-40B4-BE49-F238E27FC236}">
                <a16:creationId xmlns:a16="http://schemas.microsoft.com/office/drawing/2014/main" id="{2ACD9B52-BDC9-43B1-ACF1-C2191A1F2140}"/>
              </a:ext>
            </a:extLst>
          </p:cNvPr>
          <p:cNvSpPr>
            <a:spLocks xmlns:a="http://schemas.openxmlformats.org/drawingml/2006/main" noGrp="1"/>
          </p:cNvSpPr>
          <p:nvPr/>
        </p:nvSpPr>
        <p:spPr>
          <a:xfrm xmlns:a="http://schemas.openxmlformats.org/drawingml/2006/main">
            <a:off x="914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9" name="capability_v1_s4_o49">
            <a:extLst xmlns:a="http://schemas.openxmlformats.org/drawingml/2006/main">
              <a:ext uri="{FF2B5EF4-FFF2-40B4-BE49-F238E27FC236}">
                <a16:creationId xmlns:a16="http://schemas.microsoft.com/office/drawing/2014/main" id="{E4570330-58A3-4A13-A761-522B1FEA0C88}"/>
              </a:ext>
            </a:extLst>
          </p:cNvPr>
          <p:cNvSpPr>
            <a:spLocks xmlns:a="http://schemas.openxmlformats.org/drawingml/2006/main" noGrp="1"/>
          </p:cNvSpPr>
          <p:nvPr/>
        </p:nvSpPr>
        <p:spPr>
          <a:xfrm xmlns:a="http://schemas.openxmlformats.org/drawingml/2006/main">
            <a:off x="934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0" name="capability_v1_s4_o50">
            <a:extLst xmlns:a="http://schemas.openxmlformats.org/drawingml/2006/main">
              <a:ext uri="{FF2B5EF4-FFF2-40B4-BE49-F238E27FC236}">
                <a16:creationId xmlns:a16="http://schemas.microsoft.com/office/drawing/2014/main" id="{C0CF0393-A9D6-46A4-BAF7-C6CAA52CD369}"/>
              </a:ext>
            </a:extLst>
          </p:cNvPr>
          <p:cNvSpPr>
            <a:spLocks xmlns:a="http://schemas.openxmlformats.org/drawingml/2006/main" noGrp="1"/>
          </p:cNvSpPr>
          <p:nvPr/>
        </p:nvSpPr>
        <p:spPr>
          <a:xfrm xmlns:a="http://schemas.openxmlformats.org/drawingml/2006/main">
            <a:off x="955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1" name="capability_v1_s4_o51">
            <a:extLst xmlns:a="http://schemas.openxmlformats.org/drawingml/2006/main">
              <a:ext uri="{FF2B5EF4-FFF2-40B4-BE49-F238E27FC236}">
                <a16:creationId xmlns:a16="http://schemas.microsoft.com/office/drawing/2014/main" id="{4AE082B4-F6FF-485F-B7F4-1FB5CFDEDF03}"/>
              </a:ext>
            </a:extLst>
          </p:cNvPr>
          <p:cNvSpPr>
            <a:spLocks xmlns:a="http://schemas.openxmlformats.org/drawingml/2006/main" noGrp="1"/>
          </p:cNvSpPr>
          <p:nvPr/>
        </p:nvSpPr>
        <p:spPr>
          <a:xfrm xmlns:a="http://schemas.openxmlformats.org/drawingml/2006/main">
            <a:off x="975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2" name="capability_v1_s4_o52">
            <a:extLst xmlns:a="http://schemas.openxmlformats.org/drawingml/2006/main">
              <a:ext uri="{FF2B5EF4-FFF2-40B4-BE49-F238E27FC236}">
                <a16:creationId xmlns:a16="http://schemas.microsoft.com/office/drawing/2014/main" id="{57C18D99-E5C0-4793-9B4F-3B923EA85C03}"/>
              </a:ext>
            </a:extLst>
          </p:cNvPr>
          <p:cNvSpPr>
            <a:spLocks xmlns:a="http://schemas.openxmlformats.org/drawingml/2006/main" noGrp="1"/>
          </p:cNvSpPr>
          <p:nvPr/>
        </p:nvSpPr>
        <p:spPr>
          <a:xfrm xmlns:a="http://schemas.openxmlformats.org/drawingml/2006/main">
            <a:off x="995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3" name="capability_v1_s4_o53">
            <a:extLst xmlns:a="http://schemas.openxmlformats.org/drawingml/2006/main">
              <a:ext uri="{FF2B5EF4-FFF2-40B4-BE49-F238E27FC236}">
                <a16:creationId xmlns:a16="http://schemas.microsoft.com/office/drawing/2014/main" id="{E77DBE7A-EA4A-40A2-909D-BEF2CA4BEDD7}"/>
              </a:ext>
            </a:extLst>
          </p:cNvPr>
          <p:cNvSpPr>
            <a:spLocks xmlns:a="http://schemas.openxmlformats.org/drawingml/2006/main" noGrp="1"/>
          </p:cNvSpPr>
          <p:nvPr/>
        </p:nvSpPr>
        <p:spPr>
          <a:xfrm xmlns:a="http://schemas.openxmlformats.org/drawingml/2006/main">
            <a:off x="1016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4" name="capability_v1_s4_o54">
            <a:extLst xmlns:a="http://schemas.openxmlformats.org/drawingml/2006/main">
              <a:ext uri="{FF2B5EF4-FFF2-40B4-BE49-F238E27FC236}">
                <a16:creationId xmlns:a16="http://schemas.microsoft.com/office/drawing/2014/main" id="{562B25E6-5BC0-48DD-8BDF-8A273DE39F2E}"/>
              </a:ext>
            </a:extLst>
          </p:cNvPr>
          <p:cNvSpPr>
            <a:spLocks xmlns:a="http://schemas.openxmlformats.org/drawingml/2006/main" noGrp="1"/>
          </p:cNvSpPr>
          <p:nvPr/>
        </p:nvSpPr>
        <p:spPr>
          <a:xfrm xmlns:a="http://schemas.openxmlformats.org/drawingml/2006/main">
            <a:off x="1036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5" name="capability_v1_s4_o55">
            <a:extLst xmlns:a="http://schemas.openxmlformats.org/drawingml/2006/main">
              <a:ext uri="{FF2B5EF4-FFF2-40B4-BE49-F238E27FC236}">
                <a16:creationId xmlns:a16="http://schemas.microsoft.com/office/drawing/2014/main" id="{77F66FE5-8F26-43EB-86D6-3A47EE2C6C0D}"/>
              </a:ext>
            </a:extLst>
          </p:cNvPr>
          <p:cNvSpPr>
            <a:spLocks xmlns:a="http://schemas.openxmlformats.org/drawingml/2006/main" noGrp="1"/>
          </p:cNvSpPr>
          <p:nvPr/>
        </p:nvSpPr>
        <p:spPr>
          <a:xfrm xmlns:a="http://schemas.openxmlformats.org/drawingml/2006/main">
            <a:off x="1056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6" name="capability_v1_s4_o56">
            <a:extLst xmlns:a="http://schemas.openxmlformats.org/drawingml/2006/main">
              <a:ext uri="{FF2B5EF4-FFF2-40B4-BE49-F238E27FC236}">
                <a16:creationId xmlns:a16="http://schemas.microsoft.com/office/drawing/2014/main" id="{37118B86-1FF2-4ED6-B174-CC1FBADB3B78}"/>
              </a:ext>
            </a:extLst>
          </p:cNvPr>
          <p:cNvSpPr>
            <a:spLocks xmlns:a="http://schemas.openxmlformats.org/drawingml/2006/main" noGrp="1"/>
          </p:cNvSpPr>
          <p:nvPr/>
        </p:nvSpPr>
        <p:spPr>
          <a:xfrm xmlns:a="http://schemas.openxmlformats.org/drawingml/2006/main">
            <a:off x="1076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7" name="capability_v1_s4_o57">
            <a:extLst xmlns:a="http://schemas.openxmlformats.org/drawingml/2006/main">
              <a:ext uri="{FF2B5EF4-FFF2-40B4-BE49-F238E27FC236}">
                <a16:creationId xmlns:a16="http://schemas.microsoft.com/office/drawing/2014/main" id="{7E9F90A8-A451-46B3-A3B9-80F787C5C560}"/>
              </a:ext>
            </a:extLst>
          </p:cNvPr>
          <p:cNvSpPr>
            <a:spLocks xmlns:a="http://schemas.openxmlformats.org/drawingml/2006/main" noGrp="1"/>
          </p:cNvSpPr>
          <p:nvPr/>
        </p:nvSpPr>
        <p:spPr>
          <a:xfrm xmlns:a="http://schemas.openxmlformats.org/drawingml/2006/main">
            <a:off x="1097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8" name="capability_v1_s4_o58">
            <a:extLst xmlns:a="http://schemas.openxmlformats.org/drawingml/2006/main">
              <a:ext uri="{FF2B5EF4-FFF2-40B4-BE49-F238E27FC236}">
                <a16:creationId xmlns:a16="http://schemas.microsoft.com/office/drawing/2014/main" id="{85E09068-B1FF-4FB9-B8A4-B87121F8CE3A}"/>
              </a:ext>
            </a:extLst>
          </p:cNvPr>
          <p:cNvSpPr>
            <a:spLocks xmlns:a="http://schemas.openxmlformats.org/drawingml/2006/main" noGrp="1"/>
          </p:cNvSpPr>
          <p:nvPr/>
        </p:nvSpPr>
        <p:spPr>
          <a:xfrm xmlns:a="http://schemas.openxmlformats.org/drawingml/2006/main">
            <a:off x="1117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9" name="capability_v1_s4_o59">
            <a:extLst xmlns:a="http://schemas.openxmlformats.org/drawingml/2006/main">
              <a:ext uri="{FF2B5EF4-FFF2-40B4-BE49-F238E27FC236}">
                <a16:creationId xmlns:a16="http://schemas.microsoft.com/office/drawing/2014/main" id="{BB6AB6B6-A4F1-41E2-87F5-27BF1F260493}"/>
              </a:ext>
            </a:extLst>
          </p:cNvPr>
          <p:cNvSpPr>
            <a:spLocks xmlns:a="http://schemas.openxmlformats.org/drawingml/2006/main" noGrp="1"/>
          </p:cNvSpPr>
          <p:nvPr/>
        </p:nvSpPr>
        <p:spPr>
          <a:xfrm xmlns:a="http://schemas.openxmlformats.org/drawingml/2006/main">
            <a:off x="1137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0" name="capability_v1_s4_o60">
            <a:extLst xmlns:a="http://schemas.openxmlformats.org/drawingml/2006/main">
              <a:ext uri="{FF2B5EF4-FFF2-40B4-BE49-F238E27FC236}">
                <a16:creationId xmlns:a16="http://schemas.microsoft.com/office/drawing/2014/main" id="{74F23583-4AE2-4884-B863-D1A2959E3166}"/>
              </a:ext>
            </a:extLst>
          </p:cNvPr>
          <p:cNvSpPr>
            <a:spLocks xmlns:a="http://schemas.openxmlformats.org/drawingml/2006/main" noGrp="1"/>
          </p:cNvSpPr>
          <p:nvPr/>
        </p:nvSpPr>
        <p:spPr>
          <a:xfrm xmlns:a="http://schemas.openxmlformats.org/drawingml/2006/main">
            <a:off x="1158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61" name="capability_v1_s4_o61">
            <a:extLst xmlns:a="http://schemas.openxmlformats.org/drawingml/2006/main">
              <a:ext uri="{FF2B5EF4-FFF2-40B4-BE49-F238E27FC236}">
                <a16:creationId xmlns:a16="http://schemas.microsoft.com/office/drawing/2014/main" id="{035757BF-754C-46BD-AEDF-754C401FB4BE}"/>
              </a:ext>
            </a:extLst>
          </p:cNvPr>
          <p:cNvSpPr>
            <a:spLocks xmlns:a="http://schemas.openxmlformats.org/drawingml/2006/main" noGrp="1"/>
          </p:cNvSpPr>
          <p:nvPr/>
        </p:nvSpPr>
        <p:spPr>
          <a:xfrm xmlns:a="http://schemas.openxmlformats.org/drawingml/2006/main">
            <a:off x="1178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2" name="capability_v1_s4_o62">
            <a:extLst xmlns:a="http://schemas.openxmlformats.org/drawingml/2006/main">
              <a:ext uri="{FF2B5EF4-FFF2-40B4-BE49-F238E27FC236}">
                <a16:creationId xmlns:a16="http://schemas.microsoft.com/office/drawing/2014/main" id="{EEEDE8FD-56F1-4797-8DEA-7D62E9E0D191}"/>
              </a:ext>
            </a:extLst>
          </p:cNvPr>
          <p:cNvSpPr>
            <a:spLocks xmlns:a="http://schemas.openxmlformats.org/drawingml/2006/main" noGrp="1"/>
          </p:cNvSpPr>
          <p:nvPr/>
        </p:nvSpPr>
        <p:spPr>
          <a:xfrm xmlns:a="http://schemas.openxmlformats.org/drawingml/2006/main">
            <a:off x="1198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3" name="capability_v1_s4_o63">
            <a:extLst xmlns:a="http://schemas.openxmlformats.org/drawingml/2006/main">
              <a:ext uri="{FF2B5EF4-FFF2-40B4-BE49-F238E27FC236}">
                <a16:creationId xmlns:a16="http://schemas.microsoft.com/office/drawing/2014/main" id="{9A999EA6-3898-406A-AADC-585508B0F39A}"/>
              </a:ext>
            </a:extLst>
          </p:cNvPr>
          <p:cNvSpPr>
            <a:spLocks xmlns:a="http://schemas.openxmlformats.org/drawingml/2006/main" noGrp="1"/>
          </p:cNvSpPr>
          <p:nvPr/>
        </p:nvSpPr>
        <p:spPr>
          <a:xfrm xmlns:a="http://schemas.openxmlformats.org/drawingml/2006/main">
            <a:off x="203200" y="1498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4" name="capability_v1_s4_o64">
            <a:extLst xmlns:a="http://schemas.openxmlformats.org/drawingml/2006/main">
              <a:ext uri="{FF2B5EF4-FFF2-40B4-BE49-F238E27FC236}">
                <a16:creationId xmlns:a16="http://schemas.microsoft.com/office/drawing/2014/main" id="{3A50D535-C290-4222-AAD0-CE9DC2BB2F13}"/>
              </a:ext>
            </a:extLst>
          </p:cNvPr>
          <p:cNvSpPr>
            <a:spLocks xmlns:a="http://schemas.openxmlformats.org/drawingml/2006/main" noGrp="1"/>
          </p:cNvSpPr>
          <p:nvPr/>
        </p:nvSpPr>
        <p:spPr>
          <a:xfrm xmlns:a="http://schemas.openxmlformats.org/drawingml/2006/main">
            <a:off x="203200" y="1701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5" name="capability_v1_s4_o65">
            <a:extLst xmlns:a="http://schemas.openxmlformats.org/drawingml/2006/main">
              <a:ext uri="{FF2B5EF4-FFF2-40B4-BE49-F238E27FC236}">
                <a16:creationId xmlns:a16="http://schemas.microsoft.com/office/drawing/2014/main" id="{09B8D354-5604-4888-8100-C45C78D586A0}"/>
              </a:ext>
            </a:extLst>
          </p:cNvPr>
          <p:cNvSpPr>
            <a:spLocks xmlns:a="http://schemas.openxmlformats.org/drawingml/2006/main" noGrp="1"/>
          </p:cNvSpPr>
          <p:nvPr/>
        </p:nvSpPr>
        <p:spPr>
          <a:xfrm xmlns:a="http://schemas.openxmlformats.org/drawingml/2006/main">
            <a:off x="203200" y="1905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6" name="capability_v1_s4_o66">
            <a:extLst xmlns:a="http://schemas.openxmlformats.org/drawingml/2006/main">
              <a:ext uri="{FF2B5EF4-FFF2-40B4-BE49-F238E27FC236}">
                <a16:creationId xmlns:a16="http://schemas.microsoft.com/office/drawing/2014/main" id="{0E7945B8-3EC7-4E5C-8D9B-CE0CADA77444}"/>
              </a:ext>
            </a:extLst>
          </p:cNvPr>
          <p:cNvSpPr>
            <a:spLocks xmlns:a="http://schemas.openxmlformats.org/drawingml/2006/main" noGrp="1"/>
          </p:cNvSpPr>
          <p:nvPr/>
        </p:nvSpPr>
        <p:spPr>
          <a:xfrm xmlns:a="http://schemas.openxmlformats.org/drawingml/2006/main">
            <a:off x="203200" y="2108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7" name="capability_v1_s4_o67">
            <a:extLst xmlns:a="http://schemas.openxmlformats.org/drawingml/2006/main">
              <a:ext uri="{FF2B5EF4-FFF2-40B4-BE49-F238E27FC236}">
                <a16:creationId xmlns:a16="http://schemas.microsoft.com/office/drawing/2014/main" id="{82175632-DEA4-4B8A-9ED1-3CD77ECEDFEA}"/>
              </a:ext>
            </a:extLst>
          </p:cNvPr>
          <p:cNvSpPr>
            <a:spLocks xmlns:a="http://schemas.openxmlformats.org/drawingml/2006/main" noGrp="1"/>
          </p:cNvSpPr>
          <p:nvPr/>
        </p:nvSpPr>
        <p:spPr>
          <a:xfrm xmlns:a="http://schemas.openxmlformats.org/drawingml/2006/main">
            <a:off x="203200" y="2311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8" name="capability_v1_s4_o68">
            <a:extLst xmlns:a="http://schemas.openxmlformats.org/drawingml/2006/main">
              <a:ext uri="{FF2B5EF4-FFF2-40B4-BE49-F238E27FC236}">
                <a16:creationId xmlns:a16="http://schemas.microsoft.com/office/drawing/2014/main" id="{28F71248-6F58-4EA9-A6FD-8EA67117C54F}"/>
              </a:ext>
            </a:extLst>
          </p:cNvPr>
          <p:cNvSpPr>
            <a:spLocks xmlns:a="http://schemas.openxmlformats.org/drawingml/2006/main" noGrp="1"/>
          </p:cNvSpPr>
          <p:nvPr/>
        </p:nvSpPr>
        <p:spPr>
          <a:xfrm xmlns:a="http://schemas.openxmlformats.org/drawingml/2006/main">
            <a:off x="203200" y="2514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9" name="capability_v1_s4_o69">
            <a:extLst xmlns:a="http://schemas.openxmlformats.org/drawingml/2006/main">
              <a:ext uri="{FF2B5EF4-FFF2-40B4-BE49-F238E27FC236}">
                <a16:creationId xmlns:a16="http://schemas.microsoft.com/office/drawing/2014/main" id="{9AE64E8F-456E-4EED-8868-66151EDE6943}"/>
              </a:ext>
            </a:extLst>
          </p:cNvPr>
          <p:cNvSpPr>
            <a:spLocks xmlns:a="http://schemas.openxmlformats.org/drawingml/2006/main" noGrp="1"/>
          </p:cNvSpPr>
          <p:nvPr/>
        </p:nvSpPr>
        <p:spPr>
          <a:xfrm xmlns:a="http://schemas.openxmlformats.org/drawingml/2006/main">
            <a:off x="203200" y="2717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0" name="capability_v1_s4_o70">
            <a:extLst xmlns:a="http://schemas.openxmlformats.org/drawingml/2006/main">
              <a:ext uri="{FF2B5EF4-FFF2-40B4-BE49-F238E27FC236}">
                <a16:creationId xmlns:a16="http://schemas.microsoft.com/office/drawing/2014/main" id="{CE666101-BE47-4805-BCC0-DAD3010BBCFE}"/>
              </a:ext>
            </a:extLst>
          </p:cNvPr>
          <p:cNvSpPr>
            <a:spLocks xmlns:a="http://schemas.openxmlformats.org/drawingml/2006/main" noGrp="1"/>
          </p:cNvSpPr>
          <p:nvPr/>
        </p:nvSpPr>
        <p:spPr>
          <a:xfrm xmlns:a="http://schemas.openxmlformats.org/drawingml/2006/main">
            <a:off x="203200" y="2921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1" name="capability_v1_s4_o71">
            <a:extLst xmlns:a="http://schemas.openxmlformats.org/drawingml/2006/main">
              <a:ext uri="{FF2B5EF4-FFF2-40B4-BE49-F238E27FC236}">
                <a16:creationId xmlns:a16="http://schemas.microsoft.com/office/drawing/2014/main" id="{61ADA650-79AC-49C9-921E-294ECB9A2E08}"/>
              </a:ext>
            </a:extLst>
          </p:cNvPr>
          <p:cNvSpPr>
            <a:spLocks xmlns:a="http://schemas.openxmlformats.org/drawingml/2006/main" noGrp="1"/>
          </p:cNvSpPr>
          <p:nvPr/>
        </p:nvSpPr>
        <p:spPr>
          <a:xfrm xmlns:a="http://schemas.openxmlformats.org/drawingml/2006/main">
            <a:off x="203200" y="3124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2" name="capability_v1_s4_o72">
            <a:extLst xmlns:a="http://schemas.openxmlformats.org/drawingml/2006/main">
              <a:ext uri="{FF2B5EF4-FFF2-40B4-BE49-F238E27FC236}">
                <a16:creationId xmlns:a16="http://schemas.microsoft.com/office/drawing/2014/main" id="{9C6810CE-5D73-4908-98F5-3DC1C06C772E}"/>
              </a:ext>
            </a:extLst>
          </p:cNvPr>
          <p:cNvSpPr>
            <a:spLocks xmlns:a="http://schemas.openxmlformats.org/drawingml/2006/main" noGrp="1"/>
          </p:cNvSpPr>
          <p:nvPr/>
        </p:nvSpPr>
        <p:spPr>
          <a:xfrm xmlns:a="http://schemas.openxmlformats.org/drawingml/2006/main">
            <a:off x="203200" y="3327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3" name="capability_v1_s4_o73">
            <a:extLst xmlns:a="http://schemas.openxmlformats.org/drawingml/2006/main">
              <a:ext uri="{FF2B5EF4-FFF2-40B4-BE49-F238E27FC236}">
                <a16:creationId xmlns:a16="http://schemas.microsoft.com/office/drawing/2014/main" id="{9800F1C3-62EB-469F-B3FB-4F21947E3B92}"/>
              </a:ext>
            </a:extLst>
          </p:cNvPr>
          <p:cNvSpPr>
            <a:spLocks xmlns:a="http://schemas.openxmlformats.org/drawingml/2006/main" noGrp="1"/>
          </p:cNvSpPr>
          <p:nvPr/>
        </p:nvSpPr>
        <p:spPr>
          <a:xfrm xmlns:a="http://schemas.openxmlformats.org/drawingml/2006/main">
            <a:off x="203200" y="3530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4" name="capability_v1_s4_o74">
            <a:extLst xmlns:a="http://schemas.openxmlformats.org/drawingml/2006/main">
              <a:ext uri="{FF2B5EF4-FFF2-40B4-BE49-F238E27FC236}">
                <a16:creationId xmlns:a16="http://schemas.microsoft.com/office/drawing/2014/main" id="{B5070228-7343-422B-8F20-A3A54F1DD758}"/>
              </a:ext>
            </a:extLst>
          </p:cNvPr>
          <p:cNvSpPr>
            <a:spLocks xmlns:a="http://schemas.openxmlformats.org/drawingml/2006/main" noGrp="1"/>
          </p:cNvSpPr>
          <p:nvPr/>
        </p:nvSpPr>
        <p:spPr>
          <a:xfrm xmlns:a="http://schemas.openxmlformats.org/drawingml/2006/main">
            <a:off x="203200" y="3733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5" name="capability_v1_s4_o75">
            <a:extLst xmlns:a="http://schemas.openxmlformats.org/drawingml/2006/main">
              <a:ext uri="{FF2B5EF4-FFF2-40B4-BE49-F238E27FC236}">
                <a16:creationId xmlns:a16="http://schemas.microsoft.com/office/drawing/2014/main" id="{17CCC200-35F7-420B-BD5C-9702C93A84A1}"/>
              </a:ext>
            </a:extLst>
          </p:cNvPr>
          <p:cNvSpPr>
            <a:spLocks xmlns:a="http://schemas.openxmlformats.org/drawingml/2006/main" noGrp="1"/>
          </p:cNvSpPr>
          <p:nvPr/>
        </p:nvSpPr>
        <p:spPr>
          <a:xfrm xmlns:a="http://schemas.openxmlformats.org/drawingml/2006/main">
            <a:off x="203200" y="3937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6" name="capability_v1_s4_o76">
            <a:extLst xmlns:a="http://schemas.openxmlformats.org/drawingml/2006/main">
              <a:ext uri="{FF2B5EF4-FFF2-40B4-BE49-F238E27FC236}">
                <a16:creationId xmlns:a16="http://schemas.microsoft.com/office/drawing/2014/main" id="{D02D2BC2-8370-4E71-8B54-2AC63D2D4B08}"/>
              </a:ext>
            </a:extLst>
          </p:cNvPr>
          <p:cNvSpPr>
            <a:spLocks xmlns:a="http://schemas.openxmlformats.org/drawingml/2006/main" noGrp="1"/>
          </p:cNvSpPr>
          <p:nvPr/>
        </p:nvSpPr>
        <p:spPr>
          <a:xfrm xmlns:a="http://schemas.openxmlformats.org/drawingml/2006/main">
            <a:off x="203200" y="4140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7" name="capability_v1_s4_o77">
            <a:extLst xmlns:a="http://schemas.openxmlformats.org/drawingml/2006/main">
              <a:ext uri="{FF2B5EF4-FFF2-40B4-BE49-F238E27FC236}">
                <a16:creationId xmlns:a16="http://schemas.microsoft.com/office/drawing/2014/main" id="{5E1BE7EB-A8BA-4A23-830C-FA153D4CDB4C}"/>
              </a:ext>
            </a:extLst>
          </p:cNvPr>
          <p:cNvSpPr>
            <a:spLocks xmlns:a="http://schemas.openxmlformats.org/drawingml/2006/main" noGrp="1"/>
          </p:cNvSpPr>
          <p:nvPr/>
        </p:nvSpPr>
        <p:spPr>
          <a:xfrm xmlns:a="http://schemas.openxmlformats.org/drawingml/2006/main">
            <a:off x="203200" y="4343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8" name="capability_v1_s4_o78">
            <a:extLst xmlns:a="http://schemas.openxmlformats.org/drawingml/2006/main">
              <a:ext uri="{FF2B5EF4-FFF2-40B4-BE49-F238E27FC236}">
                <a16:creationId xmlns:a16="http://schemas.microsoft.com/office/drawing/2014/main" id="{35A97BBF-CA4A-4D52-AF33-D3C67ED73FC4}"/>
              </a:ext>
            </a:extLst>
          </p:cNvPr>
          <p:cNvSpPr>
            <a:spLocks xmlns:a="http://schemas.openxmlformats.org/drawingml/2006/main" noGrp="1"/>
          </p:cNvSpPr>
          <p:nvPr/>
        </p:nvSpPr>
        <p:spPr>
          <a:xfrm xmlns:a="http://schemas.openxmlformats.org/drawingml/2006/main">
            <a:off x="203200" y="4546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9" name="capability_v1_s4_o79">
            <a:extLst xmlns:a="http://schemas.openxmlformats.org/drawingml/2006/main">
              <a:ext uri="{FF2B5EF4-FFF2-40B4-BE49-F238E27FC236}">
                <a16:creationId xmlns:a16="http://schemas.microsoft.com/office/drawing/2014/main" id="{D08A774D-747C-4731-8315-5ECFC1AB7869}"/>
              </a:ext>
            </a:extLst>
          </p:cNvPr>
          <p:cNvSpPr>
            <a:spLocks xmlns:a="http://schemas.openxmlformats.org/drawingml/2006/main" noGrp="1"/>
          </p:cNvSpPr>
          <p:nvPr/>
        </p:nvSpPr>
        <p:spPr>
          <a:xfrm xmlns:a="http://schemas.openxmlformats.org/drawingml/2006/main">
            <a:off x="203200" y="4749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0" name="capability_v1_s4_o80">
            <a:extLst xmlns:a="http://schemas.openxmlformats.org/drawingml/2006/main">
              <a:ext uri="{FF2B5EF4-FFF2-40B4-BE49-F238E27FC236}">
                <a16:creationId xmlns:a16="http://schemas.microsoft.com/office/drawing/2014/main" id="{5F70881E-09A5-4345-8322-A94D53ECBAB9}"/>
              </a:ext>
            </a:extLst>
          </p:cNvPr>
          <p:cNvSpPr>
            <a:spLocks xmlns:a="http://schemas.openxmlformats.org/drawingml/2006/main" noGrp="1"/>
          </p:cNvSpPr>
          <p:nvPr/>
        </p:nvSpPr>
        <p:spPr>
          <a:xfrm xmlns:a="http://schemas.openxmlformats.org/drawingml/2006/main">
            <a:off x="203200" y="4953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1" name="capability_v1_s4_o81">
            <a:extLst xmlns:a="http://schemas.openxmlformats.org/drawingml/2006/main">
              <a:ext uri="{FF2B5EF4-FFF2-40B4-BE49-F238E27FC236}">
                <a16:creationId xmlns:a16="http://schemas.microsoft.com/office/drawing/2014/main" id="{AFF18AF9-DAC1-4CAC-8128-6EE970995C9A}"/>
              </a:ext>
            </a:extLst>
          </p:cNvPr>
          <p:cNvSpPr>
            <a:spLocks xmlns:a="http://schemas.openxmlformats.org/drawingml/2006/main" noGrp="1"/>
          </p:cNvSpPr>
          <p:nvPr/>
        </p:nvSpPr>
        <p:spPr>
          <a:xfrm xmlns:a="http://schemas.openxmlformats.org/drawingml/2006/main">
            <a:off x="203200" y="5156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2" name="capability_v1_s4_o82">
            <a:extLst xmlns:a="http://schemas.openxmlformats.org/drawingml/2006/main">
              <a:ext uri="{FF2B5EF4-FFF2-40B4-BE49-F238E27FC236}">
                <a16:creationId xmlns:a16="http://schemas.microsoft.com/office/drawing/2014/main" id="{9AC1C2E7-40B2-4B84-8ACF-7D1BCBE6A603}"/>
              </a:ext>
            </a:extLst>
          </p:cNvPr>
          <p:cNvSpPr>
            <a:spLocks xmlns:a="http://schemas.openxmlformats.org/drawingml/2006/main" noGrp="1"/>
          </p:cNvSpPr>
          <p:nvPr/>
        </p:nvSpPr>
        <p:spPr>
          <a:xfrm xmlns:a="http://schemas.openxmlformats.org/drawingml/2006/main">
            <a:off x="203200" y="5359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3" name="capability_v1_s4_o83">
            <a:extLst xmlns:a="http://schemas.openxmlformats.org/drawingml/2006/main">
              <a:ext uri="{FF2B5EF4-FFF2-40B4-BE49-F238E27FC236}">
                <a16:creationId xmlns:a16="http://schemas.microsoft.com/office/drawing/2014/main" id="{FB8C8EA4-8FFE-4830-87E7-373F392C7304}"/>
              </a:ext>
            </a:extLst>
          </p:cNvPr>
          <p:cNvSpPr>
            <a:spLocks xmlns:a="http://schemas.openxmlformats.org/drawingml/2006/main" noGrp="1"/>
          </p:cNvSpPr>
          <p:nvPr/>
        </p:nvSpPr>
        <p:spPr>
          <a:xfrm xmlns:a="http://schemas.openxmlformats.org/drawingml/2006/main">
            <a:off x="203200" y="5562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4" name="capability_v1_s4_o84">
            <a:extLst xmlns:a="http://schemas.openxmlformats.org/drawingml/2006/main">
              <a:ext uri="{FF2B5EF4-FFF2-40B4-BE49-F238E27FC236}">
                <a16:creationId xmlns:a16="http://schemas.microsoft.com/office/drawing/2014/main" id="{C96F5308-6C65-4834-94F1-7765D97A1840}"/>
              </a:ext>
            </a:extLst>
          </p:cNvPr>
          <p:cNvSpPr>
            <a:spLocks xmlns:a="http://schemas.openxmlformats.org/drawingml/2006/main" noGrp="1"/>
          </p:cNvSpPr>
          <p:nvPr/>
        </p:nvSpPr>
        <p:spPr>
          <a:xfrm xmlns:a="http://schemas.openxmlformats.org/drawingml/2006/main">
            <a:off x="203200" y="5765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5" name="capability_v1_s4_o85">
            <a:extLst xmlns:a="http://schemas.openxmlformats.org/drawingml/2006/main">
              <a:ext uri="{FF2B5EF4-FFF2-40B4-BE49-F238E27FC236}">
                <a16:creationId xmlns:a16="http://schemas.microsoft.com/office/drawing/2014/main" id="{0AC6ED98-1726-4AA9-B9E8-FD2AF8707E88}"/>
              </a:ext>
            </a:extLst>
          </p:cNvPr>
          <p:cNvSpPr>
            <a:spLocks xmlns:a="http://schemas.openxmlformats.org/drawingml/2006/main" noGrp="1"/>
          </p:cNvSpPr>
          <p:nvPr/>
        </p:nvSpPr>
        <p:spPr>
          <a:xfrm xmlns:a="http://schemas.openxmlformats.org/drawingml/2006/main">
            <a:off x="203200" y="5969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6" name="capability_v1_s4_o86">
            <a:extLst xmlns:a="http://schemas.openxmlformats.org/drawingml/2006/main">
              <a:ext uri="{FF2B5EF4-FFF2-40B4-BE49-F238E27FC236}">
                <a16:creationId xmlns:a16="http://schemas.microsoft.com/office/drawing/2014/main" id="{CB769C63-6EC6-4A51-9E6C-FEC612F3F862}"/>
              </a:ext>
            </a:extLst>
          </p:cNvPr>
          <p:cNvSpPr>
            <a:spLocks xmlns:a="http://schemas.openxmlformats.org/drawingml/2006/main" noGrp="1"/>
          </p:cNvSpPr>
          <p:nvPr/>
        </p:nvSpPr>
        <p:spPr>
          <a:xfrm xmlns:a="http://schemas.openxmlformats.org/drawingml/2006/main">
            <a:off x="203200" y="6172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7" name="capability_v1_s4_o87">
            <a:extLst xmlns:a="http://schemas.openxmlformats.org/drawingml/2006/main">
              <a:ext uri="{FF2B5EF4-FFF2-40B4-BE49-F238E27FC236}">
                <a16:creationId xmlns:a16="http://schemas.microsoft.com/office/drawing/2014/main" id="{E7265109-6D69-4CA6-9DA8-21AA9C2A263E}"/>
              </a:ext>
            </a:extLst>
          </p:cNvPr>
          <p:cNvSpPr>
            <a:spLocks xmlns:a="http://schemas.openxmlformats.org/drawingml/2006/main" noGrp="1"/>
          </p:cNvSpPr>
          <p:nvPr/>
        </p:nvSpPr>
        <p:spPr>
          <a:xfrm xmlns:a="http://schemas.openxmlformats.org/drawingml/2006/main">
            <a:off x="355600" y="1574800"/>
            <a:ext cx="11480800" cy="39751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88" name="capability_v1_s4_o88">
            <a:extLst xmlns:a="http://schemas.openxmlformats.org/drawingml/2006/main">
              <a:ext uri="{FF2B5EF4-FFF2-40B4-BE49-F238E27FC236}">
                <a16:creationId xmlns:a16="http://schemas.microsoft.com/office/drawing/2014/main" id="{0F1FB759-E237-480D-808C-940F4A21C877}"/>
              </a:ext>
            </a:extLst>
          </p:cNvPr>
          <p:cNvSpPr>
            <a:spLocks xmlns:a="http://schemas.openxmlformats.org/drawingml/2006/main" noGrp="1"/>
          </p:cNvSpPr>
          <p:nvPr/>
        </p:nvSpPr>
        <p:spPr>
          <a:xfrm xmlns:a="http://schemas.openxmlformats.org/drawingml/2006/main">
            <a:off x="355600" y="1574800"/>
            <a:ext cx="11480800" cy="3810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89" name="capability_v1_s4_o89">
            <a:extLst xmlns:a="http://schemas.openxmlformats.org/drawingml/2006/main">
              <a:ext uri="{FF2B5EF4-FFF2-40B4-BE49-F238E27FC236}">
                <a16:creationId xmlns:a16="http://schemas.microsoft.com/office/drawing/2014/main" id="{13AD4634-D25F-480C-8612-2BF8C89CCE72}"/>
              </a:ext>
            </a:extLst>
          </p:cNvPr>
          <p:cNvSpPr>
            <a:spLocks xmlns:a="http://schemas.openxmlformats.org/drawingml/2006/main" noGrp="1"/>
          </p:cNvSpPr>
          <p:nvPr/>
        </p:nvSpPr>
        <p:spPr>
          <a:xfrm xmlns:a="http://schemas.openxmlformats.org/drawingml/2006/main">
            <a:off x="457200" y="1625600"/>
            <a:ext cx="241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90" name="capability_v1_s4_o90">
            <a:extLst xmlns:a="http://schemas.openxmlformats.org/drawingml/2006/main">
              <a:ext uri="{FF2B5EF4-FFF2-40B4-BE49-F238E27FC236}">
                <a16:creationId xmlns:a16="http://schemas.microsoft.com/office/drawing/2014/main" id="{F11EA5F9-6502-416E-80DB-D83D4EFCD19A}"/>
              </a:ext>
            </a:extLst>
          </p:cNvPr>
          <p:cNvSpPr>
            <a:spLocks xmlns:a="http://schemas.openxmlformats.org/drawingml/2006/main" noGrp="1"/>
          </p:cNvSpPr>
          <p:nvPr/>
        </p:nvSpPr>
        <p:spPr>
          <a:xfrm xmlns:a="http://schemas.openxmlformats.org/drawingml/2006/main">
            <a:off x="2819400" y="1651000"/>
            <a:ext cx="8763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F4F7FB"/>
                </a:solidFill>
                <a:latin typeface="Arial"/>
                <a:ea typeface="Arial"/>
                <a:cs typeface="Arial"/>
              </a:defRPr>
            </a:defPPr>
          </a:lstStyle>
          <a:p xmlns:a="http://schemas.openxmlformats.org/drawingml/2006/main">
            <a:pPr algn="l">
              <a:lnSpc>
                <a:spcPct val="108000"/>
              </a:lnSpc>
              <a:buNone/>
              <a:defRPr sz="1100" b="0">
                <a:solidFill>
                  <a:srgbClr val="F4F7FB"/>
                </a:solidFill>
                <a:latin typeface="Arial"/>
                <a:ea typeface="Arial"/>
                <a:cs typeface="Arial"/>
              </a:defRPr>
            </a:pPr>
            <a:r>
              <a:rPr sz="1100" b="0">
                <a:solidFill>
                  <a:srgbClr val="F4F7FB"/>
                </a:solidFill>
                <a:latin typeface="Arial"/>
                <a:ea typeface="Arial"/>
                <a:cs typeface="Arial"/>
              </a:rPr>
              <a:t>read-capability-dsl-source</a:t>
            </a:r>
          </a:p>
        </p:txBody>
      </p:sp>
      <p:sp>
        <p:nvSpPr>
          <p:cNvPr id="91" name="capability_v1_s4_o91">
            <a:extLst xmlns:a="http://schemas.openxmlformats.org/drawingml/2006/main">
              <a:ext uri="{FF2B5EF4-FFF2-40B4-BE49-F238E27FC236}">
                <a16:creationId xmlns:a16="http://schemas.microsoft.com/office/drawing/2014/main" id="{D59909C8-26D9-4736-9DA3-4C674CF272B1}"/>
              </a:ext>
            </a:extLst>
          </p:cNvPr>
          <p:cNvSpPr>
            <a:spLocks xmlns:a="http://schemas.openxmlformats.org/drawingml/2006/main" noGrp="1"/>
          </p:cNvSpPr>
          <p:nvPr/>
        </p:nvSpPr>
        <p:spPr>
          <a:xfrm xmlns:a="http://schemas.openxmlformats.org/drawingml/2006/main">
            <a:off x="355600" y="5892800"/>
            <a:ext cx="11480800" cy="2921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92" name="capability_v1_s4_o92">
            <a:extLst xmlns:a="http://schemas.openxmlformats.org/drawingml/2006/main">
              <a:ext uri="{FF2B5EF4-FFF2-40B4-BE49-F238E27FC236}">
                <a16:creationId xmlns:a16="http://schemas.microsoft.com/office/drawing/2014/main" id="{40070879-AB23-49A4-A191-D3E3E7E9D206}"/>
              </a:ext>
            </a:extLst>
          </p:cNvPr>
          <p:cNvSpPr>
            <a:spLocks xmlns:a="http://schemas.openxmlformats.org/drawingml/2006/main" noGrp="1"/>
          </p:cNvSpPr>
          <p:nvPr/>
        </p:nvSpPr>
        <p:spPr>
          <a:xfrm xmlns:a="http://schemas.openxmlformats.org/drawingml/2006/main">
            <a:off x="457200" y="5918200"/>
            <a:ext cx="2921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1">
                <a:solidFill>
                  <a:srgbClr val="45A7FF"/>
                </a:solidFill>
                <a:latin typeface="Arial"/>
                <a:ea typeface="Arial"/>
                <a:cs typeface="Arial"/>
              </a:defRPr>
            </a:defPPr>
          </a:lstStyle>
          <a:p xmlns:a="http://schemas.openxmlformats.org/drawingml/2006/main">
            <a:pPr algn="l">
              <a:lnSpc>
                <a:spcPct val="108000"/>
              </a:lnSpc>
              <a:buNone/>
              <a:defRPr sz="1000" b="1">
                <a:solidFill>
                  <a:srgbClr val="45A7FF"/>
                </a:solidFill>
                <a:latin typeface="Arial"/>
                <a:ea typeface="Arial"/>
                <a:cs typeface="Arial"/>
              </a:defRPr>
            </a:pPr>
            <a:r>
              <a:rPr sz="1000" b="1">
                <a:solidFill>
                  <a:srgbClr val="45A7FF"/>
                </a:solidFill>
                <a:latin typeface="Arial"/>
                <a:ea typeface="Arial"/>
                <a:cs typeface="Arial"/>
              </a:rPr>
              <a:t>OBSERVATION / TELEMETRY</a:t>
            </a:r>
          </a:p>
        </p:txBody>
      </p:sp>
      <p:sp>
        <p:nvSpPr>
          <p:cNvPr id="93" name="capability_v1_s4_o93">
            <a:extLst xmlns:a="http://schemas.openxmlformats.org/drawingml/2006/main">
              <a:ext uri="{FF2B5EF4-FFF2-40B4-BE49-F238E27FC236}">
                <a16:creationId xmlns:a16="http://schemas.microsoft.com/office/drawing/2014/main" id="{800C4C49-D606-4215-8FF0-2B2ACF07AD07}"/>
              </a:ext>
            </a:extLst>
          </p:cNvPr>
          <p:cNvSpPr>
            <a:spLocks xmlns:a="http://schemas.openxmlformats.org/drawingml/2006/main" noGrp="1"/>
          </p:cNvSpPr>
          <p:nvPr/>
        </p:nvSpPr>
        <p:spPr>
          <a:xfrm xmlns:a="http://schemas.openxmlformats.org/drawingml/2006/main">
            <a:off x="3937000" y="5918200"/>
            <a:ext cx="7442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Unobserved · no invocation selected</a:t>
            </a:r>
          </a:p>
        </p:txBody>
      </p:sp>
      <p:sp>
        <p:nvSpPr>
          <p:cNvPr id="94" name="capability_v1_s4_o94">
            <a:extLst xmlns:a="http://schemas.openxmlformats.org/drawingml/2006/main">
              <a:ext uri="{FF2B5EF4-FFF2-40B4-BE49-F238E27FC236}">
                <a16:creationId xmlns:a16="http://schemas.microsoft.com/office/drawing/2014/main" id="{FF32DB49-1B44-4220-85E4-07783DB1FCF7}"/>
              </a:ext>
            </a:extLst>
          </p:cNvPr>
          <p:cNvSpPr>
            <a:spLocks xmlns:a="http://schemas.openxmlformats.org/drawingml/2006/main" noGrp="1"/>
          </p:cNvSpPr>
          <p:nvPr/>
        </p:nvSpPr>
        <p:spPr>
          <a:xfrm xmlns:a="http://schemas.openxmlformats.org/drawingml/2006/main">
            <a:off x="431800" y="5651500"/>
            <a:ext cx="127000" cy="127000"/>
          </a:xfrm>
          <a:prstGeom xmlns:a="http://schemas.openxmlformats.org/drawingml/2006/main" prst="rect">
            <a:avLst/>
          </a:prstGeom>
          <a:noFill xmlns:a="http://schemas.openxmlformats.org/drawingml/2006/main"/>
          <a:ln xmlns:a="http://schemas.openxmlformats.org/drawingml/2006/main" w="12700">
            <a:solidFill>
              <a:srgbClr val="F6B94D"/>
            </a:solidFill>
          </a:ln>
        </p:spPr>
      </p:sp>
      <p:sp>
        <p:nvSpPr>
          <p:cNvPr id="95" name="capability_v1_s4_o95">
            <a:extLst xmlns:a="http://schemas.openxmlformats.org/drawingml/2006/main">
              <a:ext uri="{FF2B5EF4-FFF2-40B4-BE49-F238E27FC236}">
                <a16:creationId xmlns:a16="http://schemas.microsoft.com/office/drawing/2014/main" id="{02318053-6C47-47A5-BDC2-A93967058188}"/>
              </a:ext>
            </a:extLst>
          </p:cNvPr>
          <p:cNvSpPr>
            <a:spLocks xmlns:a="http://schemas.openxmlformats.org/drawingml/2006/main" noGrp="1"/>
          </p:cNvSpPr>
          <p:nvPr/>
        </p:nvSpPr>
        <p:spPr>
          <a:xfrm xmlns:a="http://schemas.openxmlformats.org/drawingml/2006/main">
            <a:off x="635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F6B94D"/>
                </a:solidFill>
                <a:latin typeface="Arial"/>
                <a:ea typeface="Arial"/>
                <a:cs typeface="Arial"/>
              </a:defRPr>
            </a:defPPr>
          </a:lstStyle>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INPUT</a:t>
            </a:r>
          </a:p>
        </p:txBody>
      </p:sp>
      <p:sp>
        <p:nvSpPr>
          <p:cNvPr id="96" name="capability_v1_s4_o96">
            <a:extLst xmlns:a="http://schemas.openxmlformats.org/drawingml/2006/main">
              <a:ext uri="{FF2B5EF4-FFF2-40B4-BE49-F238E27FC236}">
                <a16:creationId xmlns:a16="http://schemas.microsoft.com/office/drawing/2014/main" id="{0719DB8E-11F9-484D-95A5-97D10F9EAB0A}"/>
              </a:ext>
            </a:extLst>
          </p:cNvPr>
          <p:cNvSpPr>
            <a:spLocks xmlns:a="http://schemas.openxmlformats.org/drawingml/2006/main" noGrp="1"/>
          </p:cNvSpPr>
          <p:nvPr/>
        </p:nvSpPr>
        <p:spPr>
          <a:xfrm xmlns:a="http://schemas.openxmlformats.org/drawingml/2006/main">
            <a:off x="2146300" y="5651500"/>
            <a:ext cx="127000" cy="127000"/>
          </a:xfrm>
          <a:prstGeom xmlns:a="http://schemas.openxmlformats.org/drawingml/2006/main" prst="rect">
            <a:avLst/>
          </a:prstGeom>
          <a:noFill xmlns:a="http://schemas.openxmlformats.org/drawingml/2006/main"/>
          <a:ln xmlns:a="http://schemas.openxmlformats.org/drawingml/2006/main" w="12700">
            <a:solidFill>
              <a:srgbClr val="45A7FF"/>
            </a:solidFill>
          </a:ln>
        </p:spPr>
      </p:sp>
      <p:sp>
        <p:nvSpPr>
          <p:cNvPr id="97" name="capability_v1_s4_o97">
            <a:extLst xmlns:a="http://schemas.openxmlformats.org/drawingml/2006/main">
              <a:ext uri="{FF2B5EF4-FFF2-40B4-BE49-F238E27FC236}">
                <a16:creationId xmlns:a16="http://schemas.microsoft.com/office/drawing/2014/main" id="{1155476B-62BC-4045-A817-7EB99F9E8699}"/>
              </a:ext>
            </a:extLst>
          </p:cNvPr>
          <p:cNvSpPr>
            <a:spLocks xmlns:a="http://schemas.openxmlformats.org/drawingml/2006/main" noGrp="1"/>
          </p:cNvSpPr>
          <p:nvPr/>
        </p:nvSpPr>
        <p:spPr>
          <a:xfrm xmlns:a="http://schemas.openxmlformats.org/drawingml/2006/main">
            <a:off x="2349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5A7FF"/>
                </a:solidFill>
                <a:latin typeface="Arial"/>
                <a:ea typeface="Arial"/>
                <a:cs typeface="Arial"/>
              </a:defRPr>
            </a:defPPr>
          </a:lstStyle>
          <a:p xmlns:a="http://schemas.openxmlformats.org/drawingml/2006/main">
            <a:pPr algn="l">
              <a:lnSpc>
                <a:spcPct val="108000"/>
              </a:lnSpc>
              <a:buNone/>
              <a:defRPr sz="900" b="0">
                <a:solidFill>
                  <a:srgbClr val="45A7FF"/>
                </a:solidFill>
                <a:latin typeface="Arial"/>
                <a:ea typeface="Arial"/>
                <a:cs typeface="Arial"/>
              </a:defRPr>
            </a:pPr>
            <a:r>
              <a:rPr sz="900" b="0">
                <a:solidFill>
                  <a:srgbClr val="45A7FF"/>
                </a:solidFill>
                <a:latin typeface="Arial"/>
                <a:ea typeface="Arial"/>
                <a:cs typeface="Arial"/>
              </a:rPr>
              <a:t>EXECUTION</a:t>
            </a:r>
          </a:p>
        </p:txBody>
      </p:sp>
      <p:sp>
        <p:nvSpPr>
          <p:cNvPr id="98" name="capability_v1_s4_o98">
            <a:extLst xmlns:a="http://schemas.openxmlformats.org/drawingml/2006/main">
              <a:ext uri="{FF2B5EF4-FFF2-40B4-BE49-F238E27FC236}">
                <a16:creationId xmlns:a16="http://schemas.microsoft.com/office/drawing/2014/main" id="{5022344B-3C8F-47D1-9E26-5A08F5F4BCD4}"/>
              </a:ext>
            </a:extLst>
          </p:cNvPr>
          <p:cNvSpPr>
            <a:spLocks xmlns:a="http://schemas.openxmlformats.org/drawingml/2006/main" noGrp="1"/>
          </p:cNvSpPr>
          <p:nvPr/>
        </p:nvSpPr>
        <p:spPr>
          <a:xfrm xmlns:a="http://schemas.openxmlformats.org/drawingml/2006/main">
            <a:off x="3860800" y="5651500"/>
            <a:ext cx="127000" cy="127000"/>
          </a:xfrm>
          <a:prstGeom xmlns:a="http://schemas.openxmlformats.org/drawingml/2006/main" prst="rect">
            <a:avLst/>
          </a:prstGeom>
          <a:noFill xmlns:a="http://schemas.openxmlformats.org/drawingml/2006/main"/>
          <a:ln xmlns:a="http://schemas.openxmlformats.org/drawingml/2006/main" w="12700">
            <a:solidFill>
              <a:srgbClr val="A98AF2"/>
            </a:solidFill>
          </a:ln>
        </p:spPr>
      </p:sp>
      <p:sp>
        <p:nvSpPr>
          <p:cNvPr id="99" name="capability_v1_s4_o99">
            <a:extLst xmlns:a="http://schemas.openxmlformats.org/drawingml/2006/main">
              <a:ext uri="{FF2B5EF4-FFF2-40B4-BE49-F238E27FC236}">
                <a16:creationId xmlns:a16="http://schemas.microsoft.com/office/drawing/2014/main" id="{0D0F1B68-AE4D-47FA-B931-729103166A01}"/>
              </a:ext>
            </a:extLst>
          </p:cNvPr>
          <p:cNvSpPr>
            <a:spLocks xmlns:a="http://schemas.openxmlformats.org/drawingml/2006/main" noGrp="1"/>
          </p:cNvSpPr>
          <p:nvPr/>
        </p:nvSpPr>
        <p:spPr>
          <a:xfrm xmlns:a="http://schemas.openxmlformats.org/drawingml/2006/main">
            <a:off x="4064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98AF2"/>
                </a:solidFill>
                <a:latin typeface="Arial"/>
                <a:ea typeface="Arial"/>
                <a:cs typeface="Arial"/>
              </a:defRPr>
            </a:defPPr>
          </a:lstStyle>
          <a:p xmlns:a="http://schemas.openxmlformats.org/drawingml/2006/main">
            <a:pPr algn="l">
              <a:lnSpc>
                <a:spcPct val="108000"/>
              </a:lnSpc>
              <a:buNone/>
              <a:defRPr sz="900" b="0">
                <a:solidFill>
                  <a:srgbClr val="A98AF2"/>
                </a:solidFill>
                <a:latin typeface="Arial"/>
                <a:ea typeface="Arial"/>
                <a:cs typeface="Arial"/>
              </a:defRPr>
            </a:pPr>
            <a:r>
              <a:rPr sz="900" b="0">
                <a:solidFill>
                  <a:srgbClr val="A98AF2"/>
                </a:solidFill>
                <a:latin typeface="Arial"/>
                <a:ea typeface="Arial"/>
                <a:cs typeface="Arial"/>
              </a:rPr>
              <a:t>PROVIDER</a:t>
            </a:r>
          </a:p>
        </p:txBody>
      </p:sp>
      <p:sp>
        <p:nvSpPr>
          <p:cNvPr id="100" name="capability_v1_s4_o100">
            <a:extLst xmlns:a="http://schemas.openxmlformats.org/drawingml/2006/main">
              <a:ext uri="{FF2B5EF4-FFF2-40B4-BE49-F238E27FC236}">
                <a16:creationId xmlns:a16="http://schemas.microsoft.com/office/drawing/2014/main" id="{D6A14C00-DB80-4535-92D3-44858BCA3303}"/>
              </a:ext>
            </a:extLst>
          </p:cNvPr>
          <p:cNvSpPr>
            <a:spLocks xmlns:a="http://schemas.openxmlformats.org/drawingml/2006/main" noGrp="1"/>
          </p:cNvSpPr>
          <p:nvPr/>
        </p:nvSpPr>
        <p:spPr>
          <a:xfrm xmlns:a="http://schemas.openxmlformats.org/drawingml/2006/main">
            <a:off x="5575300" y="5651500"/>
            <a:ext cx="127000" cy="127000"/>
          </a:xfrm>
          <a:prstGeom xmlns:a="http://schemas.openxmlformats.org/drawingml/2006/main" prst="rect">
            <a:avLst/>
          </a:prstGeom>
          <a:noFill xmlns:a="http://schemas.openxmlformats.org/drawingml/2006/main"/>
          <a:ln xmlns:a="http://schemas.openxmlformats.org/drawingml/2006/main" w="12700">
            <a:solidFill>
              <a:srgbClr val="4DE0B0"/>
            </a:solidFill>
          </a:ln>
        </p:spPr>
      </p:sp>
      <p:sp>
        <p:nvSpPr>
          <p:cNvPr id="101" name="capability_v1_s4_o101">
            <a:extLst xmlns:a="http://schemas.openxmlformats.org/drawingml/2006/main">
              <a:ext uri="{FF2B5EF4-FFF2-40B4-BE49-F238E27FC236}">
                <a16:creationId xmlns:a16="http://schemas.microsoft.com/office/drawing/2014/main" id="{2FA756F0-3FA2-4B16-AE6D-E4EAF5130C44}"/>
              </a:ext>
            </a:extLst>
          </p:cNvPr>
          <p:cNvSpPr>
            <a:spLocks xmlns:a="http://schemas.openxmlformats.org/drawingml/2006/main" noGrp="1"/>
          </p:cNvSpPr>
          <p:nvPr/>
        </p:nvSpPr>
        <p:spPr>
          <a:xfrm xmlns:a="http://schemas.openxmlformats.org/drawingml/2006/main">
            <a:off x="5778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OUTCOME</a:t>
            </a:r>
          </a:p>
        </p:txBody>
      </p:sp>
      <p:sp>
        <p:nvSpPr>
          <p:cNvPr id="102" name="capability_v1_s4_o102">
            <a:extLst xmlns:a="http://schemas.openxmlformats.org/drawingml/2006/main">
              <a:ext uri="{FF2B5EF4-FFF2-40B4-BE49-F238E27FC236}">
                <a16:creationId xmlns:a16="http://schemas.microsoft.com/office/drawing/2014/main" id="{D4F36148-2100-47DF-8FF4-DCD7F88844F9}"/>
              </a:ext>
            </a:extLst>
          </p:cNvPr>
          <p:cNvSpPr>
            <a:spLocks xmlns:a="http://schemas.openxmlformats.org/drawingml/2006/main" noGrp="1"/>
          </p:cNvSpPr>
          <p:nvPr/>
        </p:nvSpPr>
        <p:spPr>
          <a:xfrm xmlns:a="http://schemas.openxmlformats.org/drawingml/2006/main">
            <a:off x="7950200" y="5613400"/>
            <a:ext cx="3784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Dashed: declared order / call</a:t>
            </a:r>
          </a:p>
        </p:txBody>
      </p:sp>
      <p:sp>
        <p:nvSpPr>
          <p:cNvPr id="103" name="capability_v1_s4_o103">
            <a:extLst xmlns:a="http://schemas.openxmlformats.org/drawingml/2006/main">
              <a:ext uri="{FF2B5EF4-FFF2-40B4-BE49-F238E27FC236}">
                <a16:creationId xmlns:a16="http://schemas.microsoft.com/office/drawing/2014/main" id="{E727B4DE-CEBF-4A89-B8E4-029A3AB53CC4}"/>
              </a:ext>
            </a:extLst>
          </p:cNvPr>
          <p:cNvSpPr>
            <a:spLocks xmlns:a="http://schemas.openxmlformats.org/drawingml/2006/main" noGrp="1"/>
          </p:cNvSpPr>
          <p:nvPr/>
        </p:nvSpPr>
        <p:spPr>
          <a:xfrm xmlns:a="http://schemas.openxmlformats.org/drawingml/2006/main">
            <a:off x="4313464" y="3787624"/>
            <a:ext cx="435731" cy="95"/>
          </a:xfrm>
          <a:custGeom xmlns:a="http://schemas.openxmlformats.org/drawingml/2006/main">
            <a:pathLst>
              <a:path w="435731" h="95">
                <a:moveTo>
                  <a:pt x="0" y="0"/>
                </a:moveTo>
                <a:lnTo>
                  <a:pt x="435731" y="0"/>
                </a:lnTo>
              </a:path>
            </a:pathLst>
          </a:custGeom>
          <a:noFill xmlns:a="http://schemas.openxmlformats.org/drawingml/2006/main"/>
          <a:ln xmlns:a="http://schemas.openxmlformats.org/drawingml/2006/main" w="12676">
            <a:solidFill>
              <a:srgbClr val="F6B94D"/>
            </a:solidFill>
            <a:prstDash val="solid"/>
          </a:ln>
        </p:spPr>
      </p:sp>
      <p:sp>
        <p:nvSpPr>
          <p:cNvPr id="104" name="capability_v1_s4_o103_arrow">
            <a:extLst xmlns:a="http://schemas.openxmlformats.org/drawingml/2006/main">
              <a:ext uri="{FF2B5EF4-FFF2-40B4-BE49-F238E27FC236}">
                <a16:creationId xmlns:a16="http://schemas.microsoft.com/office/drawing/2014/main" id="{72B8D4F7-C0C0-4E36-9301-247440210E4D}"/>
              </a:ext>
            </a:extLst>
          </p:cNvPr>
          <p:cNvSpPr>
            <a:spLocks xmlns:a="http://schemas.openxmlformats.org/drawingml/2006/main" noGrp="1"/>
          </p:cNvSpPr>
          <p:nvPr/>
        </p:nvSpPr>
        <p:spPr>
          <a:xfrm xmlns:a="http://schemas.openxmlformats.org/drawingml/2006/main">
            <a:off x="4672995" y="3748254"/>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05" name="capability_v1_s4_o104">
            <a:extLst xmlns:a="http://schemas.openxmlformats.org/drawingml/2006/main">
              <a:ext uri="{FF2B5EF4-FFF2-40B4-BE49-F238E27FC236}">
                <a16:creationId xmlns:a16="http://schemas.microsoft.com/office/drawing/2014/main" id="{A921E34B-ABAC-4511-B53F-D323D973BA61}"/>
              </a:ext>
            </a:extLst>
          </p:cNvPr>
          <p:cNvSpPr>
            <a:spLocks xmlns:a="http://schemas.openxmlformats.org/drawingml/2006/main" noGrp="1"/>
          </p:cNvSpPr>
          <p:nvPr/>
        </p:nvSpPr>
        <p:spPr>
          <a:xfrm xmlns:a="http://schemas.openxmlformats.org/drawingml/2006/main">
            <a:off x="7046686" y="3787624"/>
            <a:ext cx="435731" cy="95"/>
          </a:xfrm>
          <a:custGeom xmlns:a="http://schemas.openxmlformats.org/drawingml/2006/main">
            <a:pathLst>
              <a:path w="435731" h="95">
                <a:moveTo>
                  <a:pt x="0" y="0"/>
                </a:moveTo>
                <a:lnTo>
                  <a:pt x="435731" y="0"/>
                </a:lnTo>
              </a:path>
            </a:pathLst>
          </a:custGeom>
          <a:noFill xmlns:a="http://schemas.openxmlformats.org/drawingml/2006/main"/>
          <a:ln xmlns:a="http://schemas.openxmlformats.org/drawingml/2006/main" w="12676">
            <a:solidFill>
              <a:srgbClr val="4DE0B0"/>
            </a:solidFill>
            <a:prstDash val="solid"/>
          </a:ln>
        </p:spPr>
      </p:sp>
      <p:sp>
        <p:nvSpPr>
          <p:cNvPr id="106" name="capability_v1_s4_o104_arrow">
            <a:extLst xmlns:a="http://schemas.openxmlformats.org/drawingml/2006/main">
              <a:ext uri="{FF2B5EF4-FFF2-40B4-BE49-F238E27FC236}">
                <a16:creationId xmlns:a16="http://schemas.microsoft.com/office/drawing/2014/main" id="{43742870-5E1D-4356-BE96-CAD6B9B61384}"/>
              </a:ext>
            </a:extLst>
          </p:cNvPr>
          <p:cNvSpPr>
            <a:spLocks xmlns:a="http://schemas.openxmlformats.org/drawingml/2006/main" noGrp="1"/>
          </p:cNvSpPr>
          <p:nvPr/>
        </p:nvSpPr>
        <p:spPr>
          <a:xfrm xmlns:a="http://schemas.openxmlformats.org/drawingml/2006/main">
            <a:off x="7406217" y="3748254"/>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07" name="capability_v1_s4_o105">
            <a:extLst xmlns:a="http://schemas.openxmlformats.org/drawingml/2006/main">
              <a:ext uri="{FF2B5EF4-FFF2-40B4-BE49-F238E27FC236}">
                <a16:creationId xmlns:a16="http://schemas.microsoft.com/office/drawing/2014/main" id="{49AFDE59-8901-4F72-B9AA-7EB0D0E191EE}"/>
              </a:ext>
            </a:extLst>
          </p:cNvPr>
          <p:cNvSpPr>
            <a:spLocks xmlns:a="http://schemas.openxmlformats.org/drawingml/2006/main" noGrp="1"/>
          </p:cNvSpPr>
          <p:nvPr/>
        </p:nvSpPr>
        <p:spPr>
          <a:xfrm xmlns:a="http://schemas.openxmlformats.org/drawingml/2006/main">
            <a:off x="2015974" y="2876550"/>
            <a:ext cx="2297490" cy="1822148"/>
          </a:xfrm>
          <a:prstGeom xmlns:a="http://schemas.openxmlformats.org/drawingml/2006/main" prst="ellipse">
            <a:avLst/>
          </a:prstGeom>
          <a:noFill xmlns:a="http://schemas.openxmlformats.org/drawingml/2006/main"/>
          <a:ln xmlns:a="http://schemas.openxmlformats.org/drawingml/2006/main" w="6350">
            <a:solidFill>
              <a:srgbClr val="F6B94D"/>
            </a:solidFill>
          </a:ln>
        </p:spPr>
      </p:sp>
      <p:sp>
        <p:nvSpPr>
          <p:cNvPr id="108" name="capability_v1_s4_o106">
            <a:extLst xmlns:a="http://schemas.openxmlformats.org/drawingml/2006/main">
              <a:ext uri="{FF2B5EF4-FFF2-40B4-BE49-F238E27FC236}">
                <a16:creationId xmlns:a16="http://schemas.microsoft.com/office/drawing/2014/main" id="{FF39892E-0F54-499C-A6D6-040105411120}"/>
              </a:ext>
            </a:extLst>
          </p:cNvPr>
          <p:cNvSpPr>
            <a:spLocks xmlns:a="http://schemas.openxmlformats.org/drawingml/2006/main" noGrp="1"/>
          </p:cNvSpPr>
          <p:nvPr/>
        </p:nvSpPr>
        <p:spPr>
          <a:xfrm xmlns:a="http://schemas.openxmlformats.org/drawingml/2006/main">
            <a:off x="2073411" y="2922104"/>
            <a:ext cx="2182616" cy="1731040"/>
          </a:xfrm>
          <a:prstGeom xmlns:a="http://schemas.openxmlformats.org/drawingml/2006/main" prst="ellipse">
            <a:avLst/>
          </a:prstGeom>
          <a:solidFill xmlns:a="http://schemas.openxmlformats.org/drawingml/2006/main">
            <a:srgbClr val="041C32"/>
          </a:solidFill>
          <a:ln xmlns:a="http://schemas.openxmlformats.org/drawingml/2006/main" w="12676">
            <a:solidFill>
              <a:srgbClr val="F6B94D"/>
            </a:solidFill>
          </a:ln>
        </p:spPr>
      </p:sp>
      <p:sp>
        <p:nvSpPr>
          <p:cNvPr id="109" name="capability_v1_s4_o107">
            <a:extLst xmlns:a="http://schemas.openxmlformats.org/drawingml/2006/main">
              <a:ext uri="{FF2B5EF4-FFF2-40B4-BE49-F238E27FC236}">
                <a16:creationId xmlns:a16="http://schemas.microsoft.com/office/drawing/2014/main" id="{56A35D7C-EE8C-4B9E-8B7D-0FB5C2756AA3}"/>
              </a:ext>
            </a:extLst>
          </p:cNvPr>
          <p:cNvSpPr>
            <a:spLocks xmlns:a="http://schemas.openxmlformats.org/drawingml/2006/main" noGrp="1"/>
          </p:cNvSpPr>
          <p:nvPr/>
        </p:nvSpPr>
        <p:spPr>
          <a:xfrm xmlns:a="http://schemas.openxmlformats.org/drawingml/2006/main">
            <a:off x="2383572" y="3113429"/>
            <a:ext cx="1562294" cy="3826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F6B94D"/>
                </a:solidFill>
                <a:latin typeface="Arial"/>
                <a:ea typeface="Arial"/>
                <a:cs typeface="Arial"/>
              </a:defRPr>
            </a:defPPr>
          </a:lstStyle>
          <a:p xmlns:a="http://schemas.openxmlformats.org/drawingml/2006/main">
            <a:pPr algn="ctr">
              <a:lnSpc>
                <a:spcPct val="108000"/>
              </a:lnSpc>
              <a:buNone/>
              <a:defRPr sz="873" b="1">
                <a:solidFill>
                  <a:srgbClr val="F6B94D"/>
                </a:solidFill>
                <a:latin typeface="Arial"/>
                <a:ea typeface="Arial"/>
                <a:cs typeface="Arial"/>
              </a:defRPr>
            </a:pPr>
            <a:r>
              <a:rPr sz="873" b="1">
                <a:solidFill>
                  <a:srgbClr val="F6B94D"/>
                </a:solidFill>
                <a:latin typeface="Arial"/>
                <a:ea typeface="Arial"/>
                <a:cs typeface="Arial"/>
              </a:rPr>
              <a:t>GIVEN / INPUT</a:t>
            </a:r>
          </a:p>
        </p:txBody>
      </p:sp>
      <p:sp>
        <p:nvSpPr>
          <p:cNvPr id="110" name="capability_v1_s4_o108">
            <a:extLst xmlns:a="http://schemas.openxmlformats.org/drawingml/2006/main">
              <a:ext uri="{FF2B5EF4-FFF2-40B4-BE49-F238E27FC236}">
                <a16:creationId xmlns:a16="http://schemas.microsoft.com/office/drawing/2014/main" id="{E5B12F24-60D4-4A0D-A08F-E2A6B0364EB2}"/>
              </a:ext>
            </a:extLst>
          </p:cNvPr>
          <p:cNvSpPr>
            <a:spLocks xmlns:a="http://schemas.openxmlformats.org/drawingml/2006/main" noGrp="1"/>
          </p:cNvSpPr>
          <p:nvPr/>
        </p:nvSpPr>
        <p:spPr>
          <a:xfrm xmlns:a="http://schemas.openxmlformats.org/drawingml/2006/main">
            <a:off x="2314648" y="3568966"/>
            <a:ext cx="1700143" cy="783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435" b="1">
                <a:solidFill>
                  <a:srgbClr val="F4F7FB"/>
                </a:solidFill>
                <a:latin typeface="Arial"/>
                <a:ea typeface="Arial"/>
                <a:cs typeface="Arial"/>
              </a:defRPr>
            </a:defPPr>
          </a:lstStyle>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rPr>
              <a:t>read capability</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rPr>
              <a:t>dsl source</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rPr>
              <a:t>request</a:t>
            </a:r>
          </a:p>
        </p:txBody>
      </p:sp>
      <p:sp>
        <p:nvSpPr>
          <p:cNvPr id="111" name="capability_v1_s4_o109">
            <a:extLst xmlns:a="http://schemas.openxmlformats.org/drawingml/2006/main">
              <a:ext uri="{FF2B5EF4-FFF2-40B4-BE49-F238E27FC236}">
                <a16:creationId xmlns:a16="http://schemas.microsoft.com/office/drawing/2014/main" id="{84400276-80B5-4162-98B3-1A38D722F36F}"/>
              </a:ext>
            </a:extLst>
          </p:cNvPr>
          <p:cNvSpPr>
            <a:spLocks xmlns:a="http://schemas.openxmlformats.org/drawingml/2006/main" noGrp="1"/>
          </p:cNvSpPr>
          <p:nvPr/>
        </p:nvSpPr>
        <p:spPr>
          <a:xfrm xmlns:a="http://schemas.openxmlformats.org/drawingml/2006/main">
            <a:off x="4289697"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F6B94D"/>
            </a:solidFill>
          </a:ln>
        </p:spPr>
      </p:sp>
      <p:sp>
        <p:nvSpPr>
          <p:cNvPr id="112" name="capability_v1_s4_o110">
            <a:extLst xmlns:a="http://schemas.openxmlformats.org/drawingml/2006/main">
              <a:ext uri="{FF2B5EF4-FFF2-40B4-BE49-F238E27FC236}">
                <a16:creationId xmlns:a16="http://schemas.microsoft.com/office/drawing/2014/main" id="{085AE39E-2338-4775-A13D-1B7EE1CFE920}"/>
              </a:ext>
            </a:extLst>
          </p:cNvPr>
          <p:cNvSpPr>
            <a:spLocks xmlns:a="http://schemas.openxmlformats.org/drawingml/2006/main" noGrp="1"/>
          </p:cNvSpPr>
          <p:nvPr/>
        </p:nvSpPr>
        <p:spPr>
          <a:xfrm xmlns:a="http://schemas.openxmlformats.org/drawingml/2006/main">
            <a:off x="4749195" y="2876550"/>
            <a:ext cx="2297490" cy="1822148"/>
          </a:xfrm>
          <a:prstGeom xmlns:a="http://schemas.openxmlformats.org/drawingml/2006/main" prst="roundRect">
            <a:avLst>
              <a:gd name="adj" fmla="val 5576"/>
            </a:avLst>
          </a:prstGeom>
          <a:solidFill xmlns:a="http://schemas.openxmlformats.org/drawingml/2006/main">
            <a:srgbClr val="041C32"/>
          </a:solidFill>
          <a:ln xmlns:a="http://schemas.openxmlformats.org/drawingml/2006/main" w="11091">
            <a:solidFill>
              <a:srgbClr val="45A7FF"/>
            </a:solidFill>
          </a:ln>
        </p:spPr>
      </p:sp>
      <p:sp>
        <p:nvSpPr>
          <p:cNvPr id="113" name="capability_v1_s4_o111">
            <a:extLst xmlns:a="http://schemas.openxmlformats.org/drawingml/2006/main">
              <a:ext uri="{FF2B5EF4-FFF2-40B4-BE49-F238E27FC236}">
                <a16:creationId xmlns:a16="http://schemas.microsoft.com/office/drawing/2014/main" id="{81DB0CD3-851C-427E-B798-DED7D9CD431B}"/>
              </a:ext>
            </a:extLst>
          </p:cNvPr>
          <p:cNvSpPr>
            <a:spLocks xmlns:a="http://schemas.openxmlformats.org/drawingml/2006/main" noGrp="1"/>
          </p:cNvSpPr>
          <p:nvPr/>
        </p:nvSpPr>
        <p:spPr>
          <a:xfrm xmlns:a="http://schemas.openxmlformats.org/drawingml/2006/main">
            <a:off x="4829607" y="2940325"/>
            <a:ext cx="2136666" cy="45554"/>
          </a:xfrm>
          <a:prstGeom xmlns:a="http://schemas.openxmlformats.org/drawingml/2006/main" prst="rect">
            <a:avLst/>
          </a:prstGeom>
          <a:solidFill xmlns:a="http://schemas.openxmlformats.org/drawingml/2006/main">
            <a:srgbClr val="45A7FF">
              <a:alpha val="45000"/>
            </a:srgbClr>
          </a:solidFill>
          <a:ln xmlns:a="http://schemas.openxmlformats.org/drawingml/2006/main" w="0">
            <a:noFill/>
          </a:ln>
        </p:spPr>
      </p:sp>
      <p:sp>
        <p:nvSpPr>
          <p:cNvPr id="114" name="capability_v1_s4_o112">
            <a:extLst xmlns:a="http://schemas.openxmlformats.org/drawingml/2006/main">
              <a:ext uri="{FF2B5EF4-FFF2-40B4-BE49-F238E27FC236}">
                <a16:creationId xmlns:a16="http://schemas.microsoft.com/office/drawing/2014/main" id="{74C93F57-123E-4D1E-9607-B5DB5542E40F}"/>
              </a:ext>
            </a:extLst>
          </p:cNvPr>
          <p:cNvSpPr>
            <a:spLocks xmlns:a="http://schemas.openxmlformats.org/drawingml/2006/main" noGrp="1"/>
          </p:cNvSpPr>
          <p:nvPr/>
        </p:nvSpPr>
        <p:spPr>
          <a:xfrm xmlns:a="http://schemas.openxmlformats.org/drawingml/2006/main">
            <a:off x="4795145" y="2967657"/>
            <a:ext cx="2205591" cy="49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45A7FF"/>
                </a:solidFill>
                <a:latin typeface="Arial"/>
                <a:ea typeface="Arial"/>
                <a:cs typeface="Arial"/>
              </a:defRPr>
            </a:defPPr>
          </a:lstStyle>
          <a:p xmlns:a="http://schemas.openxmlformats.org/drawingml/2006/main">
            <a:pPr algn="ctr">
              <a:lnSpc>
                <a:spcPct val="108000"/>
              </a:lnSpc>
              <a:buNone/>
              <a:defRPr sz="873" b="1">
                <a:solidFill>
                  <a:srgbClr val="45A7FF"/>
                </a:solidFill>
                <a:latin typeface="Arial"/>
                <a:ea typeface="Arial"/>
                <a:cs typeface="Arial"/>
              </a:defRPr>
            </a:pPr>
            <a:r>
              <a:rPr sz="873" b="1">
                <a:solidFill>
                  <a:srgbClr val="45A7FF"/>
                </a:solidFill>
                <a:latin typeface="Arial"/>
                <a:ea typeface="Arial"/>
                <a:cs typeface="Arial"/>
              </a:rPr>
              <a:t>WHEN / EVENT</a:t>
            </a:r>
          </a:p>
        </p:txBody>
      </p:sp>
      <p:sp>
        <p:nvSpPr>
          <p:cNvPr id="115" name="capability_v1_s4_o113">
            <a:extLst xmlns:a="http://schemas.openxmlformats.org/drawingml/2006/main">
              <a:ext uri="{FF2B5EF4-FFF2-40B4-BE49-F238E27FC236}">
                <a16:creationId xmlns:a16="http://schemas.microsoft.com/office/drawing/2014/main" id="{3D132D7C-B03B-426D-9C46-9E3840016D01}"/>
              </a:ext>
            </a:extLst>
          </p:cNvPr>
          <p:cNvSpPr>
            <a:spLocks xmlns:a="http://schemas.openxmlformats.org/drawingml/2006/main" noGrp="1"/>
          </p:cNvSpPr>
          <p:nvPr/>
        </p:nvSpPr>
        <p:spPr>
          <a:xfrm xmlns:a="http://schemas.openxmlformats.org/drawingml/2006/main">
            <a:off x="4841095" y="3550745"/>
            <a:ext cx="2113691" cy="1038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435" b="1">
                <a:solidFill>
                  <a:srgbClr val="F4F7FB"/>
                </a:solidFill>
                <a:latin typeface="Arial"/>
                <a:ea typeface="Arial"/>
                <a:cs typeface="Arial"/>
              </a:defRPr>
            </a:defPPr>
          </a:lstStyle>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hlinkClick xmlns:r="http://schemas.openxmlformats.org/officeDocument/2006/relationships" r:id="R052853b7e961495b" action="ppaction://hlinksldjump"/>
              </a:rPr>
              <a:t>read capability dsl</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hlinkClick xmlns:r="http://schemas.openxmlformats.org/officeDocument/2006/relationships" r:id="Rdd89d51440254123" action="ppaction://hlinksldjump"/>
              </a:rPr>
              <a:t>source requested</a:t>
            </a:r>
          </a:p>
        </p:txBody>
      </p:sp>
      <p:sp>
        <p:nvSpPr>
          <p:cNvPr id="116" name="capability_v1_s4_o114">
            <a:extLst xmlns:a="http://schemas.openxmlformats.org/drawingml/2006/main">
              <a:ext uri="{FF2B5EF4-FFF2-40B4-BE49-F238E27FC236}">
                <a16:creationId xmlns:a16="http://schemas.microsoft.com/office/drawing/2014/main" id="{857B9751-F286-4DBE-A9C0-C81668C0A895}"/>
              </a:ext>
            </a:extLst>
          </p:cNvPr>
          <p:cNvSpPr>
            <a:spLocks xmlns:a="http://schemas.openxmlformats.org/drawingml/2006/main" noGrp="1"/>
          </p:cNvSpPr>
          <p:nvPr/>
        </p:nvSpPr>
        <p:spPr>
          <a:xfrm xmlns:a="http://schemas.openxmlformats.org/drawingml/2006/main">
            <a:off x="4725428"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7" name="capability_v1_s4_o115">
            <a:extLst xmlns:a="http://schemas.openxmlformats.org/drawingml/2006/main">
              <a:ext uri="{FF2B5EF4-FFF2-40B4-BE49-F238E27FC236}">
                <a16:creationId xmlns:a16="http://schemas.microsoft.com/office/drawing/2014/main" id="{707AAF8B-A587-4B73-91BF-BA903BA7CB86}"/>
              </a:ext>
            </a:extLst>
          </p:cNvPr>
          <p:cNvSpPr>
            <a:spLocks xmlns:a="http://schemas.openxmlformats.org/drawingml/2006/main" noGrp="1"/>
          </p:cNvSpPr>
          <p:nvPr/>
        </p:nvSpPr>
        <p:spPr>
          <a:xfrm xmlns:a="http://schemas.openxmlformats.org/drawingml/2006/main">
            <a:off x="7022919"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8" name="capability_v1_s4_o116">
            <a:extLst xmlns:a="http://schemas.openxmlformats.org/drawingml/2006/main">
              <a:ext uri="{FF2B5EF4-FFF2-40B4-BE49-F238E27FC236}">
                <a16:creationId xmlns:a16="http://schemas.microsoft.com/office/drawing/2014/main" id="{CD13EE50-1E20-4718-AF0E-3747AD44B391}"/>
              </a:ext>
            </a:extLst>
          </p:cNvPr>
          <p:cNvSpPr>
            <a:spLocks xmlns:a="http://schemas.openxmlformats.org/drawingml/2006/main" noGrp="1"/>
          </p:cNvSpPr>
          <p:nvPr/>
        </p:nvSpPr>
        <p:spPr>
          <a:xfrm xmlns:a="http://schemas.openxmlformats.org/drawingml/2006/main">
            <a:off x="7482417" y="2876550"/>
            <a:ext cx="2297490" cy="1822148"/>
          </a:xfrm>
          <a:prstGeom xmlns:a="http://schemas.openxmlformats.org/drawingml/2006/main" prst="ellipse">
            <a:avLst/>
          </a:prstGeom>
          <a:noFill xmlns:a="http://schemas.openxmlformats.org/drawingml/2006/main"/>
          <a:ln xmlns:a="http://schemas.openxmlformats.org/drawingml/2006/main" w="6350">
            <a:solidFill>
              <a:srgbClr val="4DE0B0"/>
            </a:solidFill>
          </a:ln>
        </p:spPr>
      </p:sp>
      <p:sp>
        <p:nvSpPr>
          <p:cNvPr id="119" name="capability_v1_s4_o117">
            <a:extLst xmlns:a="http://schemas.openxmlformats.org/drawingml/2006/main">
              <a:ext uri="{FF2B5EF4-FFF2-40B4-BE49-F238E27FC236}">
                <a16:creationId xmlns:a16="http://schemas.microsoft.com/office/drawing/2014/main" id="{86DBB4A1-6BFD-4492-9ADA-5DA8A367B330}"/>
              </a:ext>
            </a:extLst>
          </p:cNvPr>
          <p:cNvSpPr>
            <a:spLocks xmlns:a="http://schemas.openxmlformats.org/drawingml/2006/main" noGrp="1"/>
          </p:cNvSpPr>
          <p:nvPr/>
        </p:nvSpPr>
        <p:spPr>
          <a:xfrm xmlns:a="http://schemas.openxmlformats.org/drawingml/2006/main">
            <a:off x="7539854" y="2922104"/>
            <a:ext cx="2182616" cy="1731040"/>
          </a:xfrm>
          <a:prstGeom xmlns:a="http://schemas.openxmlformats.org/drawingml/2006/main" prst="ellipse">
            <a:avLst/>
          </a:prstGeom>
          <a:solidFill xmlns:a="http://schemas.openxmlformats.org/drawingml/2006/main">
            <a:srgbClr val="041C32"/>
          </a:solidFill>
          <a:ln xmlns:a="http://schemas.openxmlformats.org/drawingml/2006/main" w="12676">
            <a:solidFill>
              <a:srgbClr val="4DE0B0"/>
            </a:solidFill>
          </a:ln>
        </p:spPr>
      </p:sp>
      <p:sp>
        <p:nvSpPr>
          <p:cNvPr id="120" name="capability_v1_s4_o118">
            <a:extLst xmlns:a="http://schemas.openxmlformats.org/drawingml/2006/main">
              <a:ext uri="{FF2B5EF4-FFF2-40B4-BE49-F238E27FC236}">
                <a16:creationId xmlns:a16="http://schemas.microsoft.com/office/drawing/2014/main" id="{E0DC6236-E234-407B-9054-A589CBE81D9A}"/>
              </a:ext>
            </a:extLst>
          </p:cNvPr>
          <p:cNvSpPr>
            <a:spLocks xmlns:a="http://schemas.openxmlformats.org/drawingml/2006/main" noGrp="1"/>
          </p:cNvSpPr>
          <p:nvPr/>
        </p:nvSpPr>
        <p:spPr>
          <a:xfrm xmlns:a="http://schemas.openxmlformats.org/drawingml/2006/main">
            <a:off x="7850015" y="3113429"/>
            <a:ext cx="1562294" cy="3826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4DE0B0"/>
                </a:solidFill>
                <a:latin typeface="Arial"/>
                <a:ea typeface="Arial"/>
                <a:cs typeface="Arial"/>
              </a:defRPr>
            </a:defPPr>
          </a:lstStyle>
          <a:p xmlns:a="http://schemas.openxmlformats.org/drawingml/2006/main">
            <a:pPr algn="ctr">
              <a:lnSpc>
                <a:spcPct val="108000"/>
              </a:lnSpc>
              <a:buNone/>
              <a:defRPr sz="873" b="1">
                <a:solidFill>
                  <a:srgbClr val="4DE0B0"/>
                </a:solidFill>
                <a:latin typeface="Arial"/>
                <a:ea typeface="Arial"/>
                <a:cs typeface="Arial"/>
              </a:defRPr>
            </a:pPr>
            <a:r>
              <a:rPr sz="873" b="1">
                <a:solidFill>
                  <a:srgbClr val="4DE0B0"/>
                </a:solidFill>
                <a:latin typeface="Arial"/>
                <a:ea typeface="Arial"/>
                <a:cs typeface="Arial"/>
              </a:rPr>
              <a:t>THEN / OUTCOME</a:t>
            </a:r>
          </a:p>
        </p:txBody>
      </p:sp>
      <p:sp>
        <p:nvSpPr>
          <p:cNvPr id="121" name="capability_v1_s4_o119">
            <a:extLst xmlns:a="http://schemas.openxmlformats.org/drawingml/2006/main">
              <a:ext uri="{FF2B5EF4-FFF2-40B4-BE49-F238E27FC236}">
                <a16:creationId xmlns:a16="http://schemas.microsoft.com/office/drawing/2014/main" id="{28E997BD-9E20-4F0D-B0C3-6DAE2E52BA7C}"/>
              </a:ext>
            </a:extLst>
          </p:cNvPr>
          <p:cNvSpPr>
            <a:spLocks xmlns:a="http://schemas.openxmlformats.org/drawingml/2006/main" noGrp="1"/>
          </p:cNvSpPr>
          <p:nvPr/>
        </p:nvSpPr>
        <p:spPr>
          <a:xfrm xmlns:a="http://schemas.openxmlformats.org/drawingml/2006/main">
            <a:off x="7781090" y="3568966"/>
            <a:ext cx="1700143" cy="783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435" b="1">
                <a:solidFill>
                  <a:srgbClr val="F4F7FB"/>
                </a:solidFill>
                <a:latin typeface="Arial"/>
                <a:ea typeface="Arial"/>
                <a:cs typeface="Arial"/>
              </a:defRPr>
            </a:defPPr>
          </a:lstStyle>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rPr>
              <a:t>read capability</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rPr>
              <a:t>dsl source</a:t>
            </a:r>
          </a:p>
        </p:txBody>
      </p:sp>
      <p:sp>
        <p:nvSpPr>
          <p:cNvPr id="122" name="capability_v1_s4_o120">
            <a:extLst xmlns:a="http://schemas.openxmlformats.org/drawingml/2006/main">
              <a:ext uri="{FF2B5EF4-FFF2-40B4-BE49-F238E27FC236}">
                <a16:creationId xmlns:a16="http://schemas.microsoft.com/office/drawing/2014/main" id="{7AEA34D6-A32F-4224-BE0D-E4335AAF28FC}"/>
              </a:ext>
            </a:extLst>
          </p:cNvPr>
          <p:cNvSpPr>
            <a:spLocks xmlns:a="http://schemas.openxmlformats.org/drawingml/2006/main" noGrp="1"/>
          </p:cNvSpPr>
          <p:nvPr/>
        </p:nvSpPr>
        <p:spPr>
          <a:xfrm xmlns:a="http://schemas.openxmlformats.org/drawingml/2006/main">
            <a:off x="7458650"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DE0B0"/>
            </a:solidFill>
          </a:ln>
        </p:spPr>
      </p:sp>
      <p:sp>
        <p:nvSpPr>
          <p:cNvPr id="123" name="capability_v1_s4_o121">
            <a:extLst xmlns:a="http://schemas.openxmlformats.org/drawingml/2006/main">
              <a:ext uri="{FF2B5EF4-FFF2-40B4-BE49-F238E27FC236}">
                <a16:creationId xmlns:a16="http://schemas.microsoft.com/office/drawing/2014/main" id="{61DB50A4-2338-469B-B03A-4B32E3B7D853}"/>
              </a:ext>
            </a:extLst>
          </p:cNvPr>
          <p:cNvSpPr>
            <a:spLocks xmlns:a="http://schemas.openxmlformats.org/drawingml/2006/main" noGrp="1"/>
          </p:cNvSpPr>
          <p:nvPr/>
        </p:nvSpPr>
        <p:spPr>
          <a:xfrm xmlns:a="http://schemas.openxmlformats.org/drawingml/2006/main">
            <a:off x="444500" y="6286500"/>
            <a:ext cx="146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c51049624e5423f" action="ppaction://hlinksldjump"/>
              </a:rPr>
              <a:t>Capability</a:t>
            </a:r>
          </a:p>
        </p:txBody>
      </p:sp>
      <p:sp>
        <p:nvSpPr>
          <p:cNvPr id="124" name="capability_v1_s4_o122">
            <a:extLst xmlns:a="http://schemas.openxmlformats.org/drawingml/2006/main">
              <a:ext uri="{FF2B5EF4-FFF2-40B4-BE49-F238E27FC236}">
                <a16:creationId xmlns:a16="http://schemas.microsoft.com/office/drawing/2014/main" id="{9821D0C5-0F31-42DA-BA86-29B18FD96333}"/>
              </a:ext>
            </a:extLst>
          </p:cNvPr>
          <p:cNvSpPr>
            <a:spLocks xmlns:a="http://schemas.openxmlformats.org/drawingml/2006/main" noGrp="1"/>
          </p:cNvSpPr>
          <p:nvPr/>
        </p:nvSpPr>
        <p:spPr>
          <a:xfrm xmlns:a="http://schemas.openxmlformats.org/drawingml/2006/main">
            <a:off x="2032000" y="6286500"/>
            <a:ext cx="1422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198e9ee457549c8" action="ppaction://hlinksldjump"/>
              </a:rPr>
              <a:t>Scenario</a:t>
            </a:r>
          </a:p>
        </p:txBody>
      </p:sp>
      <p:sp>
        <p:nvSpPr>
          <p:cNvPr id="125" name="capability_v1_s4_o123">
            <a:extLst xmlns:a="http://schemas.openxmlformats.org/drawingml/2006/main">
              <a:ext uri="{FF2B5EF4-FFF2-40B4-BE49-F238E27FC236}">
                <a16:creationId xmlns:a16="http://schemas.microsoft.com/office/drawing/2014/main" id="{4C4B89E1-678B-4CBD-B379-A24DC69B4D04}"/>
              </a:ext>
            </a:extLst>
          </p:cNvPr>
          <p:cNvSpPr>
            <a:spLocks xmlns:a="http://schemas.openxmlformats.org/drawingml/2006/main" noGrp="1"/>
          </p:cNvSpPr>
          <p:nvPr/>
        </p:nvSpPr>
        <p:spPr>
          <a:xfrm xmlns:a="http://schemas.openxmlformats.org/drawingml/2006/main">
            <a:off x="3810000" y="6286500"/>
            <a:ext cx="400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669bfcb34304184" action="ppaction://hlinksldjump"/>
              </a:rPr>
              <a:t>Review · 0 errors / 4 warnings</a:t>
            </a:r>
          </a:p>
        </p:txBody>
      </p:sp>
      <p:sp>
        <p:nvSpPr>
          <p:cNvPr id="126" name="capability_v1_s4_o124">
            <a:extLst xmlns:a="http://schemas.openxmlformats.org/drawingml/2006/main">
              <a:ext uri="{FF2B5EF4-FFF2-40B4-BE49-F238E27FC236}">
                <a16:creationId xmlns:a16="http://schemas.microsoft.com/office/drawing/2014/main" id="{97707B30-CAD3-4569-B3A6-3EA6C02AE6B7}"/>
              </a:ext>
            </a:extLst>
          </p:cNvPr>
          <p:cNvSpPr>
            <a:spLocks xmlns:a="http://schemas.openxmlformats.org/drawingml/2006/main" noGrp="1"/>
          </p:cNvSpPr>
          <p:nvPr/>
        </p:nvSpPr>
        <p:spPr>
          <a:xfrm xmlns:a="http://schemas.openxmlformats.org/drawingml/2006/main">
            <a:off x="8636000" y="6286500"/>
            <a:ext cx="254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c1bf314dd4194d90" action="ppaction://hlinksldjump"/>
              </a:rPr>
              <a:t>Inventory · 1</a:t>
            </a:r>
          </a:p>
        </p:txBody>
      </p:sp>
      <p:sp>
        <p:nvSpPr>
          <p:cNvPr id="127" name="capability_v1_s4_o125">
            <a:extLst xmlns:a="http://schemas.openxmlformats.org/drawingml/2006/main">
              <a:ext uri="{FF2B5EF4-FFF2-40B4-BE49-F238E27FC236}">
                <a16:creationId xmlns:a16="http://schemas.microsoft.com/office/drawing/2014/main" id="{4256DDAD-A45E-46DD-BAF6-E0487324757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273456143"/>
      </p:ext>
    </p:extLst>
  </p:cSld>
</p:sld>
</file>

<file path=ppt/slides/slide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0" name="capability_v1_s5_o1">
            <a:extLst xmlns:a="http://schemas.openxmlformats.org/drawingml/2006/main">
              <a:ext uri="{FF2B5EF4-FFF2-40B4-BE49-F238E27FC236}">
                <a16:creationId xmlns:a16="http://schemas.microsoft.com/office/drawing/2014/main" id="{A7DF3638-8366-4826-A815-DC1ABC18F630}"/>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5_o2">
            <a:extLst xmlns:a="http://schemas.openxmlformats.org/drawingml/2006/main">
              <a:ext uri="{FF2B5EF4-FFF2-40B4-BE49-F238E27FC236}">
                <a16:creationId xmlns:a16="http://schemas.microsoft.com/office/drawing/2014/main" id="{C61180CB-02D3-43AD-92FD-24E4B1D8552A}"/>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5_o3">
            <a:extLst xmlns:a="http://schemas.openxmlformats.org/drawingml/2006/main">
              <a:ext uri="{FF2B5EF4-FFF2-40B4-BE49-F238E27FC236}">
                <a16:creationId xmlns:a16="http://schemas.microsoft.com/office/drawing/2014/main" id="{11B51034-22B4-433C-81B8-CA96151C116B}"/>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5_o4">
            <a:extLst xmlns:a="http://schemas.openxmlformats.org/drawingml/2006/main">
              <a:ext uri="{FF2B5EF4-FFF2-40B4-BE49-F238E27FC236}">
                <a16:creationId xmlns:a16="http://schemas.microsoft.com/office/drawing/2014/main" id="{EF73571D-618C-4554-AE0D-4393F4FF1305}"/>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5_o5">
            <a:extLst xmlns:a="http://schemas.openxmlformats.org/drawingml/2006/main">
              <a:ext uri="{FF2B5EF4-FFF2-40B4-BE49-F238E27FC236}">
                <a16:creationId xmlns:a16="http://schemas.microsoft.com/office/drawing/2014/main" id="{BF03382D-0EAF-42B2-BA9C-E562EE89AA8D}"/>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5_o6">
            <a:extLst xmlns:a="http://schemas.openxmlformats.org/drawingml/2006/main">
              <a:ext uri="{FF2B5EF4-FFF2-40B4-BE49-F238E27FC236}">
                <a16:creationId xmlns:a16="http://schemas.microsoft.com/office/drawing/2014/main" id="{0822339A-42C5-450F-AB3D-693038B9A432}"/>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5_o7">
            <a:extLst xmlns:a="http://schemas.openxmlformats.org/drawingml/2006/main">
              <a:ext uri="{FF2B5EF4-FFF2-40B4-BE49-F238E27FC236}">
                <a16:creationId xmlns:a16="http://schemas.microsoft.com/office/drawing/2014/main" id="{B3A63AB6-3E4D-45EB-827F-CC3E37FC02AF}"/>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5_o8">
            <a:extLst xmlns:a="http://schemas.openxmlformats.org/drawingml/2006/main">
              <a:ext uri="{FF2B5EF4-FFF2-40B4-BE49-F238E27FC236}">
                <a16:creationId xmlns:a16="http://schemas.microsoft.com/office/drawing/2014/main" id="{87996B4C-F3A4-4E33-AD44-93426BB09FC9}"/>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5_o9">
            <a:extLst xmlns:a="http://schemas.openxmlformats.org/drawingml/2006/main">
              <a:ext uri="{FF2B5EF4-FFF2-40B4-BE49-F238E27FC236}">
                <a16:creationId xmlns:a16="http://schemas.microsoft.com/office/drawing/2014/main" id="{31004EE6-22DB-4C08-9A56-EB5A5D97ECDC}"/>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5_o10">
            <a:extLst xmlns:a="http://schemas.openxmlformats.org/drawingml/2006/main">
              <a:ext uri="{FF2B5EF4-FFF2-40B4-BE49-F238E27FC236}">
                <a16:creationId xmlns:a16="http://schemas.microsoft.com/office/drawing/2014/main" id="{FE883B99-D7F7-46F7-82FE-58E695ECA0DF}"/>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5_o11">
            <a:extLst xmlns:a="http://schemas.openxmlformats.org/drawingml/2006/main">
              <a:ext uri="{FF2B5EF4-FFF2-40B4-BE49-F238E27FC236}">
                <a16:creationId xmlns:a16="http://schemas.microsoft.com/office/drawing/2014/main" id="{3B787AEC-FE1E-42D2-A921-605F8AB99905}"/>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5_o12">
            <a:extLst xmlns:a="http://schemas.openxmlformats.org/drawingml/2006/main">
              <a:ext uri="{FF2B5EF4-FFF2-40B4-BE49-F238E27FC236}">
                <a16:creationId xmlns:a16="http://schemas.microsoft.com/office/drawing/2014/main" id="{D1FAF3EC-61DD-4285-ABD0-5029F05D83E1}"/>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5_o13">
            <a:extLst xmlns:a="http://schemas.openxmlformats.org/drawingml/2006/main">
              <a:ext uri="{FF2B5EF4-FFF2-40B4-BE49-F238E27FC236}">
                <a16:creationId xmlns:a16="http://schemas.microsoft.com/office/drawing/2014/main" id="{11B8A522-B9B9-4D49-8368-92D1B2522662}"/>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5_o14">
            <a:extLst xmlns:a="http://schemas.openxmlformats.org/drawingml/2006/main">
              <a:ext uri="{FF2B5EF4-FFF2-40B4-BE49-F238E27FC236}">
                <a16:creationId xmlns:a16="http://schemas.microsoft.com/office/drawing/2014/main" id="{8B3FE065-B9DC-41B2-9224-F2CC124DAD8E}"/>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5_o15">
            <a:extLst xmlns:a="http://schemas.openxmlformats.org/drawingml/2006/main">
              <a:ext uri="{FF2B5EF4-FFF2-40B4-BE49-F238E27FC236}">
                <a16:creationId xmlns:a16="http://schemas.microsoft.com/office/drawing/2014/main" id="{0C4E4A71-2CA0-4540-A677-9AAAEED51D52}"/>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5_o16">
            <a:extLst xmlns:a="http://schemas.openxmlformats.org/drawingml/2006/main">
              <a:ext uri="{FF2B5EF4-FFF2-40B4-BE49-F238E27FC236}">
                <a16:creationId xmlns:a16="http://schemas.microsoft.com/office/drawing/2014/main" id="{42463DCC-5477-4B35-8EE5-98FC06BF706F}"/>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5_o17">
            <a:extLst xmlns:a="http://schemas.openxmlformats.org/drawingml/2006/main">
              <a:ext uri="{FF2B5EF4-FFF2-40B4-BE49-F238E27FC236}">
                <a16:creationId xmlns:a16="http://schemas.microsoft.com/office/drawing/2014/main" id="{FB5836DA-FF4A-480D-964E-10CDBC391BB0}"/>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5_o18">
            <a:extLst xmlns:a="http://schemas.openxmlformats.org/drawingml/2006/main">
              <a:ext uri="{FF2B5EF4-FFF2-40B4-BE49-F238E27FC236}">
                <a16:creationId xmlns:a16="http://schemas.microsoft.com/office/drawing/2014/main" id="{DEBEC1E0-B790-4B7A-9B18-E073748FD84B}"/>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5_o19">
            <a:extLst xmlns:a="http://schemas.openxmlformats.org/drawingml/2006/main">
              <a:ext uri="{FF2B5EF4-FFF2-40B4-BE49-F238E27FC236}">
                <a16:creationId xmlns:a16="http://schemas.microsoft.com/office/drawing/2014/main" id="{007D463D-FBF5-4968-9B1B-65054C4BB3EA}"/>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5_o20">
            <a:extLst xmlns:a="http://schemas.openxmlformats.org/drawingml/2006/main">
              <a:ext uri="{FF2B5EF4-FFF2-40B4-BE49-F238E27FC236}">
                <a16:creationId xmlns:a16="http://schemas.microsoft.com/office/drawing/2014/main" id="{4450A054-4114-4627-814C-947C2B786819}"/>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5_o21">
            <a:extLst xmlns:a="http://schemas.openxmlformats.org/drawingml/2006/main">
              <a:ext uri="{FF2B5EF4-FFF2-40B4-BE49-F238E27FC236}">
                <a16:creationId xmlns:a16="http://schemas.microsoft.com/office/drawing/2014/main" id="{08DECCE9-709D-4DDD-9BDC-A56B4CA30234}"/>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5_o22">
            <a:extLst xmlns:a="http://schemas.openxmlformats.org/drawingml/2006/main">
              <a:ext uri="{FF2B5EF4-FFF2-40B4-BE49-F238E27FC236}">
                <a16:creationId xmlns:a16="http://schemas.microsoft.com/office/drawing/2014/main" id="{F5EE8276-1600-46B7-8813-2A320E5E1DD4}"/>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5_o23">
            <a:extLst xmlns:a="http://schemas.openxmlformats.org/drawingml/2006/main">
              <a:ext uri="{FF2B5EF4-FFF2-40B4-BE49-F238E27FC236}">
                <a16:creationId xmlns:a16="http://schemas.microsoft.com/office/drawing/2014/main" id="{98FC73F0-FC2D-4277-8F42-4D08BA7ABE32}"/>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5_o24">
            <a:extLst xmlns:a="http://schemas.openxmlformats.org/drawingml/2006/main">
              <a:ext uri="{FF2B5EF4-FFF2-40B4-BE49-F238E27FC236}">
                <a16:creationId xmlns:a16="http://schemas.microsoft.com/office/drawing/2014/main" id="{9E96D006-4D03-4223-867F-524F69C8DF31}"/>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5_o25">
            <a:extLst xmlns:a="http://schemas.openxmlformats.org/drawingml/2006/main">
              <a:ext uri="{FF2B5EF4-FFF2-40B4-BE49-F238E27FC236}">
                <a16:creationId xmlns:a16="http://schemas.microsoft.com/office/drawing/2014/main" id="{A665421D-6519-4F5A-8047-5B56E37E60D7}"/>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5_o26">
            <a:extLst xmlns:a="http://schemas.openxmlformats.org/drawingml/2006/main">
              <a:ext uri="{FF2B5EF4-FFF2-40B4-BE49-F238E27FC236}">
                <a16:creationId xmlns:a16="http://schemas.microsoft.com/office/drawing/2014/main" id="{C660F63A-DB19-4523-92D1-3285F40B83A5}"/>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5_o27">
            <a:extLst xmlns:a="http://schemas.openxmlformats.org/drawingml/2006/main">
              <a:ext uri="{FF2B5EF4-FFF2-40B4-BE49-F238E27FC236}">
                <a16:creationId xmlns:a16="http://schemas.microsoft.com/office/drawing/2014/main" id="{9768B486-7137-4E0B-B32A-28BEACBC3BB4}"/>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5_o28">
            <a:extLst xmlns:a="http://schemas.openxmlformats.org/drawingml/2006/main">
              <a:ext uri="{FF2B5EF4-FFF2-40B4-BE49-F238E27FC236}">
                <a16:creationId xmlns:a16="http://schemas.microsoft.com/office/drawing/2014/main" id="{13FCD2F6-2E5E-4F87-A5C7-A70373855D57}"/>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5_o29">
            <a:extLst xmlns:a="http://schemas.openxmlformats.org/drawingml/2006/main">
              <a:ext uri="{FF2B5EF4-FFF2-40B4-BE49-F238E27FC236}">
                <a16:creationId xmlns:a16="http://schemas.microsoft.com/office/drawing/2014/main" id="{684568D8-8326-404E-A299-A9DE8BFEF33F}"/>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5_o30">
            <a:extLst xmlns:a="http://schemas.openxmlformats.org/drawingml/2006/main">
              <a:ext uri="{FF2B5EF4-FFF2-40B4-BE49-F238E27FC236}">
                <a16:creationId xmlns:a16="http://schemas.microsoft.com/office/drawing/2014/main" id="{D31C7615-1721-41D5-A08A-747FC912AFC7}"/>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5_o31">
            <a:extLst xmlns:a="http://schemas.openxmlformats.org/drawingml/2006/main">
              <a:ext uri="{FF2B5EF4-FFF2-40B4-BE49-F238E27FC236}">
                <a16:creationId xmlns:a16="http://schemas.microsoft.com/office/drawing/2014/main" id="{B6545E9A-21CB-4A1E-8F06-F72637D9CB5C}"/>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5_o32">
            <a:extLst xmlns:a="http://schemas.openxmlformats.org/drawingml/2006/main">
              <a:ext uri="{FF2B5EF4-FFF2-40B4-BE49-F238E27FC236}">
                <a16:creationId xmlns:a16="http://schemas.microsoft.com/office/drawing/2014/main" id="{1CB542C5-7695-48AF-A0F8-8154D709FAC8}"/>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5_o33">
            <a:extLst xmlns:a="http://schemas.openxmlformats.org/drawingml/2006/main">
              <a:ext uri="{FF2B5EF4-FFF2-40B4-BE49-F238E27FC236}">
                <a16:creationId xmlns:a16="http://schemas.microsoft.com/office/drawing/2014/main" id="{31C6EBE7-390F-43BB-99C0-CDAA7FB8CAF8}"/>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5_o34">
            <a:extLst xmlns:a="http://schemas.openxmlformats.org/drawingml/2006/main">
              <a:ext uri="{FF2B5EF4-FFF2-40B4-BE49-F238E27FC236}">
                <a16:creationId xmlns:a16="http://schemas.microsoft.com/office/drawing/2014/main" id="{61CC6145-93CB-437D-8EA1-95C37A944E09}"/>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5_o35">
            <a:extLst xmlns:a="http://schemas.openxmlformats.org/drawingml/2006/main">
              <a:ext uri="{FF2B5EF4-FFF2-40B4-BE49-F238E27FC236}">
                <a16:creationId xmlns:a16="http://schemas.microsoft.com/office/drawing/2014/main" id="{95CEF2E8-87CA-4650-A435-F2EEE0D1B510}"/>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5_o36">
            <a:extLst xmlns:a="http://schemas.openxmlformats.org/drawingml/2006/main">
              <a:ext uri="{FF2B5EF4-FFF2-40B4-BE49-F238E27FC236}">
                <a16:creationId xmlns:a16="http://schemas.microsoft.com/office/drawing/2014/main" id="{63F9B015-34A2-4E58-9CC5-B410C043714B}"/>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5_o37">
            <a:extLst xmlns:a="http://schemas.openxmlformats.org/drawingml/2006/main">
              <a:ext uri="{FF2B5EF4-FFF2-40B4-BE49-F238E27FC236}">
                <a16:creationId xmlns:a16="http://schemas.microsoft.com/office/drawing/2014/main" id="{D2FBF444-279F-461C-A092-344F390A1423}"/>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5_o38">
            <a:extLst xmlns:a="http://schemas.openxmlformats.org/drawingml/2006/main">
              <a:ext uri="{FF2B5EF4-FFF2-40B4-BE49-F238E27FC236}">
                <a16:creationId xmlns:a16="http://schemas.microsoft.com/office/drawing/2014/main" id="{FB443B0F-F1B4-46DB-A79F-45880FF97E39}"/>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5_o39">
            <a:extLst xmlns:a="http://schemas.openxmlformats.org/drawingml/2006/main">
              <a:ext uri="{FF2B5EF4-FFF2-40B4-BE49-F238E27FC236}">
                <a16:creationId xmlns:a16="http://schemas.microsoft.com/office/drawing/2014/main" id="{E78DDEC6-4A3F-4068-BB1C-FA84FF49A958}"/>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5_o40">
            <a:extLst xmlns:a="http://schemas.openxmlformats.org/drawingml/2006/main">
              <a:ext uri="{FF2B5EF4-FFF2-40B4-BE49-F238E27FC236}">
                <a16:creationId xmlns:a16="http://schemas.microsoft.com/office/drawing/2014/main" id="{2220CA12-960C-4A82-B056-DCA24626F395}"/>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5_o41">
            <a:extLst xmlns:a="http://schemas.openxmlformats.org/drawingml/2006/main">
              <a:ext uri="{FF2B5EF4-FFF2-40B4-BE49-F238E27FC236}">
                <a16:creationId xmlns:a16="http://schemas.microsoft.com/office/drawing/2014/main" id="{5E584DCC-B540-4044-B23F-0F2F83E4D9A7}"/>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5_o42">
            <a:extLst xmlns:a="http://schemas.openxmlformats.org/drawingml/2006/main">
              <a:ext uri="{FF2B5EF4-FFF2-40B4-BE49-F238E27FC236}">
                <a16:creationId xmlns:a16="http://schemas.microsoft.com/office/drawing/2014/main" id="{4A7B3E75-E766-46E6-BB6F-83C823B329CC}"/>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5_o43">
            <a:extLst xmlns:a="http://schemas.openxmlformats.org/drawingml/2006/main">
              <a:ext uri="{FF2B5EF4-FFF2-40B4-BE49-F238E27FC236}">
                <a16:creationId xmlns:a16="http://schemas.microsoft.com/office/drawing/2014/main" id="{306E0E55-EA4A-42A3-97A4-F050A9DC91CB}"/>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5_o44">
            <a:extLst xmlns:a="http://schemas.openxmlformats.org/drawingml/2006/main">
              <a:ext uri="{FF2B5EF4-FFF2-40B4-BE49-F238E27FC236}">
                <a16:creationId xmlns:a16="http://schemas.microsoft.com/office/drawing/2014/main" id="{84E1B50A-18E6-4B69-B74B-7687863E7CB0}"/>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5_o45">
            <a:extLst xmlns:a="http://schemas.openxmlformats.org/drawingml/2006/main">
              <a:ext uri="{FF2B5EF4-FFF2-40B4-BE49-F238E27FC236}">
                <a16:creationId xmlns:a16="http://schemas.microsoft.com/office/drawing/2014/main" id="{234F6C7A-2A1E-44B1-A593-AD51E6542937}"/>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5_o46">
            <a:extLst xmlns:a="http://schemas.openxmlformats.org/drawingml/2006/main">
              <a:ext uri="{FF2B5EF4-FFF2-40B4-BE49-F238E27FC236}">
                <a16:creationId xmlns:a16="http://schemas.microsoft.com/office/drawing/2014/main" id="{831ED080-8444-4B6B-AC08-BFF311114256}"/>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5_o47">
            <a:extLst xmlns:a="http://schemas.openxmlformats.org/drawingml/2006/main">
              <a:ext uri="{FF2B5EF4-FFF2-40B4-BE49-F238E27FC236}">
                <a16:creationId xmlns:a16="http://schemas.microsoft.com/office/drawing/2014/main" id="{F7CE5C67-394C-48F2-9F53-5C4A40D07871}"/>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5_o48">
            <a:extLst xmlns:a="http://schemas.openxmlformats.org/drawingml/2006/main">
              <a:ext uri="{FF2B5EF4-FFF2-40B4-BE49-F238E27FC236}">
                <a16:creationId xmlns:a16="http://schemas.microsoft.com/office/drawing/2014/main" id="{99CF87E4-E7C0-4DE9-B3E8-1AFB3D79A35B}"/>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5_o49">
            <a:extLst xmlns:a="http://schemas.openxmlformats.org/drawingml/2006/main">
              <a:ext uri="{FF2B5EF4-FFF2-40B4-BE49-F238E27FC236}">
                <a16:creationId xmlns:a16="http://schemas.microsoft.com/office/drawing/2014/main" id="{07F6E7F7-31D0-41AA-9EBF-EAA96AA29623}"/>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5_o50">
            <a:extLst xmlns:a="http://schemas.openxmlformats.org/drawingml/2006/main">
              <a:ext uri="{FF2B5EF4-FFF2-40B4-BE49-F238E27FC236}">
                <a16:creationId xmlns:a16="http://schemas.microsoft.com/office/drawing/2014/main" id="{719C27E9-5F3D-4447-8A1F-AADC90F24CEC}"/>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5_o51">
            <a:extLst xmlns:a="http://schemas.openxmlformats.org/drawingml/2006/main">
              <a:ext uri="{FF2B5EF4-FFF2-40B4-BE49-F238E27FC236}">
                <a16:creationId xmlns:a16="http://schemas.microsoft.com/office/drawing/2014/main" id="{A20F48DA-D39D-4041-9BCE-BD1DFE37F267}"/>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5_o52">
            <a:extLst xmlns:a="http://schemas.openxmlformats.org/drawingml/2006/main">
              <a:ext uri="{FF2B5EF4-FFF2-40B4-BE49-F238E27FC236}">
                <a16:creationId xmlns:a16="http://schemas.microsoft.com/office/drawing/2014/main" id="{A8532C67-A0C6-4ADA-B5C1-F02531C4E959}"/>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5_o53">
            <a:extLst xmlns:a="http://schemas.openxmlformats.org/drawingml/2006/main">
              <a:ext uri="{FF2B5EF4-FFF2-40B4-BE49-F238E27FC236}">
                <a16:creationId xmlns:a16="http://schemas.microsoft.com/office/drawing/2014/main" id="{48025330-E196-4B89-8694-37E68C21ECA8}"/>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5_o54">
            <a:extLst xmlns:a="http://schemas.openxmlformats.org/drawingml/2006/main">
              <a:ext uri="{FF2B5EF4-FFF2-40B4-BE49-F238E27FC236}">
                <a16:creationId xmlns:a16="http://schemas.microsoft.com/office/drawing/2014/main" id="{71284F9A-A15C-44F0-B186-B5985EA66574}"/>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5_o55">
            <a:extLst xmlns:a="http://schemas.openxmlformats.org/drawingml/2006/main">
              <a:ext uri="{FF2B5EF4-FFF2-40B4-BE49-F238E27FC236}">
                <a16:creationId xmlns:a16="http://schemas.microsoft.com/office/drawing/2014/main" id="{02F8D5A3-EC09-4F70-ABF6-026652F5A330}"/>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5_o56">
            <a:extLst xmlns:a="http://schemas.openxmlformats.org/drawingml/2006/main">
              <a:ext uri="{FF2B5EF4-FFF2-40B4-BE49-F238E27FC236}">
                <a16:creationId xmlns:a16="http://schemas.microsoft.com/office/drawing/2014/main" id="{4F1E8E85-B6C2-4EC9-8088-4B3329AAF533}"/>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5_o57">
            <a:extLst xmlns:a="http://schemas.openxmlformats.org/drawingml/2006/main">
              <a:ext uri="{FF2B5EF4-FFF2-40B4-BE49-F238E27FC236}">
                <a16:creationId xmlns:a16="http://schemas.microsoft.com/office/drawing/2014/main" id="{B922284A-6B9B-4EFB-9C65-F01945AE6D02}"/>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5_o58">
            <a:extLst xmlns:a="http://schemas.openxmlformats.org/drawingml/2006/main">
              <a:ext uri="{FF2B5EF4-FFF2-40B4-BE49-F238E27FC236}">
                <a16:creationId xmlns:a16="http://schemas.microsoft.com/office/drawing/2014/main" id="{D2CF3E73-215F-4BA9-AD89-F1D5FD556488}"/>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5_o59">
            <a:extLst xmlns:a="http://schemas.openxmlformats.org/drawingml/2006/main">
              <a:ext uri="{FF2B5EF4-FFF2-40B4-BE49-F238E27FC236}">
                <a16:creationId xmlns:a16="http://schemas.microsoft.com/office/drawing/2014/main" id="{968D8824-E876-422B-B5B2-BFD0F02142F1}"/>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5_o60">
            <a:extLst xmlns:a="http://schemas.openxmlformats.org/drawingml/2006/main">
              <a:ext uri="{FF2B5EF4-FFF2-40B4-BE49-F238E27FC236}">
                <a16:creationId xmlns:a16="http://schemas.microsoft.com/office/drawing/2014/main" id="{C99CF772-B753-4244-AD4A-C6A8885100F6}"/>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5_o61">
            <a:extLst xmlns:a="http://schemas.openxmlformats.org/drawingml/2006/main">
              <a:ext uri="{FF2B5EF4-FFF2-40B4-BE49-F238E27FC236}">
                <a16:creationId xmlns:a16="http://schemas.microsoft.com/office/drawing/2014/main" id="{99EE2E00-CD40-4E9F-A901-436B720590EE}"/>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5_o62">
            <a:extLst xmlns:a="http://schemas.openxmlformats.org/drawingml/2006/main">
              <a:ext uri="{FF2B5EF4-FFF2-40B4-BE49-F238E27FC236}">
                <a16:creationId xmlns:a16="http://schemas.microsoft.com/office/drawing/2014/main" id="{617E5202-0068-4265-95C7-5DFE0C2B6FE8}"/>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5_o63">
            <a:extLst xmlns:a="http://schemas.openxmlformats.org/drawingml/2006/main">
              <a:ext uri="{FF2B5EF4-FFF2-40B4-BE49-F238E27FC236}">
                <a16:creationId xmlns:a16="http://schemas.microsoft.com/office/drawing/2014/main" id="{CDD6564F-C1A4-4C4C-A1C6-3401C4CF3791}"/>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5_o64">
            <a:extLst xmlns:a="http://schemas.openxmlformats.org/drawingml/2006/main">
              <a:ext uri="{FF2B5EF4-FFF2-40B4-BE49-F238E27FC236}">
                <a16:creationId xmlns:a16="http://schemas.microsoft.com/office/drawing/2014/main" id="{C3B2350F-3C46-463C-BB39-B32E1A93B1F6}"/>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5_o65">
            <a:extLst xmlns:a="http://schemas.openxmlformats.org/drawingml/2006/main">
              <a:ext uri="{FF2B5EF4-FFF2-40B4-BE49-F238E27FC236}">
                <a16:creationId xmlns:a16="http://schemas.microsoft.com/office/drawing/2014/main" id="{47DCEF37-1424-4E4A-B57E-FB1F05E6AADC}"/>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5_o66">
            <a:extLst xmlns:a="http://schemas.openxmlformats.org/drawingml/2006/main">
              <a:ext uri="{FF2B5EF4-FFF2-40B4-BE49-F238E27FC236}">
                <a16:creationId xmlns:a16="http://schemas.microsoft.com/office/drawing/2014/main" id="{C5ABFB7A-1525-444D-AE3D-519DEE0E0668}"/>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5_o67">
            <a:extLst xmlns:a="http://schemas.openxmlformats.org/drawingml/2006/main">
              <a:ext uri="{FF2B5EF4-FFF2-40B4-BE49-F238E27FC236}">
                <a16:creationId xmlns:a16="http://schemas.microsoft.com/office/drawing/2014/main" id="{30BDF763-0EFB-42B5-A525-9BD2C8BE778B}"/>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5_o68">
            <a:extLst xmlns:a="http://schemas.openxmlformats.org/drawingml/2006/main">
              <a:ext uri="{FF2B5EF4-FFF2-40B4-BE49-F238E27FC236}">
                <a16:creationId xmlns:a16="http://schemas.microsoft.com/office/drawing/2014/main" id="{81AC7B1E-CC79-4B9C-A403-C2921902002F}"/>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5_o69">
            <a:extLst xmlns:a="http://schemas.openxmlformats.org/drawingml/2006/main">
              <a:ext uri="{FF2B5EF4-FFF2-40B4-BE49-F238E27FC236}">
                <a16:creationId xmlns:a16="http://schemas.microsoft.com/office/drawing/2014/main" id="{143E3362-F170-4D61-A77B-AFC3DAB69546}"/>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5_o70">
            <a:extLst xmlns:a="http://schemas.openxmlformats.org/drawingml/2006/main">
              <a:ext uri="{FF2B5EF4-FFF2-40B4-BE49-F238E27FC236}">
                <a16:creationId xmlns:a16="http://schemas.microsoft.com/office/drawing/2014/main" id="{67A96FCD-3922-4A36-AFE4-B5E5181FBA29}"/>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5_o71">
            <a:extLst xmlns:a="http://schemas.openxmlformats.org/drawingml/2006/main">
              <a:ext uri="{FF2B5EF4-FFF2-40B4-BE49-F238E27FC236}">
                <a16:creationId xmlns:a16="http://schemas.microsoft.com/office/drawing/2014/main" id="{B1224360-438B-4AF7-9384-93FA62E30C5F}"/>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5_o72">
            <a:extLst xmlns:a="http://schemas.openxmlformats.org/drawingml/2006/main">
              <a:ext uri="{FF2B5EF4-FFF2-40B4-BE49-F238E27FC236}">
                <a16:creationId xmlns:a16="http://schemas.microsoft.com/office/drawing/2014/main" id="{C728EA4B-56F9-4AE5-95A5-27D445CD4917}"/>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5_o73">
            <a:extLst xmlns:a="http://schemas.openxmlformats.org/drawingml/2006/main">
              <a:ext uri="{FF2B5EF4-FFF2-40B4-BE49-F238E27FC236}">
                <a16:creationId xmlns:a16="http://schemas.microsoft.com/office/drawing/2014/main" id="{8185A36D-58DF-4829-BE71-03970661F203}"/>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5_o74">
            <a:extLst xmlns:a="http://schemas.openxmlformats.org/drawingml/2006/main">
              <a:ext uri="{FF2B5EF4-FFF2-40B4-BE49-F238E27FC236}">
                <a16:creationId xmlns:a16="http://schemas.microsoft.com/office/drawing/2014/main" id="{456973E3-FBAD-4953-80C5-5FAA9B15EAE0}"/>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5_o75">
            <a:extLst xmlns:a="http://schemas.openxmlformats.org/drawingml/2006/main">
              <a:ext uri="{FF2B5EF4-FFF2-40B4-BE49-F238E27FC236}">
                <a16:creationId xmlns:a16="http://schemas.microsoft.com/office/drawing/2014/main" id="{751F793B-A537-484D-BA65-123024209CEE}"/>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5_o76">
            <a:extLst xmlns:a="http://schemas.openxmlformats.org/drawingml/2006/main">
              <a:ext uri="{FF2B5EF4-FFF2-40B4-BE49-F238E27FC236}">
                <a16:creationId xmlns:a16="http://schemas.microsoft.com/office/drawing/2014/main" id="{1A7D1DF9-DD65-4AAF-9993-BF6A3CEBEC8A}"/>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5_o77">
            <a:extLst xmlns:a="http://schemas.openxmlformats.org/drawingml/2006/main">
              <a:ext uri="{FF2B5EF4-FFF2-40B4-BE49-F238E27FC236}">
                <a16:creationId xmlns:a16="http://schemas.microsoft.com/office/drawing/2014/main" id="{4C095D8A-8D08-4188-B9C8-9C20C3832ADC}"/>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5_o78">
            <a:extLst xmlns:a="http://schemas.openxmlformats.org/drawingml/2006/main">
              <a:ext uri="{FF2B5EF4-FFF2-40B4-BE49-F238E27FC236}">
                <a16:creationId xmlns:a16="http://schemas.microsoft.com/office/drawing/2014/main" id="{625870FB-66DE-44EA-AD2B-997CC6FB8302}"/>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5_o79">
            <a:extLst xmlns:a="http://schemas.openxmlformats.org/drawingml/2006/main">
              <a:ext uri="{FF2B5EF4-FFF2-40B4-BE49-F238E27FC236}">
                <a16:creationId xmlns:a16="http://schemas.microsoft.com/office/drawing/2014/main" id="{CE7E3D1D-CEC0-46E6-AF93-1FEEEC510D86}"/>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5_o80">
            <a:extLst xmlns:a="http://schemas.openxmlformats.org/drawingml/2006/main">
              <a:ext uri="{FF2B5EF4-FFF2-40B4-BE49-F238E27FC236}">
                <a16:creationId xmlns:a16="http://schemas.microsoft.com/office/drawing/2014/main" id="{BD9F1740-F1AB-4849-B35F-725EEB226333}"/>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5_o81">
            <a:extLst xmlns:a="http://schemas.openxmlformats.org/drawingml/2006/main">
              <a:ext uri="{FF2B5EF4-FFF2-40B4-BE49-F238E27FC236}">
                <a16:creationId xmlns:a16="http://schemas.microsoft.com/office/drawing/2014/main" id="{1634C3B7-0EA8-44BE-B3C9-FCD1887758DA}"/>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5_o82">
            <a:extLst xmlns:a="http://schemas.openxmlformats.org/drawingml/2006/main">
              <a:ext uri="{FF2B5EF4-FFF2-40B4-BE49-F238E27FC236}">
                <a16:creationId xmlns:a16="http://schemas.microsoft.com/office/drawing/2014/main" id="{22701204-9197-489E-8C32-B8F6CDF6335F}"/>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5_o83">
            <a:extLst xmlns:a="http://schemas.openxmlformats.org/drawingml/2006/main">
              <a:ext uri="{FF2B5EF4-FFF2-40B4-BE49-F238E27FC236}">
                <a16:creationId xmlns:a16="http://schemas.microsoft.com/office/drawing/2014/main" id="{CEFCC12D-015C-4413-A6D8-05C109442B35}"/>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5_o84">
            <a:extLst xmlns:a="http://schemas.openxmlformats.org/drawingml/2006/main">
              <a:ext uri="{FF2B5EF4-FFF2-40B4-BE49-F238E27FC236}">
                <a16:creationId xmlns:a16="http://schemas.microsoft.com/office/drawing/2014/main" id="{C8A1528E-E8B1-4813-BBC1-6F41C34103B0}"/>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5_o85">
            <a:extLst xmlns:a="http://schemas.openxmlformats.org/drawingml/2006/main">
              <a:ext uri="{FF2B5EF4-FFF2-40B4-BE49-F238E27FC236}">
                <a16:creationId xmlns:a16="http://schemas.microsoft.com/office/drawing/2014/main" id="{C069D936-DA45-4EEC-99E4-6D67636802C9}"/>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5_o86">
            <a:extLst xmlns:a="http://schemas.openxmlformats.org/drawingml/2006/main">
              <a:ext uri="{FF2B5EF4-FFF2-40B4-BE49-F238E27FC236}">
                <a16:creationId xmlns:a16="http://schemas.microsoft.com/office/drawing/2014/main" id="{78B748D2-C6AB-4001-A36D-38585D762BEB}"/>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5_o87">
            <a:extLst xmlns:a="http://schemas.openxmlformats.org/drawingml/2006/main">
              <a:ext uri="{FF2B5EF4-FFF2-40B4-BE49-F238E27FC236}">
                <a16:creationId xmlns:a16="http://schemas.microsoft.com/office/drawing/2014/main" id="{195F4837-14D3-4805-9964-9BAC9952DB59}"/>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5_o88">
            <a:extLst xmlns:a="http://schemas.openxmlformats.org/drawingml/2006/main">
              <a:ext uri="{FF2B5EF4-FFF2-40B4-BE49-F238E27FC236}">
                <a16:creationId xmlns:a16="http://schemas.microsoft.com/office/drawing/2014/main" id="{F2887255-979F-47A7-83DF-738082FF8ACB}"/>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5_o89">
            <a:extLst xmlns:a="http://schemas.openxmlformats.org/drawingml/2006/main">
              <a:ext uri="{FF2B5EF4-FFF2-40B4-BE49-F238E27FC236}">
                <a16:creationId xmlns:a16="http://schemas.microsoft.com/office/drawing/2014/main" id="{5090F157-0FD4-424B-A3D0-793DF9D34E4D}"/>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5_o90">
            <a:extLst xmlns:a="http://schemas.openxmlformats.org/drawingml/2006/main">
              <a:ext uri="{FF2B5EF4-FFF2-40B4-BE49-F238E27FC236}">
                <a16:creationId xmlns:a16="http://schemas.microsoft.com/office/drawing/2014/main" id="{001D5B6F-3970-429E-A3BB-2D3EEBE7BD3B}"/>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5_o91">
            <a:extLst xmlns:a="http://schemas.openxmlformats.org/drawingml/2006/main">
              <a:ext uri="{FF2B5EF4-FFF2-40B4-BE49-F238E27FC236}">
                <a16:creationId xmlns:a16="http://schemas.microsoft.com/office/drawing/2014/main" id="{F521328A-70A1-433B-8035-AA40F3FE2B5C}"/>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5_o92">
            <a:extLst xmlns:a="http://schemas.openxmlformats.org/drawingml/2006/main">
              <a:ext uri="{FF2B5EF4-FFF2-40B4-BE49-F238E27FC236}">
                <a16:creationId xmlns:a16="http://schemas.microsoft.com/office/drawing/2014/main" id="{23655C57-66FD-4E91-B778-CB031FCE44A6}"/>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5_o93">
            <a:extLst xmlns:a="http://schemas.openxmlformats.org/drawingml/2006/main">
              <a:ext uri="{FF2B5EF4-FFF2-40B4-BE49-F238E27FC236}">
                <a16:creationId xmlns:a16="http://schemas.microsoft.com/office/drawing/2014/main" id="{E9D2A7BF-7953-42DB-A6FE-30D467D0BA23}"/>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5_o94">
            <a:extLst xmlns:a="http://schemas.openxmlformats.org/drawingml/2006/main">
              <a:ext uri="{FF2B5EF4-FFF2-40B4-BE49-F238E27FC236}">
                <a16:creationId xmlns:a16="http://schemas.microsoft.com/office/drawing/2014/main" id="{D6723CA4-CB6C-40B7-A464-8617FF9EAD05}"/>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5_o95">
            <a:extLst xmlns:a="http://schemas.openxmlformats.org/drawingml/2006/main">
              <a:ext uri="{FF2B5EF4-FFF2-40B4-BE49-F238E27FC236}">
                <a16:creationId xmlns:a16="http://schemas.microsoft.com/office/drawing/2014/main" id="{147BFB41-F685-4390-9B2F-927644B56619}"/>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5_o96">
            <a:extLst xmlns:a="http://schemas.openxmlformats.org/drawingml/2006/main">
              <a:ext uri="{FF2B5EF4-FFF2-40B4-BE49-F238E27FC236}">
                <a16:creationId xmlns:a16="http://schemas.microsoft.com/office/drawing/2014/main" id="{0D859F6F-F4DE-4874-8698-6AFEFAD5527B}"/>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5_o97">
            <a:extLst xmlns:a="http://schemas.openxmlformats.org/drawingml/2006/main">
              <a:ext uri="{FF2B5EF4-FFF2-40B4-BE49-F238E27FC236}">
                <a16:creationId xmlns:a16="http://schemas.microsoft.com/office/drawing/2014/main" id="{AB55EC4B-C68F-4303-BFBD-04477DFA2155}"/>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5_o98">
            <a:extLst xmlns:a="http://schemas.openxmlformats.org/drawingml/2006/main">
              <a:ext uri="{FF2B5EF4-FFF2-40B4-BE49-F238E27FC236}">
                <a16:creationId xmlns:a16="http://schemas.microsoft.com/office/drawing/2014/main" id="{BC56E569-1BB9-45BE-B806-7E2FC8814B78}"/>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5_o99">
            <a:extLst xmlns:a="http://schemas.openxmlformats.org/drawingml/2006/main">
              <a:ext uri="{FF2B5EF4-FFF2-40B4-BE49-F238E27FC236}">
                <a16:creationId xmlns:a16="http://schemas.microsoft.com/office/drawing/2014/main" id="{2DD2F0EA-256B-45BD-BB89-26AC5EB2D824}"/>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5_o100">
            <a:extLst xmlns:a="http://schemas.openxmlformats.org/drawingml/2006/main">
              <a:ext uri="{FF2B5EF4-FFF2-40B4-BE49-F238E27FC236}">
                <a16:creationId xmlns:a16="http://schemas.microsoft.com/office/drawing/2014/main" id="{A4360C1F-A16E-4AA9-860C-4397B0528CA1}"/>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5_o101">
            <a:extLst xmlns:a="http://schemas.openxmlformats.org/drawingml/2006/main">
              <a:ext uri="{FF2B5EF4-FFF2-40B4-BE49-F238E27FC236}">
                <a16:creationId xmlns:a16="http://schemas.microsoft.com/office/drawing/2014/main" id="{5C444CD3-F934-4862-865B-CF21F76D0D1D}"/>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5_o102">
            <a:extLst xmlns:a="http://schemas.openxmlformats.org/drawingml/2006/main">
              <a:ext uri="{FF2B5EF4-FFF2-40B4-BE49-F238E27FC236}">
                <a16:creationId xmlns:a16="http://schemas.microsoft.com/office/drawing/2014/main" id="{C99EF918-BBC8-4043-B227-0ADFDC5546C3}"/>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5_o103">
            <a:extLst xmlns:a="http://schemas.openxmlformats.org/drawingml/2006/main">
              <a:ext uri="{FF2B5EF4-FFF2-40B4-BE49-F238E27FC236}">
                <a16:creationId xmlns:a16="http://schemas.microsoft.com/office/drawing/2014/main" id="{387D2BE4-3F66-41DF-8F9E-AA963C648A15}"/>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5_o104">
            <a:extLst xmlns:a="http://schemas.openxmlformats.org/drawingml/2006/main">
              <a:ext uri="{FF2B5EF4-FFF2-40B4-BE49-F238E27FC236}">
                <a16:creationId xmlns:a16="http://schemas.microsoft.com/office/drawing/2014/main" id="{49533231-314B-4BC8-B2D4-9F364835B62D}"/>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5_o105">
            <a:extLst xmlns:a="http://schemas.openxmlformats.org/drawingml/2006/main">
              <a:ext uri="{FF2B5EF4-FFF2-40B4-BE49-F238E27FC236}">
                <a16:creationId xmlns:a16="http://schemas.microsoft.com/office/drawing/2014/main" id="{8CAB4859-395E-4326-989F-050AD2222F7E}"/>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5_o106">
            <a:extLst xmlns:a="http://schemas.openxmlformats.org/drawingml/2006/main">
              <a:ext uri="{FF2B5EF4-FFF2-40B4-BE49-F238E27FC236}">
                <a16:creationId xmlns:a16="http://schemas.microsoft.com/office/drawing/2014/main" id="{CA30BBCF-DAAD-41D0-BB26-3D8C82A0BCF2}"/>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5_o107">
            <a:extLst xmlns:a="http://schemas.openxmlformats.org/drawingml/2006/main">
              <a:ext uri="{FF2B5EF4-FFF2-40B4-BE49-F238E27FC236}">
                <a16:creationId xmlns:a16="http://schemas.microsoft.com/office/drawing/2014/main" id="{66A8AC6A-D51C-4F2A-9D4D-424E9254C59A}"/>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5_o108">
            <a:extLst xmlns:a="http://schemas.openxmlformats.org/drawingml/2006/main">
              <a:ext uri="{FF2B5EF4-FFF2-40B4-BE49-F238E27FC236}">
                <a16:creationId xmlns:a16="http://schemas.microsoft.com/office/drawing/2014/main" id="{06AD659F-B997-4AD0-961A-6F3A9A310472}"/>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5_o109">
            <a:extLst xmlns:a="http://schemas.openxmlformats.org/drawingml/2006/main">
              <a:ext uri="{FF2B5EF4-FFF2-40B4-BE49-F238E27FC236}">
                <a16:creationId xmlns:a16="http://schemas.microsoft.com/office/drawing/2014/main" id="{CD8E8BD3-6577-43E5-86D7-36141FBF61BB}"/>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5_o110">
            <a:extLst xmlns:a="http://schemas.openxmlformats.org/drawingml/2006/main">
              <a:ext uri="{FF2B5EF4-FFF2-40B4-BE49-F238E27FC236}">
                <a16:creationId xmlns:a16="http://schemas.microsoft.com/office/drawing/2014/main" id="{5B24394D-C98A-4F7A-840F-7E142951129B}"/>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5_o111">
            <a:extLst xmlns:a="http://schemas.openxmlformats.org/drawingml/2006/main">
              <a:ext uri="{FF2B5EF4-FFF2-40B4-BE49-F238E27FC236}">
                <a16:creationId xmlns:a16="http://schemas.microsoft.com/office/drawing/2014/main" id="{4727C7CA-BA1C-41FC-94CC-A6714AAEB20F}"/>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5_o112">
            <a:extLst xmlns:a="http://schemas.openxmlformats.org/drawingml/2006/main">
              <a:ext uri="{FF2B5EF4-FFF2-40B4-BE49-F238E27FC236}">
                <a16:creationId xmlns:a16="http://schemas.microsoft.com/office/drawing/2014/main" id="{74CCBAA3-72ED-40C3-925A-64EA221C0013}"/>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5_o113">
            <a:extLst xmlns:a="http://schemas.openxmlformats.org/drawingml/2006/main">
              <a:ext uri="{FF2B5EF4-FFF2-40B4-BE49-F238E27FC236}">
                <a16:creationId xmlns:a16="http://schemas.microsoft.com/office/drawing/2014/main" id="{6179997A-3305-4F43-A5F9-121EC28A352E}"/>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5_o114">
            <a:extLst xmlns:a="http://schemas.openxmlformats.org/drawingml/2006/main">
              <a:ext uri="{FF2B5EF4-FFF2-40B4-BE49-F238E27FC236}">
                <a16:creationId xmlns:a16="http://schemas.microsoft.com/office/drawing/2014/main" id="{AC662BFF-84D3-4C28-879F-BDFE86817195}"/>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5_o115">
            <a:extLst xmlns:a="http://schemas.openxmlformats.org/drawingml/2006/main">
              <a:ext uri="{FF2B5EF4-FFF2-40B4-BE49-F238E27FC236}">
                <a16:creationId xmlns:a16="http://schemas.microsoft.com/office/drawing/2014/main" id="{1373BE6A-8E5B-45CC-A62F-93C1A11AF536}"/>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5_o116">
            <a:extLst xmlns:a="http://schemas.openxmlformats.org/drawingml/2006/main">
              <a:ext uri="{FF2B5EF4-FFF2-40B4-BE49-F238E27FC236}">
                <a16:creationId xmlns:a16="http://schemas.microsoft.com/office/drawing/2014/main" id="{E80E6BE4-6D05-45A8-BD2C-EBE26500288A}"/>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5_o117">
            <a:extLst xmlns:a="http://schemas.openxmlformats.org/drawingml/2006/main">
              <a:ext uri="{FF2B5EF4-FFF2-40B4-BE49-F238E27FC236}">
                <a16:creationId xmlns:a16="http://schemas.microsoft.com/office/drawing/2014/main" id="{3857A62E-B143-4CFE-B594-98E4B3CE6F7A}"/>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5_o118">
            <a:extLst xmlns:a="http://schemas.openxmlformats.org/drawingml/2006/main">
              <a:ext uri="{FF2B5EF4-FFF2-40B4-BE49-F238E27FC236}">
                <a16:creationId xmlns:a16="http://schemas.microsoft.com/office/drawing/2014/main" id="{B44B7062-1D40-4836-A1EC-12D0E38D9334}"/>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5_o119">
            <a:extLst xmlns:a="http://schemas.openxmlformats.org/drawingml/2006/main">
              <a:ext uri="{FF2B5EF4-FFF2-40B4-BE49-F238E27FC236}">
                <a16:creationId xmlns:a16="http://schemas.microsoft.com/office/drawing/2014/main" id="{95E2EFA7-9811-4269-B550-BA25CDD3D56F}"/>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5_o120">
            <a:extLst xmlns:a="http://schemas.openxmlformats.org/drawingml/2006/main">
              <a:ext uri="{FF2B5EF4-FFF2-40B4-BE49-F238E27FC236}">
                <a16:creationId xmlns:a16="http://schemas.microsoft.com/office/drawing/2014/main" id="{E1C473D4-991A-4970-AA51-CF77DC1D210A}"/>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5_o121">
            <a:extLst xmlns:a="http://schemas.openxmlformats.org/drawingml/2006/main">
              <a:ext uri="{FF2B5EF4-FFF2-40B4-BE49-F238E27FC236}">
                <a16:creationId xmlns:a16="http://schemas.microsoft.com/office/drawing/2014/main" id="{2FD052E8-8E18-4DB9-AC9B-45E945FA208C}"/>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5_o122">
            <a:extLst xmlns:a="http://schemas.openxmlformats.org/drawingml/2006/main">
              <a:ext uri="{FF2B5EF4-FFF2-40B4-BE49-F238E27FC236}">
                <a16:creationId xmlns:a16="http://schemas.microsoft.com/office/drawing/2014/main" id="{7C0E0D95-093D-45CB-BE0D-CAFCB1F4CCEB}"/>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5_o123">
            <a:extLst xmlns:a="http://schemas.openxmlformats.org/drawingml/2006/main">
              <a:ext uri="{FF2B5EF4-FFF2-40B4-BE49-F238E27FC236}">
                <a16:creationId xmlns:a16="http://schemas.microsoft.com/office/drawing/2014/main" id="{E59C0586-53AF-4B7B-94B4-8B4B12705A8E}"/>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5_o124">
            <a:extLst xmlns:a="http://schemas.openxmlformats.org/drawingml/2006/main">
              <a:ext uri="{FF2B5EF4-FFF2-40B4-BE49-F238E27FC236}">
                <a16:creationId xmlns:a16="http://schemas.microsoft.com/office/drawing/2014/main" id="{CBDE639E-C38D-4A39-BD22-121C25007701}"/>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5_o125">
            <a:extLst xmlns:a="http://schemas.openxmlformats.org/drawingml/2006/main">
              <a:ext uri="{FF2B5EF4-FFF2-40B4-BE49-F238E27FC236}">
                <a16:creationId xmlns:a16="http://schemas.microsoft.com/office/drawing/2014/main" id="{F86A98A2-A5AB-4DAA-8EBB-1EAA0ABBD552}"/>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5_o126">
            <a:extLst xmlns:a="http://schemas.openxmlformats.org/drawingml/2006/main">
              <a:ext uri="{FF2B5EF4-FFF2-40B4-BE49-F238E27FC236}">
                <a16:creationId xmlns:a16="http://schemas.microsoft.com/office/drawing/2014/main" id="{65FE341B-07D3-410B-8D00-2A81B50A551A}"/>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5_o127">
            <a:extLst xmlns:a="http://schemas.openxmlformats.org/drawingml/2006/main">
              <a:ext uri="{FF2B5EF4-FFF2-40B4-BE49-F238E27FC236}">
                <a16:creationId xmlns:a16="http://schemas.microsoft.com/office/drawing/2014/main" id="{1D273BB2-8FDB-407F-B80D-6F58B2DAF109}"/>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5_o128">
            <a:extLst xmlns:a="http://schemas.openxmlformats.org/drawingml/2006/main">
              <a:ext uri="{FF2B5EF4-FFF2-40B4-BE49-F238E27FC236}">
                <a16:creationId xmlns:a16="http://schemas.microsoft.com/office/drawing/2014/main" id="{DF47B169-9647-4B59-B1C5-8A78243833AB}"/>
              </a:ext>
            </a:extLst>
          </p:cNvPr>
          <p:cNvSpPr>
            <a:spLocks xmlns:a="http://schemas.openxmlformats.org/drawingml/2006/main" noGrp="1"/>
          </p:cNvSpPr>
          <p:nvPr/>
        </p:nvSpPr>
        <p:spPr>
          <a:xfrm xmlns:a="http://schemas.openxmlformats.org/drawingml/2006/main">
            <a:off x="152400" y="38100"/>
            <a:ext cx="117856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Complete execution circuit</a:t>
            </a:r>
          </a:p>
        </p:txBody>
      </p:sp>
      <p:sp>
        <p:nvSpPr>
          <p:cNvPr id="129" name="capability_v1_s5_o129">
            <a:extLst xmlns:a="http://schemas.openxmlformats.org/drawingml/2006/main">
              <a:ext uri="{FF2B5EF4-FFF2-40B4-BE49-F238E27FC236}">
                <a16:creationId xmlns:a16="http://schemas.microsoft.com/office/drawing/2014/main" id="{30B05124-A01A-4A8A-AC37-8112504368DB}"/>
              </a:ext>
            </a:extLst>
          </p:cNvPr>
          <p:cNvSpPr>
            <a:spLocks xmlns:a="http://schemas.openxmlformats.org/drawingml/2006/main" noGrp="1"/>
          </p:cNvSpPr>
          <p:nvPr/>
        </p:nvSpPr>
        <p:spPr>
          <a:xfrm xmlns:a="http://schemas.openxmlformats.org/drawingml/2006/main">
            <a:off x="177800" y="508000"/>
            <a:ext cx="1181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read-capability-dsl-source  ·  1 operations</a:t>
            </a:r>
          </a:p>
        </p:txBody>
      </p:sp>
      <p:sp>
        <p:nvSpPr>
          <p:cNvPr id="130" name="capability_v1_s5_o130">
            <a:extLst xmlns:a="http://schemas.openxmlformats.org/drawingml/2006/main">
              <a:ext uri="{FF2B5EF4-FFF2-40B4-BE49-F238E27FC236}">
                <a16:creationId xmlns:a16="http://schemas.microsoft.com/office/drawing/2014/main" id="{F1ABEF92-D1B8-4378-B8DE-A68FA952D996}"/>
              </a:ext>
            </a:extLst>
          </p:cNvPr>
          <p:cNvSpPr>
            <a:spLocks xmlns:a="http://schemas.openxmlformats.org/drawingml/2006/main" noGrp="1"/>
          </p:cNvSpPr>
          <p:nvPr/>
        </p:nvSpPr>
        <p:spPr>
          <a:xfrm xmlns:a="http://schemas.openxmlformats.org/drawingml/2006/main">
            <a:off x="101600" y="863600"/>
            <a:ext cx="11988800" cy="939800"/>
          </a:xfrm>
          <a:prstGeom xmlns:a="http://schemas.openxmlformats.org/drawingml/2006/main" prst="roundRect">
            <a:avLst>
              <a:gd name="adj" fmla="val 10811"/>
            </a:avLst>
          </a:prstGeom>
          <a:noFill xmlns:a="http://schemas.openxmlformats.org/drawingml/2006/main"/>
          <a:ln xmlns:a="http://schemas.openxmlformats.org/drawingml/2006/main" w="12700">
            <a:solidFill>
              <a:srgbClr val="29B9ED"/>
            </a:solidFill>
          </a:ln>
        </p:spPr>
      </p:sp>
      <p:sp>
        <p:nvSpPr>
          <p:cNvPr id="131" name="capability_v1_s5_o131">
            <a:extLst xmlns:a="http://schemas.openxmlformats.org/drawingml/2006/main">
              <a:ext uri="{FF2B5EF4-FFF2-40B4-BE49-F238E27FC236}">
                <a16:creationId xmlns:a16="http://schemas.microsoft.com/office/drawing/2014/main" id="{0268C8E4-5BCF-4D8B-9D75-E920A07DCF5D}"/>
              </a:ext>
            </a:extLst>
          </p:cNvPr>
          <p:cNvSpPr>
            <a:spLocks xmlns:a="http://schemas.openxmlformats.org/drawingml/2006/main" noGrp="1"/>
          </p:cNvSpPr>
          <p:nvPr/>
        </p:nvSpPr>
        <p:spPr>
          <a:xfrm xmlns:a="http://schemas.openxmlformats.org/drawingml/2006/main">
            <a:off x="114300" y="876300"/>
            <a:ext cx="11963400" cy="2413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2" name="capability_v1_s5_o132">
            <a:extLst xmlns:a="http://schemas.openxmlformats.org/drawingml/2006/main">
              <a:ext uri="{FF2B5EF4-FFF2-40B4-BE49-F238E27FC236}">
                <a16:creationId xmlns:a16="http://schemas.microsoft.com/office/drawing/2014/main" id="{3E5F6A24-9559-4022-9A5F-AA7C3BD9EF35}"/>
              </a:ext>
            </a:extLst>
          </p:cNvPr>
          <p:cNvSpPr>
            <a:spLocks xmlns:a="http://schemas.openxmlformats.org/drawingml/2006/main" noGrp="1"/>
          </p:cNvSpPr>
          <p:nvPr/>
        </p:nvSpPr>
        <p:spPr>
          <a:xfrm xmlns:a="http://schemas.openxmlformats.org/drawingml/2006/main">
            <a:off x="177800" y="850900"/>
            <a:ext cx="508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Execution row 1</a:t>
            </a:r>
          </a:p>
        </p:txBody>
      </p:sp>
      <p:sp>
        <p:nvSpPr>
          <p:cNvPr id="133" name="capability_v1_s5_o133">
            <a:extLst xmlns:a="http://schemas.openxmlformats.org/drawingml/2006/main">
              <a:ext uri="{FF2B5EF4-FFF2-40B4-BE49-F238E27FC236}">
                <a16:creationId xmlns:a16="http://schemas.microsoft.com/office/drawing/2014/main" id="{D1E01C3F-2F17-463F-B173-76CA0767D4D3}"/>
              </a:ext>
            </a:extLst>
          </p:cNvPr>
          <p:cNvSpPr>
            <a:spLocks xmlns:a="http://schemas.openxmlformats.org/drawingml/2006/main" noGrp="1"/>
          </p:cNvSpPr>
          <p:nvPr/>
        </p:nvSpPr>
        <p:spPr>
          <a:xfrm xmlns:a="http://schemas.openxmlformats.org/drawingml/2006/main">
            <a:off x="8890000" y="863600"/>
            <a:ext cx="3098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45A7FF"/>
                </a:solidFill>
                <a:latin typeface="Arial"/>
                <a:ea typeface="Arial"/>
                <a:cs typeface="Arial"/>
              </a:defRPr>
            </a:defPPr>
          </a:lstStyle>
          <a:p xmlns:a="http://schemas.openxmlformats.org/drawingml/2006/main">
            <a:pPr algn="r">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Operations 01 – 01</a:t>
            </a:r>
          </a:p>
        </p:txBody>
      </p:sp>
      <p:sp>
        <p:nvSpPr>
          <p:cNvPr id="134" name="capability_v1_s5_o134">
            <a:extLst xmlns:a="http://schemas.openxmlformats.org/drawingml/2006/main">
              <a:ext uri="{FF2B5EF4-FFF2-40B4-BE49-F238E27FC236}">
                <a16:creationId xmlns:a16="http://schemas.microsoft.com/office/drawing/2014/main" id="{5D77BB15-6161-4564-ACA0-FABBE01CED39}"/>
              </a:ext>
            </a:extLst>
          </p:cNvPr>
          <p:cNvSpPr>
            <a:spLocks xmlns:a="http://schemas.openxmlformats.org/drawingml/2006/main" noGrp="1"/>
          </p:cNvSpPr>
          <p:nvPr/>
        </p:nvSpPr>
        <p:spPr>
          <a:xfrm xmlns:a="http://schemas.openxmlformats.org/drawingml/2006/main">
            <a:off x="4572000" y="1155700"/>
            <a:ext cx="3048000" cy="571500"/>
          </a:xfrm>
          <a:prstGeom xmlns:a="http://schemas.openxmlformats.org/drawingml/2006/main" prst="roundRect">
            <a:avLst>
              <a:gd name="adj" fmla="val 17778"/>
            </a:avLst>
          </a:prstGeom>
          <a:solidFill xmlns:a="http://schemas.openxmlformats.org/drawingml/2006/main">
            <a:srgbClr val="04263A"/>
          </a:solidFill>
          <a:ln xmlns:a="http://schemas.openxmlformats.org/drawingml/2006/main" w="16510">
            <a:solidFill>
              <a:srgbClr val="45A7FF"/>
            </a:solidFill>
          </a:ln>
        </p:spPr>
      </p:sp>
      <p:sp>
        <p:nvSpPr>
          <p:cNvPr id="135" name="capability_v1_s5_o135">
            <a:extLst xmlns:a="http://schemas.openxmlformats.org/drawingml/2006/main">
              <a:ext uri="{FF2B5EF4-FFF2-40B4-BE49-F238E27FC236}">
                <a16:creationId xmlns:a16="http://schemas.microsoft.com/office/drawing/2014/main" id="{B71D5431-AA3D-4DB5-956D-7B10591247E8}"/>
              </a:ext>
            </a:extLst>
          </p:cNvPr>
          <p:cNvSpPr>
            <a:spLocks xmlns:a="http://schemas.openxmlformats.org/drawingml/2006/main" noGrp="1"/>
          </p:cNvSpPr>
          <p:nvPr/>
        </p:nvSpPr>
        <p:spPr>
          <a:xfrm xmlns:a="http://schemas.openxmlformats.org/drawingml/2006/main">
            <a:off x="5181600" y="1178560"/>
            <a:ext cx="95" cy="525780"/>
          </a:xfrm>
          <a:custGeom xmlns:a="http://schemas.openxmlformats.org/drawingml/2006/main">
            <a:pathLst>
              <a:path w="95" h="525780">
                <a:moveTo>
                  <a:pt x="0" y="0"/>
                </a:moveTo>
                <a:lnTo>
                  <a:pt x="0" y="525780"/>
                </a:lnTo>
              </a:path>
            </a:pathLst>
          </a:custGeom>
          <a:noFill xmlns:a="http://schemas.openxmlformats.org/drawingml/2006/main"/>
          <a:ln xmlns:a="http://schemas.openxmlformats.org/drawingml/2006/main" w="7620">
            <a:solidFill>
              <a:srgbClr val="45A7FF"/>
            </a:solidFill>
            <a:prstDash val="solid"/>
          </a:ln>
        </p:spPr>
      </p:sp>
      <p:sp>
        <p:nvSpPr>
          <p:cNvPr id="136" name="capability_v1_s5_o136">
            <a:extLst xmlns:a="http://schemas.openxmlformats.org/drawingml/2006/main">
              <a:ext uri="{FF2B5EF4-FFF2-40B4-BE49-F238E27FC236}">
                <a16:creationId xmlns:a16="http://schemas.microsoft.com/office/drawing/2014/main" id="{FF5CAAEE-D296-402E-867D-8744C83E0BBA}"/>
              </a:ext>
            </a:extLst>
          </p:cNvPr>
          <p:cNvSpPr>
            <a:spLocks xmlns:a="http://schemas.openxmlformats.org/drawingml/2006/main" noGrp="1"/>
          </p:cNvSpPr>
          <p:nvPr/>
        </p:nvSpPr>
        <p:spPr>
          <a:xfrm xmlns:a="http://schemas.openxmlformats.org/drawingml/2006/main">
            <a:off x="4470400" y="1270000"/>
            <a:ext cx="81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5A7FF"/>
                </a:solidFill>
                <a:latin typeface="Arial"/>
                <a:ea typeface="Arial"/>
                <a:cs typeface="Arial"/>
              </a:defRPr>
            </a:defPPr>
          </a:lstStyle>
          <a:p xmlns:a="http://schemas.openxmlformats.org/drawingml/2006/main">
            <a:pPr algn="ctr">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01</a:t>
            </a:r>
          </a:p>
        </p:txBody>
      </p:sp>
      <p:sp>
        <p:nvSpPr>
          <p:cNvPr id="137" name="capability_v1_s5_o137">
            <a:extLst xmlns:a="http://schemas.openxmlformats.org/drawingml/2006/main">
              <a:ext uri="{FF2B5EF4-FFF2-40B4-BE49-F238E27FC236}">
                <a16:creationId xmlns:a16="http://schemas.microsoft.com/office/drawing/2014/main" id="{34F4C57C-88C5-40CA-A1DB-CEA13480A457}"/>
              </a:ext>
            </a:extLst>
          </p:cNvPr>
          <p:cNvSpPr>
            <a:spLocks xmlns:a="http://schemas.openxmlformats.org/drawingml/2006/main" noGrp="1"/>
          </p:cNvSpPr>
          <p:nvPr/>
        </p:nvSpPr>
        <p:spPr>
          <a:xfrm xmlns:a="http://schemas.openxmlformats.org/drawingml/2006/main">
            <a:off x="5181600" y="1167130"/>
            <a:ext cx="237744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25" b="0">
                <a:solidFill>
                  <a:srgbClr val="F4F7FB"/>
                </a:solidFill>
                <a:latin typeface="Arial"/>
                <a:ea typeface="Arial"/>
                <a:cs typeface="Arial"/>
              </a:defRPr>
            </a:defPPr>
          </a:lstStyle>
          <a:p xmlns:a="http://schemas.openxmlformats.org/drawingml/2006/main">
            <a:pPr algn="l">
              <a:lnSpc>
                <a:spcPct val="108000"/>
              </a:lnSpc>
              <a:buNone/>
              <a:defRPr sz="1025" b="0">
                <a:solidFill>
                  <a:srgbClr val="F4F7FB"/>
                </a:solidFill>
                <a:latin typeface="Arial"/>
                <a:ea typeface="Arial"/>
                <a:cs typeface="Arial"/>
              </a:defRPr>
            </a:pPr>
            <a:r>
              <a:rPr sz="1025" b="0">
                <a:solidFill>
                  <a:srgbClr val="F4F7FB"/>
                </a:solidFill>
                <a:latin typeface="Arial"/>
                <a:ea typeface="Arial"/>
                <a:cs typeface="Arial"/>
                <a:hlinkClick xmlns:r="http://schemas.openxmlformats.org/officeDocument/2006/relationships" r:id="R221267fd0b4a4ad9" action="ppaction://hlinksldjump"/>
              </a:rPr>
              <a:t>capability dsl read</a:t>
            </a:r>
          </a:p>
        </p:txBody>
      </p:sp>
      <p:sp>
        <p:nvSpPr>
          <p:cNvPr id="138" name="capability_v1_s5_o138">
            <a:extLst xmlns:a="http://schemas.openxmlformats.org/drawingml/2006/main">
              <a:ext uri="{FF2B5EF4-FFF2-40B4-BE49-F238E27FC236}">
                <a16:creationId xmlns:a16="http://schemas.microsoft.com/office/drawing/2014/main" id="{8A1CA3DE-42A6-41F1-879C-FBD24D9034B5}"/>
              </a:ext>
            </a:extLst>
          </p:cNvPr>
          <p:cNvSpPr>
            <a:spLocks xmlns:a="http://schemas.openxmlformats.org/drawingml/2006/main" noGrp="1"/>
          </p:cNvSpPr>
          <p:nvPr/>
        </p:nvSpPr>
        <p:spPr>
          <a:xfrm xmlns:a="http://schemas.openxmlformats.org/drawingml/2006/main">
            <a:off x="215900" y="5943600"/>
            <a:ext cx="406400" cy="203200"/>
          </a:xfrm>
          <a:prstGeom xmlns:a="http://schemas.openxmlformats.org/drawingml/2006/main" prst="roundRect">
            <a:avLst>
              <a:gd name="adj" fmla="val 50000"/>
            </a:avLst>
          </a:prstGeom>
          <a:solidFill xmlns:a="http://schemas.openxmlformats.org/drawingml/2006/main">
            <a:srgbClr val="041C32"/>
          </a:solidFill>
          <a:ln xmlns:a="http://schemas.openxmlformats.org/drawingml/2006/main" w="11557">
            <a:solidFill>
              <a:srgbClr val="45A7FF"/>
            </a:solidFill>
          </a:ln>
        </p:spPr>
      </p:sp>
      <p:sp>
        <p:nvSpPr>
          <p:cNvPr id="139" name="capability_v1_s5_o139">
            <a:extLst xmlns:a="http://schemas.openxmlformats.org/drawingml/2006/main">
              <a:ext uri="{FF2B5EF4-FFF2-40B4-BE49-F238E27FC236}">
                <a16:creationId xmlns:a16="http://schemas.microsoft.com/office/drawing/2014/main" id="{A829B994-7AAF-4841-9204-8E872723A1B0}"/>
              </a:ext>
            </a:extLst>
          </p:cNvPr>
          <p:cNvSpPr>
            <a:spLocks xmlns:a="http://schemas.openxmlformats.org/drawingml/2006/main" noGrp="1"/>
          </p:cNvSpPr>
          <p:nvPr/>
        </p:nvSpPr>
        <p:spPr>
          <a:xfrm xmlns:a="http://schemas.openxmlformats.org/drawingml/2006/main">
            <a:off x="297180" y="5951728"/>
            <a:ext cx="95" cy="186944"/>
          </a:xfrm>
          <a:custGeom xmlns:a="http://schemas.openxmlformats.org/drawingml/2006/main">
            <a:pathLst>
              <a:path w="95" h="186944">
                <a:moveTo>
                  <a:pt x="0" y="0"/>
                </a:moveTo>
                <a:lnTo>
                  <a:pt x="0" y="186944"/>
                </a:lnTo>
              </a:path>
            </a:pathLst>
          </a:custGeom>
          <a:noFill xmlns:a="http://schemas.openxmlformats.org/drawingml/2006/main"/>
          <a:ln xmlns:a="http://schemas.openxmlformats.org/drawingml/2006/main" w="6350">
            <a:solidFill>
              <a:srgbClr val="45A7FF"/>
            </a:solidFill>
            <a:prstDash val="solid"/>
          </a:ln>
        </p:spPr>
      </p:sp>
      <p:sp>
        <p:nvSpPr>
          <p:cNvPr id="140" name="capability_v1_s5_o140">
            <a:extLst xmlns:a="http://schemas.openxmlformats.org/drawingml/2006/main">
              <a:ext uri="{FF2B5EF4-FFF2-40B4-BE49-F238E27FC236}">
                <a16:creationId xmlns:a16="http://schemas.microsoft.com/office/drawing/2014/main" id="{55D8B42F-D044-4AEF-A019-41C11BD1AA24}"/>
              </a:ext>
            </a:extLst>
          </p:cNvPr>
          <p:cNvSpPr>
            <a:spLocks xmlns:a="http://schemas.openxmlformats.org/drawingml/2006/main" noGrp="1"/>
          </p:cNvSpPr>
          <p:nvPr/>
        </p:nvSpPr>
        <p:spPr>
          <a:xfrm xmlns:a="http://schemas.openxmlformats.org/drawingml/2006/main">
            <a:off x="660400" y="5892800"/>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45A7FF"/>
                </a:solidFill>
                <a:latin typeface="Arial"/>
                <a:ea typeface="Arial"/>
                <a:cs typeface="Arial"/>
              </a:defRPr>
            </a:defPPr>
          </a:lstStyle>
          <a:p xmlns:a="http://schemas.openxmlformats.org/drawingml/2006/main">
            <a:pPr algn="l">
              <a:lnSpc>
                <a:spcPct val="108000"/>
              </a:lnSpc>
              <a:buNone/>
              <a:defRPr sz="950" b="0">
                <a:solidFill>
                  <a:srgbClr val="45A7FF"/>
                </a:solidFill>
                <a:latin typeface="Arial"/>
                <a:ea typeface="Arial"/>
                <a:cs typeface="Arial"/>
              </a:defRPr>
            </a:pPr>
            <a:r>
              <a:rPr sz="950" b="0">
                <a:solidFill>
                  <a:srgbClr val="45A7FF"/>
                </a:solidFill>
                <a:latin typeface="Arial"/>
                <a:ea typeface="Arial"/>
                <a:cs typeface="Arial"/>
              </a:rPr>
              <a:t>Other / unclassified</a:t>
            </a:r>
          </a:p>
        </p:txBody>
      </p:sp>
      <p:sp>
        <p:nvSpPr>
          <p:cNvPr id="141" name="capability_v1_s5_o141">
            <a:extLst xmlns:a="http://schemas.openxmlformats.org/drawingml/2006/main">
              <a:ext uri="{FF2B5EF4-FFF2-40B4-BE49-F238E27FC236}">
                <a16:creationId xmlns:a16="http://schemas.microsoft.com/office/drawing/2014/main" id="{D087AFD2-D40B-4D7B-B485-B0FBA9FA37A4}"/>
              </a:ext>
            </a:extLst>
          </p:cNvPr>
          <p:cNvSpPr>
            <a:spLocks xmlns:a="http://schemas.openxmlformats.org/drawingml/2006/main" noGrp="1"/>
          </p:cNvSpPr>
          <p:nvPr/>
        </p:nvSpPr>
        <p:spPr>
          <a:xfrm xmlns:a="http://schemas.openxmlformats.org/drawingml/2006/main">
            <a:off x="9144000" y="5918200"/>
            <a:ext cx="292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45A7FF"/>
                </a:solidFill>
                <a:latin typeface="Arial"/>
                <a:ea typeface="Arial"/>
                <a:cs typeface="Arial"/>
              </a:defRPr>
            </a:defPPr>
          </a:lstStyle>
          <a:p xmlns:a="http://schemas.openxmlformats.org/drawingml/2006/main">
            <a:pPr algn="r">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Arrows: declared order</a:t>
            </a:r>
          </a:p>
        </p:txBody>
      </p:sp>
      <p:sp>
        <p:nvSpPr>
          <p:cNvPr id="142" name="capability_v1_s5_o142">
            <a:extLst xmlns:a="http://schemas.openxmlformats.org/drawingml/2006/main">
              <a:ext uri="{FF2B5EF4-FFF2-40B4-BE49-F238E27FC236}">
                <a16:creationId xmlns:a16="http://schemas.microsoft.com/office/drawing/2014/main" id="{D9E947B2-1BF1-4B0D-8E90-B6FC3FBD1493}"/>
              </a:ext>
            </a:extLst>
          </p:cNvPr>
          <p:cNvSpPr>
            <a:spLocks xmlns:a="http://schemas.openxmlformats.org/drawingml/2006/main" noGrp="1"/>
          </p:cNvSpPr>
          <p:nvPr/>
        </p:nvSpPr>
        <p:spPr>
          <a:xfrm xmlns:a="http://schemas.openxmlformats.org/drawingml/2006/main">
            <a:off x="177800" y="6184900"/>
            <a:ext cx="774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8B8CA"/>
                </a:solidFill>
                <a:latin typeface="Arial"/>
                <a:ea typeface="Arial"/>
                <a:cs typeface="Arial"/>
              </a:defRPr>
            </a:defPPr>
          </a:lstStyle>
          <a:p xmlns:a="http://schemas.openxmlformats.org/drawingml/2006/main">
            <a:pPr algn="l">
              <a:lnSpc>
                <a:spcPct val="108000"/>
              </a:lnSpc>
              <a:buNone/>
              <a:defRPr sz="850" b="0">
                <a:solidFill>
                  <a:srgbClr val="A8B8CA"/>
                </a:solidFill>
                <a:latin typeface="Arial"/>
                <a:ea typeface="Arial"/>
                <a:cs typeface="Arial"/>
              </a:defRPr>
            </a:pPr>
            <a:r>
              <a:rPr sz="850" b="0">
                <a:solidFill>
                  <a:srgbClr val="A8B8CA"/>
                </a:solidFill>
                <a:latin typeface="Arial"/>
                <a:ea typeface="Arial"/>
                <a:cs typeface="Arial"/>
              </a:rPr>
              <a:t>Colors: build · bind · observe · select / normalize (identifier prefixes)</a:t>
            </a:r>
          </a:p>
        </p:txBody>
      </p:sp>
      <p:sp>
        <p:nvSpPr>
          <p:cNvPr id="143" name="capability_v1_s5_o143">
            <a:extLst xmlns:a="http://schemas.openxmlformats.org/drawingml/2006/main">
              <a:ext uri="{FF2B5EF4-FFF2-40B4-BE49-F238E27FC236}">
                <a16:creationId xmlns:a16="http://schemas.microsoft.com/office/drawing/2014/main" id="{2CC5D375-A3D7-46A7-A9D1-86ACFB5FE00C}"/>
              </a:ext>
            </a:extLst>
          </p:cNvPr>
          <p:cNvSpPr>
            <a:spLocks xmlns:a="http://schemas.openxmlformats.org/drawingml/2006/main" noGrp="1"/>
          </p:cNvSpPr>
          <p:nvPr/>
        </p:nvSpPr>
        <p:spPr>
          <a:xfrm xmlns:a="http://schemas.openxmlformats.org/drawingml/2006/main">
            <a:off x="8128000" y="6184900"/>
            <a:ext cx="389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50" b="0">
                <a:solidFill>
                  <a:srgbClr val="A8B8CA"/>
                </a:solidFill>
                <a:latin typeface="Arial"/>
                <a:ea typeface="Arial"/>
                <a:cs typeface="Arial"/>
              </a:defRPr>
            </a:defPPr>
          </a:lstStyle>
          <a:p xmlns:a="http://schemas.openxmlformats.org/drawingml/2006/main">
            <a:pPr algn="r">
              <a:lnSpc>
                <a:spcPct val="108000"/>
              </a:lnSpc>
              <a:buNone/>
              <a:defRPr sz="850" b="0">
                <a:solidFill>
                  <a:srgbClr val="A8B8CA"/>
                </a:solidFill>
                <a:latin typeface="Arial"/>
                <a:ea typeface="Arial"/>
                <a:cs typeface="Arial"/>
              </a:defRPr>
            </a:pPr>
            <a:r>
              <a:rPr sz="850" b="0">
                <a:solidFill>
                  <a:srgbClr val="A8B8CA"/>
                </a:solidFill>
                <a:latin typeface="Arial"/>
                <a:ea typeface="Arial"/>
                <a:cs typeface="Arial"/>
              </a:rPr>
              <a:t>Routing / proof unverified · Unobserved</a:t>
            </a:r>
          </a:p>
        </p:txBody>
      </p:sp>
      <p:sp>
        <p:nvSpPr>
          <p:cNvPr id="144" name="capability_v1_s5_o144">
            <a:extLst xmlns:a="http://schemas.openxmlformats.org/drawingml/2006/main">
              <a:ext uri="{FF2B5EF4-FFF2-40B4-BE49-F238E27FC236}">
                <a16:creationId xmlns:a16="http://schemas.microsoft.com/office/drawing/2014/main" id="{D0FAB063-FC90-4609-BC56-3CC54C13C938}"/>
              </a:ext>
            </a:extLst>
          </p:cNvPr>
          <p:cNvSpPr>
            <a:spLocks xmlns:a="http://schemas.openxmlformats.org/drawingml/2006/main" noGrp="1"/>
          </p:cNvSpPr>
          <p:nvPr/>
        </p:nvSpPr>
        <p:spPr>
          <a:xfrm xmlns:a="http://schemas.openxmlformats.org/drawingml/2006/main">
            <a:off x="177800" y="6350000"/>
            <a:ext cx="146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5855dfa9d8ba457b" action="ppaction://hlinksldjump"/>
              </a:rPr>
              <a:t>Capability</a:t>
            </a:r>
          </a:p>
        </p:txBody>
      </p:sp>
      <p:sp>
        <p:nvSpPr>
          <p:cNvPr id="145" name="capability_v1_s5_o145">
            <a:extLst xmlns:a="http://schemas.openxmlformats.org/drawingml/2006/main">
              <a:ext uri="{FF2B5EF4-FFF2-40B4-BE49-F238E27FC236}">
                <a16:creationId xmlns:a16="http://schemas.microsoft.com/office/drawing/2014/main" id="{E820C1C8-38AA-4B41-8EDB-1EAE68D6E6FB}"/>
              </a:ext>
            </a:extLst>
          </p:cNvPr>
          <p:cNvSpPr>
            <a:spLocks xmlns:a="http://schemas.openxmlformats.org/drawingml/2006/main" noGrp="1"/>
          </p:cNvSpPr>
          <p:nvPr/>
        </p:nvSpPr>
        <p:spPr>
          <a:xfrm xmlns:a="http://schemas.openxmlformats.org/drawingml/2006/main">
            <a:off x="2032000" y="6350000"/>
            <a:ext cx="254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236c835ed2648d4" action="ppaction://hlinksldjump"/>
              </a:rPr>
              <a:t>Scenario blueprint</a:t>
            </a:r>
          </a:p>
        </p:txBody>
      </p:sp>
      <p:sp>
        <p:nvSpPr>
          <p:cNvPr id="146" name="capability_v1_s5_o146">
            <a:extLst xmlns:a="http://schemas.openxmlformats.org/drawingml/2006/main">
              <a:ext uri="{FF2B5EF4-FFF2-40B4-BE49-F238E27FC236}">
                <a16:creationId xmlns:a16="http://schemas.microsoft.com/office/drawing/2014/main" id="{2A450033-6432-46C8-8CCC-0F12E4B408EF}"/>
              </a:ext>
            </a:extLst>
          </p:cNvPr>
          <p:cNvSpPr>
            <a:spLocks xmlns:a="http://schemas.openxmlformats.org/drawingml/2006/main" noGrp="1"/>
          </p:cNvSpPr>
          <p:nvPr/>
        </p:nvSpPr>
        <p:spPr>
          <a:xfrm xmlns:a="http://schemas.openxmlformats.org/drawingml/2006/main">
            <a:off x="4889500" y="6350000"/>
            <a:ext cx="400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0d1fa0d311254214" action="ppaction://hlinksldjump"/>
              </a:rPr>
              <a:t>Review · 0 errors / 4 warnings</a:t>
            </a:r>
          </a:p>
        </p:txBody>
      </p:sp>
      <p:sp>
        <p:nvSpPr>
          <p:cNvPr id="147" name="capability_v1_s5_o147">
            <a:extLst xmlns:a="http://schemas.openxmlformats.org/drawingml/2006/main">
              <a:ext uri="{FF2B5EF4-FFF2-40B4-BE49-F238E27FC236}">
                <a16:creationId xmlns:a16="http://schemas.microsoft.com/office/drawing/2014/main" id="{7018AFA2-6464-4A85-9EE2-DE1042A1C8EF}"/>
              </a:ext>
            </a:extLst>
          </p:cNvPr>
          <p:cNvSpPr>
            <a:spLocks xmlns:a="http://schemas.openxmlformats.org/drawingml/2006/main" noGrp="1"/>
          </p:cNvSpPr>
          <p:nvPr/>
        </p:nvSpPr>
        <p:spPr>
          <a:xfrm xmlns:a="http://schemas.openxmlformats.org/drawingml/2006/main">
            <a:off x="9906000" y="6350000"/>
            <a:ext cx="190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84d870231044429" action="ppaction://hlinksldjump"/>
              </a:rPr>
              <a:t>Inventory · 1</a:t>
            </a:r>
          </a:p>
        </p:txBody>
      </p:sp>
      <p:sp>
        <p:nvSpPr>
          <p:cNvPr id="148" name="capability_v1_s5_o148">
            <a:extLst xmlns:a="http://schemas.openxmlformats.org/drawingml/2006/main">
              <a:ext uri="{FF2B5EF4-FFF2-40B4-BE49-F238E27FC236}">
                <a16:creationId xmlns:a16="http://schemas.microsoft.com/office/drawing/2014/main" id="{904E0A9F-5297-4ACB-9FED-210B1D598C7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
        <p:nvSpPr>
          <p:cNvPr id="149" name="capability_v1_s5_o149">
            <a:extLst xmlns:a="http://schemas.openxmlformats.org/drawingml/2006/main">
              <a:ext uri="{FF2B5EF4-FFF2-40B4-BE49-F238E27FC236}">
                <a16:creationId xmlns:a16="http://schemas.microsoft.com/office/drawing/2014/main" id="{CA2EC2C7-1416-40B1-8A61-BA831F72CF52}"/>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05</a:t>
            </a:r>
          </a:p>
        </p:txBody>
      </p:sp>
    </p:spTree>
    <p:extLst>
      <p:ext uri="{BB962C8B-B14F-4D97-AF65-F5344CB8AC3E}">
        <p14:creationId xmlns:p14="http://schemas.microsoft.com/office/powerpoint/2010/main" val="1095118127"/>
      </p:ext>
    </p:extLst>
  </p:cSld>
</p:sld>
</file>

<file path=ppt/slides/slide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9" name="capability_v1_s6_o1">
            <a:extLst xmlns:a="http://schemas.openxmlformats.org/drawingml/2006/main">
              <a:ext uri="{FF2B5EF4-FFF2-40B4-BE49-F238E27FC236}">
                <a16:creationId xmlns:a16="http://schemas.microsoft.com/office/drawing/2014/main" id="{1863BFF8-4A48-4A8A-B531-F5E02E54445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Execution cell identities</a:t>
            </a:r>
          </a:p>
        </p:txBody>
      </p:sp>
      <p:sp>
        <p:nvSpPr>
          <p:cNvPr id="2" name="capability_v1_s6_o2">
            <a:extLst xmlns:a="http://schemas.openxmlformats.org/drawingml/2006/main">
              <a:ext uri="{FF2B5EF4-FFF2-40B4-BE49-F238E27FC236}">
                <a16:creationId xmlns:a16="http://schemas.microsoft.com/office/drawing/2014/main" id="{AA321151-F723-4590-8D6F-269DAFE0457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read-capability-dsl-source · source declarations</a:t>
            </a:r>
          </a:p>
        </p:txBody>
      </p:sp>
      <p:sp>
        <p:nvSpPr>
          <p:cNvPr id="3" name="capability_v1_s6_o3">
            <a:extLst xmlns:a="http://schemas.openxmlformats.org/drawingml/2006/main">
              <a:ext uri="{FF2B5EF4-FFF2-40B4-BE49-F238E27FC236}">
                <a16:creationId xmlns:a16="http://schemas.microsoft.com/office/drawing/2014/main" id="{F50FF4DF-32A3-4BAA-BB57-4D619F988E6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06</a:t>
            </a:r>
          </a:p>
        </p:txBody>
      </p:sp>
      <p:sp>
        <p:nvSpPr>
          <p:cNvPr id="4" name="capability_v1_s6_o4">
            <a:extLst xmlns:a="http://schemas.openxmlformats.org/drawingml/2006/main">
              <a:ext uri="{FF2B5EF4-FFF2-40B4-BE49-F238E27FC236}">
                <a16:creationId xmlns:a16="http://schemas.microsoft.com/office/drawing/2014/main" id="{42336F06-921E-4EAC-AEF3-FFCCD482EC4E}"/>
              </a:ext>
            </a:extLst>
          </p:cNvPr>
          <p:cNvSpPr>
            <a:spLocks xmlns:a="http://schemas.openxmlformats.org/drawingml/2006/main" noGrp="1"/>
          </p:cNvSpPr>
          <p:nvPr/>
        </p:nvSpPr>
        <p:spPr>
          <a:xfrm xmlns:a="http://schemas.openxmlformats.org/drawingml/2006/main">
            <a:off x="444500" y="1765300"/>
            <a:ext cx="5715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600" b="1">
                <a:solidFill>
                  <a:srgbClr val="45A7FF"/>
                </a:solidFill>
                <a:latin typeface="Arial"/>
                <a:ea typeface="Arial"/>
                <a:cs typeface="Arial"/>
              </a:defRPr>
            </a:defPPr>
          </a:lstStyle>
          <a:p xmlns:a="http://schemas.openxmlformats.org/drawingml/2006/main">
            <a:pPr algn="l">
              <a:lnSpc>
                <a:spcPct val="108000"/>
              </a:lnSpc>
              <a:buNone/>
              <a:defRPr sz="1600" b="1">
                <a:solidFill>
                  <a:srgbClr val="45A7FF"/>
                </a:solidFill>
                <a:latin typeface="Arial"/>
                <a:ea typeface="Arial"/>
                <a:cs typeface="Arial"/>
              </a:defRPr>
            </a:pPr>
            <a:r>
              <a:rPr sz="1600" b="1">
                <a:solidFill>
                  <a:srgbClr val="45A7FF"/>
                </a:solidFill>
                <a:latin typeface="Arial"/>
                <a:ea typeface="Arial"/>
                <a:cs typeface="Arial"/>
              </a:rPr>
              <a:t>01</a:t>
            </a:r>
          </a:p>
        </p:txBody>
      </p:sp>
      <p:sp>
        <p:nvSpPr>
          <p:cNvPr id="5" name="capability_v1_s6_o5">
            <a:extLst xmlns:a="http://schemas.openxmlformats.org/drawingml/2006/main">
              <a:ext uri="{FF2B5EF4-FFF2-40B4-BE49-F238E27FC236}">
                <a16:creationId xmlns:a16="http://schemas.microsoft.com/office/drawing/2014/main" id="{28D84569-17DF-40D1-B03B-EA78145D176F}"/>
              </a:ext>
            </a:extLst>
          </p:cNvPr>
          <p:cNvSpPr>
            <a:spLocks xmlns:a="http://schemas.openxmlformats.org/drawingml/2006/main" noGrp="1"/>
          </p:cNvSpPr>
          <p:nvPr/>
        </p:nvSpPr>
        <p:spPr>
          <a:xfrm xmlns:a="http://schemas.openxmlformats.org/drawingml/2006/main">
            <a:off x="1104900" y="1765300"/>
            <a:ext cx="10452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4F7FB"/>
                </a:solidFill>
                <a:latin typeface="Arial"/>
                <a:ea typeface="Arial"/>
                <a:cs typeface="Arial"/>
              </a:defRPr>
            </a:defPPr>
          </a:lstStyle>
          <a:p xmlns:a="http://schemas.openxmlformats.org/drawingml/2006/main">
            <a:pPr algn="l">
              <a:lnSpc>
                <a:spcPct val="108000"/>
              </a:lnSpc>
              <a:buNone/>
              <a:defRPr sz="1400" b="1">
                <a:solidFill>
                  <a:srgbClr val="F4F7FB"/>
                </a:solidFill>
                <a:latin typeface="Arial"/>
                <a:ea typeface="Arial"/>
                <a:cs typeface="Arial"/>
              </a:defRPr>
            </a:pPr>
            <a:r>
              <a:rPr sz="1400" b="1">
                <a:solidFill>
                  <a:srgbClr val="F4F7FB"/>
                </a:solidFill>
                <a:latin typeface="Arial"/>
                <a:ea typeface="Arial"/>
                <a:cs typeface="Arial"/>
              </a:rPr>
              <a:t>capability-dsl-source-read</a:t>
            </a:r>
          </a:p>
        </p:txBody>
      </p:sp>
      <p:sp>
        <p:nvSpPr>
          <p:cNvPr id="6" name="capability_v1_s6_o6">
            <a:extLst xmlns:a="http://schemas.openxmlformats.org/drawingml/2006/main">
              <a:ext uri="{FF2B5EF4-FFF2-40B4-BE49-F238E27FC236}">
                <a16:creationId xmlns:a16="http://schemas.microsoft.com/office/drawing/2014/main" id="{0804F83D-1570-4E98-8A6C-E3EC87BCD24B}"/>
              </a:ext>
            </a:extLst>
          </p:cNvPr>
          <p:cNvSpPr>
            <a:spLocks xmlns:a="http://schemas.openxmlformats.org/drawingml/2006/main" noGrp="1"/>
          </p:cNvSpPr>
          <p:nvPr/>
        </p:nvSpPr>
        <p:spPr>
          <a:xfrm xmlns:a="http://schemas.openxmlformats.org/drawingml/2006/main">
            <a:off x="1104900" y="2260600"/>
            <a:ext cx="10414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invoke-port · port: capability-dsl-source-read</a:t>
            </a:r>
          </a:p>
        </p:txBody>
      </p:sp>
      <p:sp>
        <p:nvSpPr>
          <p:cNvPr id="7" name="capability_v1_s6_o7">
            <a:extLst xmlns:a="http://schemas.openxmlformats.org/drawingml/2006/main">
              <a:ext uri="{FF2B5EF4-FFF2-40B4-BE49-F238E27FC236}">
                <a16:creationId xmlns:a16="http://schemas.microsoft.com/office/drawing/2014/main" id="{71601A5F-F5A3-4DB4-BE52-F9E08AA44834}"/>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fccafc2c65a4887" action="ppaction://hlinksldjump"/>
              </a:rPr>
              <a:t>Back to complete Event circuit</a:t>
            </a:r>
          </a:p>
        </p:txBody>
      </p:sp>
      <p:sp>
        <p:nvSpPr>
          <p:cNvPr id="8" name="capability_v1_s6_o8">
            <a:extLst xmlns:a="http://schemas.openxmlformats.org/drawingml/2006/main">
              <a:ext uri="{FF2B5EF4-FFF2-40B4-BE49-F238E27FC236}">
                <a16:creationId xmlns:a16="http://schemas.microsoft.com/office/drawing/2014/main" id="{A326EAB6-4688-4E7C-992C-54ADD4A8A6D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546055252"/>
      </p:ext>
    </p:extLst>
  </p:cSld>
</p:sld>
</file>

<file path=ppt/slides/slide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9" name="capability_v1_s7_o1">
            <a:extLst xmlns:a="http://schemas.openxmlformats.org/drawingml/2006/main">
              <a:ext uri="{FF2B5EF4-FFF2-40B4-BE49-F238E27FC236}">
                <a16:creationId xmlns:a16="http://schemas.microsoft.com/office/drawing/2014/main" id="{5EB75C80-9E59-452F-A439-AF42A9C9B0A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port ownership</a:t>
            </a:r>
          </a:p>
        </p:txBody>
      </p:sp>
      <p:sp>
        <p:nvSpPr>
          <p:cNvPr id="2" name="capability_v1_s7_o2">
            <a:extLst xmlns:a="http://schemas.openxmlformats.org/drawingml/2006/main">
              <a:ext uri="{FF2B5EF4-FFF2-40B4-BE49-F238E27FC236}">
                <a16:creationId xmlns:a16="http://schemas.microsoft.com/office/drawing/2014/main" id="{648336D7-ED7D-414D-8790-7729E2F3248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read-capability-dsl-source · OPERATION → PORT → BINDING → PLATFORM / PROVIDER</a:t>
            </a:r>
          </a:p>
        </p:txBody>
      </p:sp>
      <p:sp>
        <p:nvSpPr>
          <p:cNvPr id="3" name="capability_v1_s7_o3">
            <a:extLst xmlns:a="http://schemas.openxmlformats.org/drawingml/2006/main">
              <a:ext uri="{FF2B5EF4-FFF2-40B4-BE49-F238E27FC236}">
                <a16:creationId xmlns:a16="http://schemas.microsoft.com/office/drawing/2014/main" id="{24F73039-CD12-45DF-8949-EF2B605ED27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07</a:t>
            </a:r>
          </a:p>
        </p:txBody>
      </p:sp>
      <p:sp>
        <p:nvSpPr>
          <p:cNvPr id="4" name="capability_v1_s7_o4">
            <a:extLst xmlns:a="http://schemas.openxmlformats.org/drawingml/2006/main">
              <a:ext uri="{FF2B5EF4-FFF2-40B4-BE49-F238E27FC236}">
                <a16:creationId xmlns:a16="http://schemas.microsoft.com/office/drawing/2014/main" id="{CA2C6D31-E5D0-435B-989C-924D8709210C}"/>
              </a:ext>
            </a:extLst>
          </p:cNvPr>
          <p:cNvSpPr>
            <a:spLocks xmlns:a="http://schemas.openxmlformats.org/drawingml/2006/main" noGrp="1"/>
          </p:cNvSpPr>
          <p:nvPr/>
        </p:nvSpPr>
        <p:spPr>
          <a:xfrm xmlns:a="http://schemas.openxmlformats.org/drawingml/2006/main">
            <a:off x="20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 name="capability_v1_s7_o5">
            <a:extLst xmlns:a="http://schemas.openxmlformats.org/drawingml/2006/main">
              <a:ext uri="{FF2B5EF4-FFF2-40B4-BE49-F238E27FC236}">
                <a16:creationId xmlns:a16="http://schemas.microsoft.com/office/drawing/2014/main" id="{83B41BED-997E-40AE-B35E-A76A602CCED7}"/>
              </a:ext>
            </a:extLst>
          </p:cNvPr>
          <p:cNvSpPr>
            <a:spLocks xmlns:a="http://schemas.openxmlformats.org/drawingml/2006/main" noGrp="1"/>
          </p:cNvSpPr>
          <p:nvPr/>
        </p:nvSpPr>
        <p:spPr>
          <a:xfrm xmlns:a="http://schemas.openxmlformats.org/drawingml/2006/main">
            <a:off x="40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 name="capability_v1_s7_o6">
            <a:extLst xmlns:a="http://schemas.openxmlformats.org/drawingml/2006/main">
              <a:ext uri="{FF2B5EF4-FFF2-40B4-BE49-F238E27FC236}">
                <a16:creationId xmlns:a16="http://schemas.microsoft.com/office/drawing/2014/main" id="{6E59CED9-D787-4C70-BF5F-A7473891FD47}"/>
              </a:ext>
            </a:extLst>
          </p:cNvPr>
          <p:cNvSpPr>
            <a:spLocks xmlns:a="http://schemas.openxmlformats.org/drawingml/2006/main" noGrp="1"/>
          </p:cNvSpPr>
          <p:nvPr/>
        </p:nvSpPr>
        <p:spPr>
          <a:xfrm xmlns:a="http://schemas.openxmlformats.org/drawingml/2006/main">
            <a:off x="60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7" name="capability_v1_s7_o7">
            <a:extLst xmlns:a="http://schemas.openxmlformats.org/drawingml/2006/main">
              <a:ext uri="{FF2B5EF4-FFF2-40B4-BE49-F238E27FC236}">
                <a16:creationId xmlns:a16="http://schemas.microsoft.com/office/drawing/2014/main" id="{7DB30AE7-5B3B-4BDE-86B6-ADE7EC3A74F2}"/>
              </a:ext>
            </a:extLst>
          </p:cNvPr>
          <p:cNvSpPr>
            <a:spLocks xmlns:a="http://schemas.openxmlformats.org/drawingml/2006/main" noGrp="1"/>
          </p:cNvSpPr>
          <p:nvPr/>
        </p:nvSpPr>
        <p:spPr>
          <a:xfrm xmlns:a="http://schemas.openxmlformats.org/drawingml/2006/main">
            <a:off x="81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8" name="capability_v1_s7_o8">
            <a:extLst xmlns:a="http://schemas.openxmlformats.org/drawingml/2006/main">
              <a:ext uri="{FF2B5EF4-FFF2-40B4-BE49-F238E27FC236}">
                <a16:creationId xmlns:a16="http://schemas.microsoft.com/office/drawing/2014/main" id="{715434BD-6C58-4DCB-AD38-433E8B7ACA24}"/>
              </a:ext>
            </a:extLst>
          </p:cNvPr>
          <p:cNvSpPr>
            <a:spLocks xmlns:a="http://schemas.openxmlformats.org/drawingml/2006/main" noGrp="1"/>
          </p:cNvSpPr>
          <p:nvPr/>
        </p:nvSpPr>
        <p:spPr>
          <a:xfrm xmlns:a="http://schemas.openxmlformats.org/drawingml/2006/main">
            <a:off x="101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9" name="capability_v1_s7_o9">
            <a:extLst xmlns:a="http://schemas.openxmlformats.org/drawingml/2006/main">
              <a:ext uri="{FF2B5EF4-FFF2-40B4-BE49-F238E27FC236}">
                <a16:creationId xmlns:a16="http://schemas.microsoft.com/office/drawing/2014/main" id="{E60A655A-50C3-4EAC-9D70-B943A47C0F09}"/>
              </a:ext>
            </a:extLst>
          </p:cNvPr>
          <p:cNvSpPr>
            <a:spLocks xmlns:a="http://schemas.openxmlformats.org/drawingml/2006/main" noGrp="1"/>
          </p:cNvSpPr>
          <p:nvPr/>
        </p:nvSpPr>
        <p:spPr>
          <a:xfrm xmlns:a="http://schemas.openxmlformats.org/drawingml/2006/main">
            <a:off x="121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0" name="capability_v1_s7_o10">
            <a:extLst xmlns:a="http://schemas.openxmlformats.org/drawingml/2006/main">
              <a:ext uri="{FF2B5EF4-FFF2-40B4-BE49-F238E27FC236}">
                <a16:creationId xmlns:a16="http://schemas.microsoft.com/office/drawing/2014/main" id="{0C883594-4D34-49C8-893A-2F777453640D}"/>
              </a:ext>
            </a:extLst>
          </p:cNvPr>
          <p:cNvSpPr>
            <a:spLocks xmlns:a="http://schemas.openxmlformats.org/drawingml/2006/main" noGrp="1"/>
          </p:cNvSpPr>
          <p:nvPr/>
        </p:nvSpPr>
        <p:spPr>
          <a:xfrm xmlns:a="http://schemas.openxmlformats.org/drawingml/2006/main">
            <a:off x="142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1" name="capability_v1_s7_o11">
            <a:extLst xmlns:a="http://schemas.openxmlformats.org/drawingml/2006/main">
              <a:ext uri="{FF2B5EF4-FFF2-40B4-BE49-F238E27FC236}">
                <a16:creationId xmlns:a16="http://schemas.microsoft.com/office/drawing/2014/main" id="{0A44E1DC-BE0A-4E2A-B916-3E45E060E6ED}"/>
              </a:ext>
            </a:extLst>
          </p:cNvPr>
          <p:cNvSpPr>
            <a:spLocks xmlns:a="http://schemas.openxmlformats.org/drawingml/2006/main" noGrp="1"/>
          </p:cNvSpPr>
          <p:nvPr/>
        </p:nvSpPr>
        <p:spPr>
          <a:xfrm xmlns:a="http://schemas.openxmlformats.org/drawingml/2006/main">
            <a:off x="162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2" name="capability_v1_s7_o12">
            <a:extLst xmlns:a="http://schemas.openxmlformats.org/drawingml/2006/main">
              <a:ext uri="{FF2B5EF4-FFF2-40B4-BE49-F238E27FC236}">
                <a16:creationId xmlns:a16="http://schemas.microsoft.com/office/drawing/2014/main" id="{3E9D0CD4-A446-4865-BD3F-3A7A043257EA}"/>
              </a:ext>
            </a:extLst>
          </p:cNvPr>
          <p:cNvSpPr>
            <a:spLocks xmlns:a="http://schemas.openxmlformats.org/drawingml/2006/main" noGrp="1"/>
          </p:cNvSpPr>
          <p:nvPr/>
        </p:nvSpPr>
        <p:spPr>
          <a:xfrm xmlns:a="http://schemas.openxmlformats.org/drawingml/2006/main">
            <a:off x="182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3" name="capability_v1_s7_o13">
            <a:extLst xmlns:a="http://schemas.openxmlformats.org/drawingml/2006/main">
              <a:ext uri="{FF2B5EF4-FFF2-40B4-BE49-F238E27FC236}">
                <a16:creationId xmlns:a16="http://schemas.microsoft.com/office/drawing/2014/main" id="{F557D3D0-7CFA-41DD-9293-5D1C917F82A1}"/>
              </a:ext>
            </a:extLst>
          </p:cNvPr>
          <p:cNvSpPr>
            <a:spLocks xmlns:a="http://schemas.openxmlformats.org/drawingml/2006/main" noGrp="1"/>
          </p:cNvSpPr>
          <p:nvPr/>
        </p:nvSpPr>
        <p:spPr>
          <a:xfrm xmlns:a="http://schemas.openxmlformats.org/drawingml/2006/main">
            <a:off x="203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4" name="capability_v1_s7_o14">
            <a:extLst xmlns:a="http://schemas.openxmlformats.org/drawingml/2006/main">
              <a:ext uri="{FF2B5EF4-FFF2-40B4-BE49-F238E27FC236}">
                <a16:creationId xmlns:a16="http://schemas.microsoft.com/office/drawing/2014/main" id="{6455A95D-8B2B-44B2-A0A9-25893435D449}"/>
              </a:ext>
            </a:extLst>
          </p:cNvPr>
          <p:cNvSpPr>
            <a:spLocks xmlns:a="http://schemas.openxmlformats.org/drawingml/2006/main" noGrp="1"/>
          </p:cNvSpPr>
          <p:nvPr/>
        </p:nvSpPr>
        <p:spPr>
          <a:xfrm xmlns:a="http://schemas.openxmlformats.org/drawingml/2006/main">
            <a:off x="223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5" name="capability_v1_s7_o15">
            <a:extLst xmlns:a="http://schemas.openxmlformats.org/drawingml/2006/main">
              <a:ext uri="{FF2B5EF4-FFF2-40B4-BE49-F238E27FC236}">
                <a16:creationId xmlns:a16="http://schemas.microsoft.com/office/drawing/2014/main" id="{969CC597-C817-478B-B99E-5DED25E7A7DD}"/>
              </a:ext>
            </a:extLst>
          </p:cNvPr>
          <p:cNvSpPr>
            <a:spLocks xmlns:a="http://schemas.openxmlformats.org/drawingml/2006/main" noGrp="1"/>
          </p:cNvSpPr>
          <p:nvPr/>
        </p:nvSpPr>
        <p:spPr>
          <a:xfrm xmlns:a="http://schemas.openxmlformats.org/drawingml/2006/main">
            <a:off x="243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6" name="capability_v1_s7_o16">
            <a:extLst xmlns:a="http://schemas.openxmlformats.org/drawingml/2006/main">
              <a:ext uri="{FF2B5EF4-FFF2-40B4-BE49-F238E27FC236}">
                <a16:creationId xmlns:a16="http://schemas.microsoft.com/office/drawing/2014/main" id="{40B84EA4-BDA6-46C3-8A05-AB3940E83E86}"/>
              </a:ext>
            </a:extLst>
          </p:cNvPr>
          <p:cNvSpPr>
            <a:spLocks xmlns:a="http://schemas.openxmlformats.org/drawingml/2006/main" noGrp="1"/>
          </p:cNvSpPr>
          <p:nvPr/>
        </p:nvSpPr>
        <p:spPr>
          <a:xfrm xmlns:a="http://schemas.openxmlformats.org/drawingml/2006/main">
            <a:off x="264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7" name="capability_v1_s7_o17">
            <a:extLst xmlns:a="http://schemas.openxmlformats.org/drawingml/2006/main">
              <a:ext uri="{FF2B5EF4-FFF2-40B4-BE49-F238E27FC236}">
                <a16:creationId xmlns:a16="http://schemas.microsoft.com/office/drawing/2014/main" id="{8AFB4FB4-4311-4D33-B467-62D115548956}"/>
              </a:ext>
            </a:extLst>
          </p:cNvPr>
          <p:cNvSpPr>
            <a:spLocks xmlns:a="http://schemas.openxmlformats.org/drawingml/2006/main" noGrp="1"/>
          </p:cNvSpPr>
          <p:nvPr/>
        </p:nvSpPr>
        <p:spPr>
          <a:xfrm xmlns:a="http://schemas.openxmlformats.org/drawingml/2006/main">
            <a:off x="284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8" name="capability_v1_s7_o18">
            <a:extLst xmlns:a="http://schemas.openxmlformats.org/drawingml/2006/main">
              <a:ext uri="{FF2B5EF4-FFF2-40B4-BE49-F238E27FC236}">
                <a16:creationId xmlns:a16="http://schemas.microsoft.com/office/drawing/2014/main" id="{F98DC293-B7E6-4020-AFFC-C92300577902}"/>
              </a:ext>
            </a:extLst>
          </p:cNvPr>
          <p:cNvSpPr>
            <a:spLocks xmlns:a="http://schemas.openxmlformats.org/drawingml/2006/main" noGrp="1"/>
          </p:cNvSpPr>
          <p:nvPr/>
        </p:nvSpPr>
        <p:spPr>
          <a:xfrm xmlns:a="http://schemas.openxmlformats.org/drawingml/2006/main">
            <a:off x="304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9" name="capability_v1_s7_o19">
            <a:extLst xmlns:a="http://schemas.openxmlformats.org/drawingml/2006/main">
              <a:ext uri="{FF2B5EF4-FFF2-40B4-BE49-F238E27FC236}">
                <a16:creationId xmlns:a16="http://schemas.microsoft.com/office/drawing/2014/main" id="{EC3E69E1-16C0-427E-8281-0D6019D973D8}"/>
              </a:ext>
            </a:extLst>
          </p:cNvPr>
          <p:cNvSpPr>
            <a:spLocks xmlns:a="http://schemas.openxmlformats.org/drawingml/2006/main" noGrp="1"/>
          </p:cNvSpPr>
          <p:nvPr/>
        </p:nvSpPr>
        <p:spPr>
          <a:xfrm xmlns:a="http://schemas.openxmlformats.org/drawingml/2006/main">
            <a:off x="325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0" name="capability_v1_s7_o20">
            <a:extLst xmlns:a="http://schemas.openxmlformats.org/drawingml/2006/main">
              <a:ext uri="{FF2B5EF4-FFF2-40B4-BE49-F238E27FC236}">
                <a16:creationId xmlns:a16="http://schemas.microsoft.com/office/drawing/2014/main" id="{80C4F32E-B9A6-4474-9883-55FAEC73BCAF}"/>
              </a:ext>
            </a:extLst>
          </p:cNvPr>
          <p:cNvSpPr>
            <a:spLocks xmlns:a="http://schemas.openxmlformats.org/drawingml/2006/main" noGrp="1"/>
          </p:cNvSpPr>
          <p:nvPr/>
        </p:nvSpPr>
        <p:spPr>
          <a:xfrm xmlns:a="http://schemas.openxmlformats.org/drawingml/2006/main">
            <a:off x="345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1" name="capability_v1_s7_o21">
            <a:extLst xmlns:a="http://schemas.openxmlformats.org/drawingml/2006/main">
              <a:ext uri="{FF2B5EF4-FFF2-40B4-BE49-F238E27FC236}">
                <a16:creationId xmlns:a16="http://schemas.microsoft.com/office/drawing/2014/main" id="{C3F687E7-6B90-42BC-BFE2-C8323A11F6C0}"/>
              </a:ext>
            </a:extLst>
          </p:cNvPr>
          <p:cNvSpPr>
            <a:spLocks xmlns:a="http://schemas.openxmlformats.org/drawingml/2006/main" noGrp="1"/>
          </p:cNvSpPr>
          <p:nvPr/>
        </p:nvSpPr>
        <p:spPr>
          <a:xfrm xmlns:a="http://schemas.openxmlformats.org/drawingml/2006/main">
            <a:off x="365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2" name="capability_v1_s7_o22">
            <a:extLst xmlns:a="http://schemas.openxmlformats.org/drawingml/2006/main">
              <a:ext uri="{FF2B5EF4-FFF2-40B4-BE49-F238E27FC236}">
                <a16:creationId xmlns:a16="http://schemas.microsoft.com/office/drawing/2014/main" id="{60630BD2-5292-4659-A0C0-93062AA934FE}"/>
              </a:ext>
            </a:extLst>
          </p:cNvPr>
          <p:cNvSpPr>
            <a:spLocks xmlns:a="http://schemas.openxmlformats.org/drawingml/2006/main" noGrp="1"/>
          </p:cNvSpPr>
          <p:nvPr/>
        </p:nvSpPr>
        <p:spPr>
          <a:xfrm xmlns:a="http://schemas.openxmlformats.org/drawingml/2006/main">
            <a:off x="386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3" name="capability_v1_s7_o23">
            <a:extLst xmlns:a="http://schemas.openxmlformats.org/drawingml/2006/main">
              <a:ext uri="{FF2B5EF4-FFF2-40B4-BE49-F238E27FC236}">
                <a16:creationId xmlns:a16="http://schemas.microsoft.com/office/drawing/2014/main" id="{619FA09D-B790-4CA1-8C92-FF1708C5D174}"/>
              </a:ext>
            </a:extLst>
          </p:cNvPr>
          <p:cNvSpPr>
            <a:spLocks xmlns:a="http://schemas.openxmlformats.org/drawingml/2006/main" noGrp="1"/>
          </p:cNvSpPr>
          <p:nvPr/>
        </p:nvSpPr>
        <p:spPr>
          <a:xfrm xmlns:a="http://schemas.openxmlformats.org/drawingml/2006/main">
            <a:off x="406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4" name="capability_v1_s7_o24">
            <a:extLst xmlns:a="http://schemas.openxmlformats.org/drawingml/2006/main">
              <a:ext uri="{FF2B5EF4-FFF2-40B4-BE49-F238E27FC236}">
                <a16:creationId xmlns:a16="http://schemas.microsoft.com/office/drawing/2014/main" id="{7A576980-2C5B-4656-A0EB-6D8E988BB8FF}"/>
              </a:ext>
            </a:extLst>
          </p:cNvPr>
          <p:cNvSpPr>
            <a:spLocks xmlns:a="http://schemas.openxmlformats.org/drawingml/2006/main" noGrp="1"/>
          </p:cNvSpPr>
          <p:nvPr/>
        </p:nvSpPr>
        <p:spPr>
          <a:xfrm xmlns:a="http://schemas.openxmlformats.org/drawingml/2006/main">
            <a:off x="426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5" name="capability_v1_s7_o25">
            <a:extLst xmlns:a="http://schemas.openxmlformats.org/drawingml/2006/main">
              <a:ext uri="{FF2B5EF4-FFF2-40B4-BE49-F238E27FC236}">
                <a16:creationId xmlns:a16="http://schemas.microsoft.com/office/drawing/2014/main" id="{436AD336-835B-4A95-8581-D7429009B504}"/>
              </a:ext>
            </a:extLst>
          </p:cNvPr>
          <p:cNvSpPr>
            <a:spLocks xmlns:a="http://schemas.openxmlformats.org/drawingml/2006/main" noGrp="1"/>
          </p:cNvSpPr>
          <p:nvPr/>
        </p:nvSpPr>
        <p:spPr>
          <a:xfrm xmlns:a="http://schemas.openxmlformats.org/drawingml/2006/main">
            <a:off x="447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6" name="capability_v1_s7_o26">
            <a:extLst xmlns:a="http://schemas.openxmlformats.org/drawingml/2006/main">
              <a:ext uri="{FF2B5EF4-FFF2-40B4-BE49-F238E27FC236}">
                <a16:creationId xmlns:a16="http://schemas.microsoft.com/office/drawing/2014/main" id="{DB8998EB-1431-489E-A813-7D46441E1CCC}"/>
              </a:ext>
            </a:extLst>
          </p:cNvPr>
          <p:cNvSpPr>
            <a:spLocks xmlns:a="http://schemas.openxmlformats.org/drawingml/2006/main" noGrp="1"/>
          </p:cNvSpPr>
          <p:nvPr/>
        </p:nvSpPr>
        <p:spPr>
          <a:xfrm xmlns:a="http://schemas.openxmlformats.org/drawingml/2006/main">
            <a:off x="467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7" name="capability_v1_s7_o27">
            <a:extLst xmlns:a="http://schemas.openxmlformats.org/drawingml/2006/main">
              <a:ext uri="{FF2B5EF4-FFF2-40B4-BE49-F238E27FC236}">
                <a16:creationId xmlns:a16="http://schemas.microsoft.com/office/drawing/2014/main" id="{7F5F96C3-ED81-40CF-91A0-A4A4FF50BC12}"/>
              </a:ext>
            </a:extLst>
          </p:cNvPr>
          <p:cNvSpPr>
            <a:spLocks xmlns:a="http://schemas.openxmlformats.org/drawingml/2006/main" noGrp="1"/>
          </p:cNvSpPr>
          <p:nvPr/>
        </p:nvSpPr>
        <p:spPr>
          <a:xfrm xmlns:a="http://schemas.openxmlformats.org/drawingml/2006/main">
            <a:off x="487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8" name="capability_v1_s7_o28">
            <a:extLst xmlns:a="http://schemas.openxmlformats.org/drawingml/2006/main">
              <a:ext uri="{FF2B5EF4-FFF2-40B4-BE49-F238E27FC236}">
                <a16:creationId xmlns:a16="http://schemas.microsoft.com/office/drawing/2014/main" id="{230FD9FC-05C4-4107-9DB4-544683285C84}"/>
              </a:ext>
            </a:extLst>
          </p:cNvPr>
          <p:cNvSpPr>
            <a:spLocks xmlns:a="http://schemas.openxmlformats.org/drawingml/2006/main" noGrp="1"/>
          </p:cNvSpPr>
          <p:nvPr/>
        </p:nvSpPr>
        <p:spPr>
          <a:xfrm xmlns:a="http://schemas.openxmlformats.org/drawingml/2006/main">
            <a:off x="508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9" name="capability_v1_s7_o29">
            <a:extLst xmlns:a="http://schemas.openxmlformats.org/drawingml/2006/main">
              <a:ext uri="{FF2B5EF4-FFF2-40B4-BE49-F238E27FC236}">
                <a16:creationId xmlns:a16="http://schemas.microsoft.com/office/drawing/2014/main" id="{C42CB761-94F7-4CCC-A415-A0D34870312A}"/>
              </a:ext>
            </a:extLst>
          </p:cNvPr>
          <p:cNvSpPr>
            <a:spLocks xmlns:a="http://schemas.openxmlformats.org/drawingml/2006/main" noGrp="1"/>
          </p:cNvSpPr>
          <p:nvPr/>
        </p:nvSpPr>
        <p:spPr>
          <a:xfrm xmlns:a="http://schemas.openxmlformats.org/drawingml/2006/main">
            <a:off x="528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0" name="capability_v1_s7_o30">
            <a:extLst xmlns:a="http://schemas.openxmlformats.org/drawingml/2006/main">
              <a:ext uri="{FF2B5EF4-FFF2-40B4-BE49-F238E27FC236}">
                <a16:creationId xmlns:a16="http://schemas.microsoft.com/office/drawing/2014/main" id="{2FC5AB84-FB97-49AC-9C3A-740B4E18F8A1}"/>
              </a:ext>
            </a:extLst>
          </p:cNvPr>
          <p:cNvSpPr>
            <a:spLocks xmlns:a="http://schemas.openxmlformats.org/drawingml/2006/main" noGrp="1"/>
          </p:cNvSpPr>
          <p:nvPr/>
        </p:nvSpPr>
        <p:spPr>
          <a:xfrm xmlns:a="http://schemas.openxmlformats.org/drawingml/2006/main">
            <a:off x="548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1" name="capability_v1_s7_o31">
            <a:extLst xmlns:a="http://schemas.openxmlformats.org/drawingml/2006/main">
              <a:ext uri="{FF2B5EF4-FFF2-40B4-BE49-F238E27FC236}">
                <a16:creationId xmlns:a16="http://schemas.microsoft.com/office/drawing/2014/main" id="{91F9F53B-6096-42FE-86D0-0A8CF804E467}"/>
              </a:ext>
            </a:extLst>
          </p:cNvPr>
          <p:cNvSpPr>
            <a:spLocks xmlns:a="http://schemas.openxmlformats.org/drawingml/2006/main" noGrp="1"/>
          </p:cNvSpPr>
          <p:nvPr/>
        </p:nvSpPr>
        <p:spPr>
          <a:xfrm xmlns:a="http://schemas.openxmlformats.org/drawingml/2006/main">
            <a:off x="568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2" name="capability_v1_s7_o32">
            <a:extLst xmlns:a="http://schemas.openxmlformats.org/drawingml/2006/main">
              <a:ext uri="{FF2B5EF4-FFF2-40B4-BE49-F238E27FC236}">
                <a16:creationId xmlns:a16="http://schemas.microsoft.com/office/drawing/2014/main" id="{60C4F8BB-E646-414D-9B92-2D69D3ED0B43}"/>
              </a:ext>
            </a:extLst>
          </p:cNvPr>
          <p:cNvSpPr>
            <a:spLocks xmlns:a="http://schemas.openxmlformats.org/drawingml/2006/main" noGrp="1"/>
          </p:cNvSpPr>
          <p:nvPr/>
        </p:nvSpPr>
        <p:spPr>
          <a:xfrm xmlns:a="http://schemas.openxmlformats.org/drawingml/2006/main">
            <a:off x="589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3" name="capability_v1_s7_o33">
            <a:extLst xmlns:a="http://schemas.openxmlformats.org/drawingml/2006/main">
              <a:ext uri="{FF2B5EF4-FFF2-40B4-BE49-F238E27FC236}">
                <a16:creationId xmlns:a16="http://schemas.microsoft.com/office/drawing/2014/main" id="{A74605F5-6018-47DF-B6AB-BE703946E002}"/>
              </a:ext>
            </a:extLst>
          </p:cNvPr>
          <p:cNvSpPr>
            <a:spLocks xmlns:a="http://schemas.openxmlformats.org/drawingml/2006/main" noGrp="1"/>
          </p:cNvSpPr>
          <p:nvPr/>
        </p:nvSpPr>
        <p:spPr>
          <a:xfrm xmlns:a="http://schemas.openxmlformats.org/drawingml/2006/main">
            <a:off x="609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4" name="capability_v1_s7_o34">
            <a:extLst xmlns:a="http://schemas.openxmlformats.org/drawingml/2006/main">
              <a:ext uri="{FF2B5EF4-FFF2-40B4-BE49-F238E27FC236}">
                <a16:creationId xmlns:a16="http://schemas.microsoft.com/office/drawing/2014/main" id="{CBAE512D-CAB7-44C5-9CD5-D6AAC7906902}"/>
              </a:ext>
            </a:extLst>
          </p:cNvPr>
          <p:cNvSpPr>
            <a:spLocks xmlns:a="http://schemas.openxmlformats.org/drawingml/2006/main" noGrp="1"/>
          </p:cNvSpPr>
          <p:nvPr/>
        </p:nvSpPr>
        <p:spPr>
          <a:xfrm xmlns:a="http://schemas.openxmlformats.org/drawingml/2006/main">
            <a:off x="629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5" name="capability_v1_s7_o35">
            <a:extLst xmlns:a="http://schemas.openxmlformats.org/drawingml/2006/main">
              <a:ext uri="{FF2B5EF4-FFF2-40B4-BE49-F238E27FC236}">
                <a16:creationId xmlns:a16="http://schemas.microsoft.com/office/drawing/2014/main" id="{60C682AE-1C74-4422-9E99-E7F86037E6BF}"/>
              </a:ext>
            </a:extLst>
          </p:cNvPr>
          <p:cNvSpPr>
            <a:spLocks xmlns:a="http://schemas.openxmlformats.org/drawingml/2006/main" noGrp="1"/>
          </p:cNvSpPr>
          <p:nvPr/>
        </p:nvSpPr>
        <p:spPr>
          <a:xfrm xmlns:a="http://schemas.openxmlformats.org/drawingml/2006/main">
            <a:off x="650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6" name="capability_v1_s7_o36">
            <a:extLst xmlns:a="http://schemas.openxmlformats.org/drawingml/2006/main">
              <a:ext uri="{FF2B5EF4-FFF2-40B4-BE49-F238E27FC236}">
                <a16:creationId xmlns:a16="http://schemas.microsoft.com/office/drawing/2014/main" id="{FF5323EB-37FF-418E-A75C-7E8DE0D4FF57}"/>
              </a:ext>
            </a:extLst>
          </p:cNvPr>
          <p:cNvSpPr>
            <a:spLocks xmlns:a="http://schemas.openxmlformats.org/drawingml/2006/main" noGrp="1"/>
          </p:cNvSpPr>
          <p:nvPr/>
        </p:nvSpPr>
        <p:spPr>
          <a:xfrm xmlns:a="http://schemas.openxmlformats.org/drawingml/2006/main">
            <a:off x="670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7" name="capability_v1_s7_o37">
            <a:extLst xmlns:a="http://schemas.openxmlformats.org/drawingml/2006/main">
              <a:ext uri="{FF2B5EF4-FFF2-40B4-BE49-F238E27FC236}">
                <a16:creationId xmlns:a16="http://schemas.microsoft.com/office/drawing/2014/main" id="{1F287ECD-F067-41D0-8D06-D0DF5868D578}"/>
              </a:ext>
            </a:extLst>
          </p:cNvPr>
          <p:cNvSpPr>
            <a:spLocks xmlns:a="http://schemas.openxmlformats.org/drawingml/2006/main" noGrp="1"/>
          </p:cNvSpPr>
          <p:nvPr/>
        </p:nvSpPr>
        <p:spPr>
          <a:xfrm xmlns:a="http://schemas.openxmlformats.org/drawingml/2006/main">
            <a:off x="690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8" name="capability_v1_s7_o38">
            <a:extLst xmlns:a="http://schemas.openxmlformats.org/drawingml/2006/main">
              <a:ext uri="{FF2B5EF4-FFF2-40B4-BE49-F238E27FC236}">
                <a16:creationId xmlns:a16="http://schemas.microsoft.com/office/drawing/2014/main" id="{EA286618-ED62-462B-BA28-D939DAF3FF2C}"/>
              </a:ext>
            </a:extLst>
          </p:cNvPr>
          <p:cNvSpPr>
            <a:spLocks xmlns:a="http://schemas.openxmlformats.org/drawingml/2006/main" noGrp="1"/>
          </p:cNvSpPr>
          <p:nvPr/>
        </p:nvSpPr>
        <p:spPr>
          <a:xfrm xmlns:a="http://schemas.openxmlformats.org/drawingml/2006/main">
            <a:off x="711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9" name="capability_v1_s7_o39">
            <a:extLst xmlns:a="http://schemas.openxmlformats.org/drawingml/2006/main">
              <a:ext uri="{FF2B5EF4-FFF2-40B4-BE49-F238E27FC236}">
                <a16:creationId xmlns:a16="http://schemas.microsoft.com/office/drawing/2014/main" id="{9579A360-8411-4BCA-93A0-392347D8036E}"/>
              </a:ext>
            </a:extLst>
          </p:cNvPr>
          <p:cNvSpPr>
            <a:spLocks xmlns:a="http://schemas.openxmlformats.org/drawingml/2006/main" noGrp="1"/>
          </p:cNvSpPr>
          <p:nvPr/>
        </p:nvSpPr>
        <p:spPr>
          <a:xfrm xmlns:a="http://schemas.openxmlformats.org/drawingml/2006/main">
            <a:off x="731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0" name="capability_v1_s7_o40">
            <a:extLst xmlns:a="http://schemas.openxmlformats.org/drawingml/2006/main">
              <a:ext uri="{FF2B5EF4-FFF2-40B4-BE49-F238E27FC236}">
                <a16:creationId xmlns:a16="http://schemas.microsoft.com/office/drawing/2014/main" id="{0849CF5E-1FBC-42E3-99FB-CBEC6EAE63B3}"/>
              </a:ext>
            </a:extLst>
          </p:cNvPr>
          <p:cNvSpPr>
            <a:spLocks xmlns:a="http://schemas.openxmlformats.org/drawingml/2006/main" noGrp="1"/>
          </p:cNvSpPr>
          <p:nvPr/>
        </p:nvSpPr>
        <p:spPr>
          <a:xfrm xmlns:a="http://schemas.openxmlformats.org/drawingml/2006/main">
            <a:off x="751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1" name="capability_v1_s7_o41">
            <a:extLst xmlns:a="http://schemas.openxmlformats.org/drawingml/2006/main">
              <a:ext uri="{FF2B5EF4-FFF2-40B4-BE49-F238E27FC236}">
                <a16:creationId xmlns:a16="http://schemas.microsoft.com/office/drawing/2014/main" id="{B31D4B82-06CC-40DA-9B16-084C89F73DCA}"/>
              </a:ext>
            </a:extLst>
          </p:cNvPr>
          <p:cNvSpPr>
            <a:spLocks xmlns:a="http://schemas.openxmlformats.org/drawingml/2006/main" noGrp="1"/>
          </p:cNvSpPr>
          <p:nvPr/>
        </p:nvSpPr>
        <p:spPr>
          <a:xfrm xmlns:a="http://schemas.openxmlformats.org/drawingml/2006/main">
            <a:off x="772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2" name="capability_v1_s7_o42">
            <a:extLst xmlns:a="http://schemas.openxmlformats.org/drawingml/2006/main">
              <a:ext uri="{FF2B5EF4-FFF2-40B4-BE49-F238E27FC236}">
                <a16:creationId xmlns:a16="http://schemas.microsoft.com/office/drawing/2014/main" id="{76F27F6C-1A7B-4971-B9E7-33E668DB6745}"/>
              </a:ext>
            </a:extLst>
          </p:cNvPr>
          <p:cNvSpPr>
            <a:spLocks xmlns:a="http://schemas.openxmlformats.org/drawingml/2006/main" noGrp="1"/>
          </p:cNvSpPr>
          <p:nvPr/>
        </p:nvSpPr>
        <p:spPr>
          <a:xfrm xmlns:a="http://schemas.openxmlformats.org/drawingml/2006/main">
            <a:off x="792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3" name="capability_v1_s7_o43">
            <a:extLst xmlns:a="http://schemas.openxmlformats.org/drawingml/2006/main">
              <a:ext uri="{FF2B5EF4-FFF2-40B4-BE49-F238E27FC236}">
                <a16:creationId xmlns:a16="http://schemas.microsoft.com/office/drawing/2014/main" id="{77122792-A4EB-42DF-A69E-3D62B84210E9}"/>
              </a:ext>
            </a:extLst>
          </p:cNvPr>
          <p:cNvSpPr>
            <a:spLocks xmlns:a="http://schemas.openxmlformats.org/drawingml/2006/main" noGrp="1"/>
          </p:cNvSpPr>
          <p:nvPr/>
        </p:nvSpPr>
        <p:spPr>
          <a:xfrm xmlns:a="http://schemas.openxmlformats.org/drawingml/2006/main">
            <a:off x="812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4" name="capability_v1_s7_o44">
            <a:extLst xmlns:a="http://schemas.openxmlformats.org/drawingml/2006/main">
              <a:ext uri="{FF2B5EF4-FFF2-40B4-BE49-F238E27FC236}">
                <a16:creationId xmlns:a16="http://schemas.microsoft.com/office/drawing/2014/main" id="{29BDF737-7FCB-4BAD-B910-FD29485ED74D}"/>
              </a:ext>
            </a:extLst>
          </p:cNvPr>
          <p:cNvSpPr>
            <a:spLocks xmlns:a="http://schemas.openxmlformats.org/drawingml/2006/main" noGrp="1"/>
          </p:cNvSpPr>
          <p:nvPr/>
        </p:nvSpPr>
        <p:spPr>
          <a:xfrm xmlns:a="http://schemas.openxmlformats.org/drawingml/2006/main">
            <a:off x="833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5" name="capability_v1_s7_o45">
            <a:extLst xmlns:a="http://schemas.openxmlformats.org/drawingml/2006/main">
              <a:ext uri="{FF2B5EF4-FFF2-40B4-BE49-F238E27FC236}">
                <a16:creationId xmlns:a16="http://schemas.microsoft.com/office/drawing/2014/main" id="{B03A0586-560D-4E3D-B684-B431DBB97968}"/>
              </a:ext>
            </a:extLst>
          </p:cNvPr>
          <p:cNvSpPr>
            <a:spLocks xmlns:a="http://schemas.openxmlformats.org/drawingml/2006/main" noGrp="1"/>
          </p:cNvSpPr>
          <p:nvPr/>
        </p:nvSpPr>
        <p:spPr>
          <a:xfrm xmlns:a="http://schemas.openxmlformats.org/drawingml/2006/main">
            <a:off x="853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6" name="capability_v1_s7_o46">
            <a:extLst xmlns:a="http://schemas.openxmlformats.org/drawingml/2006/main">
              <a:ext uri="{FF2B5EF4-FFF2-40B4-BE49-F238E27FC236}">
                <a16:creationId xmlns:a16="http://schemas.microsoft.com/office/drawing/2014/main" id="{300DB947-5746-4607-8CC7-0F245FE8C69D}"/>
              </a:ext>
            </a:extLst>
          </p:cNvPr>
          <p:cNvSpPr>
            <a:spLocks xmlns:a="http://schemas.openxmlformats.org/drawingml/2006/main" noGrp="1"/>
          </p:cNvSpPr>
          <p:nvPr/>
        </p:nvSpPr>
        <p:spPr>
          <a:xfrm xmlns:a="http://schemas.openxmlformats.org/drawingml/2006/main">
            <a:off x="873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7" name="capability_v1_s7_o47">
            <a:extLst xmlns:a="http://schemas.openxmlformats.org/drawingml/2006/main">
              <a:ext uri="{FF2B5EF4-FFF2-40B4-BE49-F238E27FC236}">
                <a16:creationId xmlns:a16="http://schemas.microsoft.com/office/drawing/2014/main" id="{A4F13025-B98F-4547-9471-45AB0879984C}"/>
              </a:ext>
            </a:extLst>
          </p:cNvPr>
          <p:cNvSpPr>
            <a:spLocks xmlns:a="http://schemas.openxmlformats.org/drawingml/2006/main" noGrp="1"/>
          </p:cNvSpPr>
          <p:nvPr/>
        </p:nvSpPr>
        <p:spPr>
          <a:xfrm xmlns:a="http://schemas.openxmlformats.org/drawingml/2006/main">
            <a:off x="894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8" name="capability_v1_s7_o48">
            <a:extLst xmlns:a="http://schemas.openxmlformats.org/drawingml/2006/main">
              <a:ext uri="{FF2B5EF4-FFF2-40B4-BE49-F238E27FC236}">
                <a16:creationId xmlns:a16="http://schemas.microsoft.com/office/drawing/2014/main" id="{EB18F065-E527-44D1-B0EE-D232019B1996}"/>
              </a:ext>
            </a:extLst>
          </p:cNvPr>
          <p:cNvSpPr>
            <a:spLocks xmlns:a="http://schemas.openxmlformats.org/drawingml/2006/main" noGrp="1"/>
          </p:cNvSpPr>
          <p:nvPr/>
        </p:nvSpPr>
        <p:spPr>
          <a:xfrm xmlns:a="http://schemas.openxmlformats.org/drawingml/2006/main">
            <a:off x="914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9" name="capability_v1_s7_o49">
            <a:extLst xmlns:a="http://schemas.openxmlformats.org/drawingml/2006/main">
              <a:ext uri="{FF2B5EF4-FFF2-40B4-BE49-F238E27FC236}">
                <a16:creationId xmlns:a16="http://schemas.microsoft.com/office/drawing/2014/main" id="{CEF10D51-0CC8-48A8-B5D3-2E5EF2144997}"/>
              </a:ext>
            </a:extLst>
          </p:cNvPr>
          <p:cNvSpPr>
            <a:spLocks xmlns:a="http://schemas.openxmlformats.org/drawingml/2006/main" noGrp="1"/>
          </p:cNvSpPr>
          <p:nvPr/>
        </p:nvSpPr>
        <p:spPr>
          <a:xfrm xmlns:a="http://schemas.openxmlformats.org/drawingml/2006/main">
            <a:off x="934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0" name="capability_v1_s7_o50">
            <a:extLst xmlns:a="http://schemas.openxmlformats.org/drawingml/2006/main">
              <a:ext uri="{FF2B5EF4-FFF2-40B4-BE49-F238E27FC236}">
                <a16:creationId xmlns:a16="http://schemas.microsoft.com/office/drawing/2014/main" id="{0B38472C-8AF4-48B3-941B-947211BACAED}"/>
              </a:ext>
            </a:extLst>
          </p:cNvPr>
          <p:cNvSpPr>
            <a:spLocks xmlns:a="http://schemas.openxmlformats.org/drawingml/2006/main" noGrp="1"/>
          </p:cNvSpPr>
          <p:nvPr/>
        </p:nvSpPr>
        <p:spPr>
          <a:xfrm xmlns:a="http://schemas.openxmlformats.org/drawingml/2006/main">
            <a:off x="955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1" name="capability_v1_s7_o51">
            <a:extLst xmlns:a="http://schemas.openxmlformats.org/drawingml/2006/main">
              <a:ext uri="{FF2B5EF4-FFF2-40B4-BE49-F238E27FC236}">
                <a16:creationId xmlns:a16="http://schemas.microsoft.com/office/drawing/2014/main" id="{7E7613A8-4992-4DB5-8831-30FFC2B7E806}"/>
              </a:ext>
            </a:extLst>
          </p:cNvPr>
          <p:cNvSpPr>
            <a:spLocks xmlns:a="http://schemas.openxmlformats.org/drawingml/2006/main" noGrp="1"/>
          </p:cNvSpPr>
          <p:nvPr/>
        </p:nvSpPr>
        <p:spPr>
          <a:xfrm xmlns:a="http://schemas.openxmlformats.org/drawingml/2006/main">
            <a:off x="975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2" name="capability_v1_s7_o52">
            <a:extLst xmlns:a="http://schemas.openxmlformats.org/drawingml/2006/main">
              <a:ext uri="{FF2B5EF4-FFF2-40B4-BE49-F238E27FC236}">
                <a16:creationId xmlns:a16="http://schemas.microsoft.com/office/drawing/2014/main" id="{B9F9652D-B190-4A66-934D-D0B23665B413}"/>
              </a:ext>
            </a:extLst>
          </p:cNvPr>
          <p:cNvSpPr>
            <a:spLocks xmlns:a="http://schemas.openxmlformats.org/drawingml/2006/main" noGrp="1"/>
          </p:cNvSpPr>
          <p:nvPr/>
        </p:nvSpPr>
        <p:spPr>
          <a:xfrm xmlns:a="http://schemas.openxmlformats.org/drawingml/2006/main">
            <a:off x="995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3" name="capability_v1_s7_o53">
            <a:extLst xmlns:a="http://schemas.openxmlformats.org/drawingml/2006/main">
              <a:ext uri="{FF2B5EF4-FFF2-40B4-BE49-F238E27FC236}">
                <a16:creationId xmlns:a16="http://schemas.microsoft.com/office/drawing/2014/main" id="{BA34B5FE-245A-4A8F-9830-7ABF7F2C7450}"/>
              </a:ext>
            </a:extLst>
          </p:cNvPr>
          <p:cNvSpPr>
            <a:spLocks xmlns:a="http://schemas.openxmlformats.org/drawingml/2006/main" noGrp="1"/>
          </p:cNvSpPr>
          <p:nvPr/>
        </p:nvSpPr>
        <p:spPr>
          <a:xfrm xmlns:a="http://schemas.openxmlformats.org/drawingml/2006/main">
            <a:off x="1016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4" name="capability_v1_s7_o54">
            <a:extLst xmlns:a="http://schemas.openxmlformats.org/drawingml/2006/main">
              <a:ext uri="{FF2B5EF4-FFF2-40B4-BE49-F238E27FC236}">
                <a16:creationId xmlns:a16="http://schemas.microsoft.com/office/drawing/2014/main" id="{44A37748-C254-43A0-A74E-0A9A72582905}"/>
              </a:ext>
            </a:extLst>
          </p:cNvPr>
          <p:cNvSpPr>
            <a:spLocks xmlns:a="http://schemas.openxmlformats.org/drawingml/2006/main" noGrp="1"/>
          </p:cNvSpPr>
          <p:nvPr/>
        </p:nvSpPr>
        <p:spPr>
          <a:xfrm xmlns:a="http://schemas.openxmlformats.org/drawingml/2006/main">
            <a:off x="1036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5" name="capability_v1_s7_o55">
            <a:extLst xmlns:a="http://schemas.openxmlformats.org/drawingml/2006/main">
              <a:ext uri="{FF2B5EF4-FFF2-40B4-BE49-F238E27FC236}">
                <a16:creationId xmlns:a16="http://schemas.microsoft.com/office/drawing/2014/main" id="{116F0D52-6D3B-44BC-8025-810527362D4B}"/>
              </a:ext>
            </a:extLst>
          </p:cNvPr>
          <p:cNvSpPr>
            <a:spLocks xmlns:a="http://schemas.openxmlformats.org/drawingml/2006/main" noGrp="1"/>
          </p:cNvSpPr>
          <p:nvPr/>
        </p:nvSpPr>
        <p:spPr>
          <a:xfrm xmlns:a="http://schemas.openxmlformats.org/drawingml/2006/main">
            <a:off x="1056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6" name="capability_v1_s7_o56">
            <a:extLst xmlns:a="http://schemas.openxmlformats.org/drawingml/2006/main">
              <a:ext uri="{FF2B5EF4-FFF2-40B4-BE49-F238E27FC236}">
                <a16:creationId xmlns:a16="http://schemas.microsoft.com/office/drawing/2014/main" id="{5CFC9989-F234-4EF5-82BA-9ECCEF49CCD3}"/>
              </a:ext>
            </a:extLst>
          </p:cNvPr>
          <p:cNvSpPr>
            <a:spLocks xmlns:a="http://schemas.openxmlformats.org/drawingml/2006/main" noGrp="1"/>
          </p:cNvSpPr>
          <p:nvPr/>
        </p:nvSpPr>
        <p:spPr>
          <a:xfrm xmlns:a="http://schemas.openxmlformats.org/drawingml/2006/main">
            <a:off x="1076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7" name="capability_v1_s7_o57">
            <a:extLst xmlns:a="http://schemas.openxmlformats.org/drawingml/2006/main">
              <a:ext uri="{FF2B5EF4-FFF2-40B4-BE49-F238E27FC236}">
                <a16:creationId xmlns:a16="http://schemas.microsoft.com/office/drawing/2014/main" id="{A75778DD-4580-4101-AD28-5AE53F922BE7}"/>
              </a:ext>
            </a:extLst>
          </p:cNvPr>
          <p:cNvSpPr>
            <a:spLocks xmlns:a="http://schemas.openxmlformats.org/drawingml/2006/main" noGrp="1"/>
          </p:cNvSpPr>
          <p:nvPr/>
        </p:nvSpPr>
        <p:spPr>
          <a:xfrm xmlns:a="http://schemas.openxmlformats.org/drawingml/2006/main">
            <a:off x="1097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8" name="capability_v1_s7_o58">
            <a:extLst xmlns:a="http://schemas.openxmlformats.org/drawingml/2006/main">
              <a:ext uri="{FF2B5EF4-FFF2-40B4-BE49-F238E27FC236}">
                <a16:creationId xmlns:a16="http://schemas.microsoft.com/office/drawing/2014/main" id="{9C0F22EF-D3EA-4B89-A6D2-389D494ADDA0}"/>
              </a:ext>
            </a:extLst>
          </p:cNvPr>
          <p:cNvSpPr>
            <a:spLocks xmlns:a="http://schemas.openxmlformats.org/drawingml/2006/main" noGrp="1"/>
          </p:cNvSpPr>
          <p:nvPr/>
        </p:nvSpPr>
        <p:spPr>
          <a:xfrm xmlns:a="http://schemas.openxmlformats.org/drawingml/2006/main">
            <a:off x="1117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9" name="capability_v1_s7_o59">
            <a:extLst xmlns:a="http://schemas.openxmlformats.org/drawingml/2006/main">
              <a:ext uri="{FF2B5EF4-FFF2-40B4-BE49-F238E27FC236}">
                <a16:creationId xmlns:a16="http://schemas.microsoft.com/office/drawing/2014/main" id="{1F00A124-16C3-405D-B6BE-5183480273E5}"/>
              </a:ext>
            </a:extLst>
          </p:cNvPr>
          <p:cNvSpPr>
            <a:spLocks xmlns:a="http://schemas.openxmlformats.org/drawingml/2006/main" noGrp="1"/>
          </p:cNvSpPr>
          <p:nvPr/>
        </p:nvSpPr>
        <p:spPr>
          <a:xfrm xmlns:a="http://schemas.openxmlformats.org/drawingml/2006/main">
            <a:off x="1137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0" name="capability_v1_s7_o60">
            <a:extLst xmlns:a="http://schemas.openxmlformats.org/drawingml/2006/main">
              <a:ext uri="{FF2B5EF4-FFF2-40B4-BE49-F238E27FC236}">
                <a16:creationId xmlns:a16="http://schemas.microsoft.com/office/drawing/2014/main" id="{DA012B46-64B4-4836-8F39-796B2DE7AC33}"/>
              </a:ext>
            </a:extLst>
          </p:cNvPr>
          <p:cNvSpPr>
            <a:spLocks xmlns:a="http://schemas.openxmlformats.org/drawingml/2006/main" noGrp="1"/>
          </p:cNvSpPr>
          <p:nvPr/>
        </p:nvSpPr>
        <p:spPr>
          <a:xfrm xmlns:a="http://schemas.openxmlformats.org/drawingml/2006/main">
            <a:off x="1158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61" name="capability_v1_s7_o61">
            <a:extLst xmlns:a="http://schemas.openxmlformats.org/drawingml/2006/main">
              <a:ext uri="{FF2B5EF4-FFF2-40B4-BE49-F238E27FC236}">
                <a16:creationId xmlns:a16="http://schemas.microsoft.com/office/drawing/2014/main" id="{9D4D310B-011B-4399-B4F7-3C8EE618254F}"/>
              </a:ext>
            </a:extLst>
          </p:cNvPr>
          <p:cNvSpPr>
            <a:spLocks xmlns:a="http://schemas.openxmlformats.org/drawingml/2006/main" noGrp="1"/>
          </p:cNvSpPr>
          <p:nvPr/>
        </p:nvSpPr>
        <p:spPr>
          <a:xfrm xmlns:a="http://schemas.openxmlformats.org/drawingml/2006/main">
            <a:off x="1178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2" name="capability_v1_s7_o62">
            <a:extLst xmlns:a="http://schemas.openxmlformats.org/drawingml/2006/main">
              <a:ext uri="{FF2B5EF4-FFF2-40B4-BE49-F238E27FC236}">
                <a16:creationId xmlns:a16="http://schemas.microsoft.com/office/drawing/2014/main" id="{41ED4C14-1B42-4DB4-924E-1E9E0A6C7FE9}"/>
              </a:ext>
            </a:extLst>
          </p:cNvPr>
          <p:cNvSpPr>
            <a:spLocks xmlns:a="http://schemas.openxmlformats.org/drawingml/2006/main" noGrp="1"/>
          </p:cNvSpPr>
          <p:nvPr/>
        </p:nvSpPr>
        <p:spPr>
          <a:xfrm xmlns:a="http://schemas.openxmlformats.org/drawingml/2006/main">
            <a:off x="1198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3" name="capability_v1_s7_o63">
            <a:extLst xmlns:a="http://schemas.openxmlformats.org/drawingml/2006/main">
              <a:ext uri="{FF2B5EF4-FFF2-40B4-BE49-F238E27FC236}">
                <a16:creationId xmlns:a16="http://schemas.microsoft.com/office/drawing/2014/main" id="{07E0C39B-7DDF-4F5D-A9BF-40ACF974FF2E}"/>
              </a:ext>
            </a:extLst>
          </p:cNvPr>
          <p:cNvSpPr>
            <a:spLocks xmlns:a="http://schemas.openxmlformats.org/drawingml/2006/main" noGrp="1"/>
          </p:cNvSpPr>
          <p:nvPr/>
        </p:nvSpPr>
        <p:spPr>
          <a:xfrm xmlns:a="http://schemas.openxmlformats.org/drawingml/2006/main">
            <a:off x="203200" y="1498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4" name="capability_v1_s7_o64">
            <a:extLst xmlns:a="http://schemas.openxmlformats.org/drawingml/2006/main">
              <a:ext uri="{FF2B5EF4-FFF2-40B4-BE49-F238E27FC236}">
                <a16:creationId xmlns:a16="http://schemas.microsoft.com/office/drawing/2014/main" id="{7447C4A2-AE99-4380-ACC7-11D9A3565F1E}"/>
              </a:ext>
            </a:extLst>
          </p:cNvPr>
          <p:cNvSpPr>
            <a:spLocks xmlns:a="http://schemas.openxmlformats.org/drawingml/2006/main" noGrp="1"/>
          </p:cNvSpPr>
          <p:nvPr/>
        </p:nvSpPr>
        <p:spPr>
          <a:xfrm xmlns:a="http://schemas.openxmlformats.org/drawingml/2006/main">
            <a:off x="203200" y="1701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5" name="capability_v1_s7_o65">
            <a:extLst xmlns:a="http://schemas.openxmlformats.org/drawingml/2006/main">
              <a:ext uri="{FF2B5EF4-FFF2-40B4-BE49-F238E27FC236}">
                <a16:creationId xmlns:a16="http://schemas.microsoft.com/office/drawing/2014/main" id="{B29A426E-D685-43A3-A6CF-225624B32C91}"/>
              </a:ext>
            </a:extLst>
          </p:cNvPr>
          <p:cNvSpPr>
            <a:spLocks xmlns:a="http://schemas.openxmlformats.org/drawingml/2006/main" noGrp="1"/>
          </p:cNvSpPr>
          <p:nvPr/>
        </p:nvSpPr>
        <p:spPr>
          <a:xfrm xmlns:a="http://schemas.openxmlformats.org/drawingml/2006/main">
            <a:off x="203200" y="1905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6" name="capability_v1_s7_o66">
            <a:extLst xmlns:a="http://schemas.openxmlformats.org/drawingml/2006/main">
              <a:ext uri="{FF2B5EF4-FFF2-40B4-BE49-F238E27FC236}">
                <a16:creationId xmlns:a16="http://schemas.microsoft.com/office/drawing/2014/main" id="{DF4F87B6-42E4-410B-9A43-333857160390}"/>
              </a:ext>
            </a:extLst>
          </p:cNvPr>
          <p:cNvSpPr>
            <a:spLocks xmlns:a="http://schemas.openxmlformats.org/drawingml/2006/main" noGrp="1"/>
          </p:cNvSpPr>
          <p:nvPr/>
        </p:nvSpPr>
        <p:spPr>
          <a:xfrm xmlns:a="http://schemas.openxmlformats.org/drawingml/2006/main">
            <a:off x="203200" y="2108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7" name="capability_v1_s7_o67">
            <a:extLst xmlns:a="http://schemas.openxmlformats.org/drawingml/2006/main">
              <a:ext uri="{FF2B5EF4-FFF2-40B4-BE49-F238E27FC236}">
                <a16:creationId xmlns:a16="http://schemas.microsoft.com/office/drawing/2014/main" id="{28E2AA27-CC52-4EE5-98B7-D5545043C4BD}"/>
              </a:ext>
            </a:extLst>
          </p:cNvPr>
          <p:cNvSpPr>
            <a:spLocks xmlns:a="http://schemas.openxmlformats.org/drawingml/2006/main" noGrp="1"/>
          </p:cNvSpPr>
          <p:nvPr/>
        </p:nvSpPr>
        <p:spPr>
          <a:xfrm xmlns:a="http://schemas.openxmlformats.org/drawingml/2006/main">
            <a:off x="203200" y="2311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8" name="capability_v1_s7_o68">
            <a:extLst xmlns:a="http://schemas.openxmlformats.org/drawingml/2006/main">
              <a:ext uri="{FF2B5EF4-FFF2-40B4-BE49-F238E27FC236}">
                <a16:creationId xmlns:a16="http://schemas.microsoft.com/office/drawing/2014/main" id="{D719D119-9DFA-4B82-AB8D-0B0F7EA73EB5}"/>
              </a:ext>
            </a:extLst>
          </p:cNvPr>
          <p:cNvSpPr>
            <a:spLocks xmlns:a="http://schemas.openxmlformats.org/drawingml/2006/main" noGrp="1"/>
          </p:cNvSpPr>
          <p:nvPr/>
        </p:nvSpPr>
        <p:spPr>
          <a:xfrm xmlns:a="http://schemas.openxmlformats.org/drawingml/2006/main">
            <a:off x="203200" y="2514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9" name="capability_v1_s7_o69">
            <a:extLst xmlns:a="http://schemas.openxmlformats.org/drawingml/2006/main">
              <a:ext uri="{FF2B5EF4-FFF2-40B4-BE49-F238E27FC236}">
                <a16:creationId xmlns:a16="http://schemas.microsoft.com/office/drawing/2014/main" id="{2A15B12A-EE39-45FB-A129-3F1A3CC91D0F}"/>
              </a:ext>
            </a:extLst>
          </p:cNvPr>
          <p:cNvSpPr>
            <a:spLocks xmlns:a="http://schemas.openxmlformats.org/drawingml/2006/main" noGrp="1"/>
          </p:cNvSpPr>
          <p:nvPr/>
        </p:nvSpPr>
        <p:spPr>
          <a:xfrm xmlns:a="http://schemas.openxmlformats.org/drawingml/2006/main">
            <a:off x="203200" y="2717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0" name="capability_v1_s7_o70">
            <a:extLst xmlns:a="http://schemas.openxmlformats.org/drawingml/2006/main">
              <a:ext uri="{FF2B5EF4-FFF2-40B4-BE49-F238E27FC236}">
                <a16:creationId xmlns:a16="http://schemas.microsoft.com/office/drawing/2014/main" id="{07C21EAF-3D7A-47F4-A054-F0CE13D9E959}"/>
              </a:ext>
            </a:extLst>
          </p:cNvPr>
          <p:cNvSpPr>
            <a:spLocks xmlns:a="http://schemas.openxmlformats.org/drawingml/2006/main" noGrp="1"/>
          </p:cNvSpPr>
          <p:nvPr/>
        </p:nvSpPr>
        <p:spPr>
          <a:xfrm xmlns:a="http://schemas.openxmlformats.org/drawingml/2006/main">
            <a:off x="203200" y="2921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1" name="capability_v1_s7_o71">
            <a:extLst xmlns:a="http://schemas.openxmlformats.org/drawingml/2006/main">
              <a:ext uri="{FF2B5EF4-FFF2-40B4-BE49-F238E27FC236}">
                <a16:creationId xmlns:a16="http://schemas.microsoft.com/office/drawing/2014/main" id="{EBA59178-2198-412A-A4FA-A202C1019CD0}"/>
              </a:ext>
            </a:extLst>
          </p:cNvPr>
          <p:cNvSpPr>
            <a:spLocks xmlns:a="http://schemas.openxmlformats.org/drawingml/2006/main" noGrp="1"/>
          </p:cNvSpPr>
          <p:nvPr/>
        </p:nvSpPr>
        <p:spPr>
          <a:xfrm xmlns:a="http://schemas.openxmlformats.org/drawingml/2006/main">
            <a:off x="203200" y="3124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2" name="capability_v1_s7_o72">
            <a:extLst xmlns:a="http://schemas.openxmlformats.org/drawingml/2006/main">
              <a:ext uri="{FF2B5EF4-FFF2-40B4-BE49-F238E27FC236}">
                <a16:creationId xmlns:a16="http://schemas.microsoft.com/office/drawing/2014/main" id="{5AF561CB-E235-460E-AAE3-07A0193FD80D}"/>
              </a:ext>
            </a:extLst>
          </p:cNvPr>
          <p:cNvSpPr>
            <a:spLocks xmlns:a="http://schemas.openxmlformats.org/drawingml/2006/main" noGrp="1"/>
          </p:cNvSpPr>
          <p:nvPr/>
        </p:nvSpPr>
        <p:spPr>
          <a:xfrm xmlns:a="http://schemas.openxmlformats.org/drawingml/2006/main">
            <a:off x="203200" y="3327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3" name="capability_v1_s7_o73">
            <a:extLst xmlns:a="http://schemas.openxmlformats.org/drawingml/2006/main">
              <a:ext uri="{FF2B5EF4-FFF2-40B4-BE49-F238E27FC236}">
                <a16:creationId xmlns:a16="http://schemas.microsoft.com/office/drawing/2014/main" id="{41AB52B2-6BFB-4374-A79F-2D7FAB90A76E}"/>
              </a:ext>
            </a:extLst>
          </p:cNvPr>
          <p:cNvSpPr>
            <a:spLocks xmlns:a="http://schemas.openxmlformats.org/drawingml/2006/main" noGrp="1"/>
          </p:cNvSpPr>
          <p:nvPr/>
        </p:nvSpPr>
        <p:spPr>
          <a:xfrm xmlns:a="http://schemas.openxmlformats.org/drawingml/2006/main">
            <a:off x="203200" y="3530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4" name="capability_v1_s7_o74">
            <a:extLst xmlns:a="http://schemas.openxmlformats.org/drawingml/2006/main">
              <a:ext uri="{FF2B5EF4-FFF2-40B4-BE49-F238E27FC236}">
                <a16:creationId xmlns:a16="http://schemas.microsoft.com/office/drawing/2014/main" id="{404F5079-F0A4-4B53-9A59-21D5DBFD78E8}"/>
              </a:ext>
            </a:extLst>
          </p:cNvPr>
          <p:cNvSpPr>
            <a:spLocks xmlns:a="http://schemas.openxmlformats.org/drawingml/2006/main" noGrp="1"/>
          </p:cNvSpPr>
          <p:nvPr/>
        </p:nvSpPr>
        <p:spPr>
          <a:xfrm xmlns:a="http://schemas.openxmlformats.org/drawingml/2006/main">
            <a:off x="203200" y="3733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5" name="capability_v1_s7_o75">
            <a:extLst xmlns:a="http://schemas.openxmlformats.org/drawingml/2006/main">
              <a:ext uri="{FF2B5EF4-FFF2-40B4-BE49-F238E27FC236}">
                <a16:creationId xmlns:a16="http://schemas.microsoft.com/office/drawing/2014/main" id="{9EFE1031-B95F-4AAC-ABF7-9832CADC0F55}"/>
              </a:ext>
            </a:extLst>
          </p:cNvPr>
          <p:cNvSpPr>
            <a:spLocks xmlns:a="http://schemas.openxmlformats.org/drawingml/2006/main" noGrp="1"/>
          </p:cNvSpPr>
          <p:nvPr/>
        </p:nvSpPr>
        <p:spPr>
          <a:xfrm xmlns:a="http://schemas.openxmlformats.org/drawingml/2006/main">
            <a:off x="203200" y="3937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6" name="capability_v1_s7_o76">
            <a:extLst xmlns:a="http://schemas.openxmlformats.org/drawingml/2006/main">
              <a:ext uri="{FF2B5EF4-FFF2-40B4-BE49-F238E27FC236}">
                <a16:creationId xmlns:a16="http://schemas.microsoft.com/office/drawing/2014/main" id="{6F7840E5-2F59-440E-8BAC-FD2B28CE77E0}"/>
              </a:ext>
            </a:extLst>
          </p:cNvPr>
          <p:cNvSpPr>
            <a:spLocks xmlns:a="http://schemas.openxmlformats.org/drawingml/2006/main" noGrp="1"/>
          </p:cNvSpPr>
          <p:nvPr/>
        </p:nvSpPr>
        <p:spPr>
          <a:xfrm xmlns:a="http://schemas.openxmlformats.org/drawingml/2006/main">
            <a:off x="203200" y="4140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7" name="capability_v1_s7_o77">
            <a:extLst xmlns:a="http://schemas.openxmlformats.org/drawingml/2006/main">
              <a:ext uri="{FF2B5EF4-FFF2-40B4-BE49-F238E27FC236}">
                <a16:creationId xmlns:a16="http://schemas.microsoft.com/office/drawing/2014/main" id="{59F0EFEB-E006-4B77-A833-5C4C0C003706}"/>
              </a:ext>
            </a:extLst>
          </p:cNvPr>
          <p:cNvSpPr>
            <a:spLocks xmlns:a="http://schemas.openxmlformats.org/drawingml/2006/main" noGrp="1"/>
          </p:cNvSpPr>
          <p:nvPr/>
        </p:nvSpPr>
        <p:spPr>
          <a:xfrm xmlns:a="http://schemas.openxmlformats.org/drawingml/2006/main">
            <a:off x="203200" y="4343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8" name="capability_v1_s7_o78">
            <a:extLst xmlns:a="http://schemas.openxmlformats.org/drawingml/2006/main">
              <a:ext uri="{FF2B5EF4-FFF2-40B4-BE49-F238E27FC236}">
                <a16:creationId xmlns:a16="http://schemas.microsoft.com/office/drawing/2014/main" id="{6A135BC3-D0EB-4ED7-8AE3-C35FA894D0BF}"/>
              </a:ext>
            </a:extLst>
          </p:cNvPr>
          <p:cNvSpPr>
            <a:spLocks xmlns:a="http://schemas.openxmlformats.org/drawingml/2006/main" noGrp="1"/>
          </p:cNvSpPr>
          <p:nvPr/>
        </p:nvSpPr>
        <p:spPr>
          <a:xfrm xmlns:a="http://schemas.openxmlformats.org/drawingml/2006/main">
            <a:off x="203200" y="4546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9" name="capability_v1_s7_o79">
            <a:extLst xmlns:a="http://schemas.openxmlformats.org/drawingml/2006/main">
              <a:ext uri="{FF2B5EF4-FFF2-40B4-BE49-F238E27FC236}">
                <a16:creationId xmlns:a16="http://schemas.microsoft.com/office/drawing/2014/main" id="{0646A3CD-4FBE-4335-8CDA-61C52684B3CE}"/>
              </a:ext>
            </a:extLst>
          </p:cNvPr>
          <p:cNvSpPr>
            <a:spLocks xmlns:a="http://schemas.openxmlformats.org/drawingml/2006/main" noGrp="1"/>
          </p:cNvSpPr>
          <p:nvPr/>
        </p:nvSpPr>
        <p:spPr>
          <a:xfrm xmlns:a="http://schemas.openxmlformats.org/drawingml/2006/main">
            <a:off x="203200" y="4749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0" name="capability_v1_s7_o80">
            <a:extLst xmlns:a="http://schemas.openxmlformats.org/drawingml/2006/main">
              <a:ext uri="{FF2B5EF4-FFF2-40B4-BE49-F238E27FC236}">
                <a16:creationId xmlns:a16="http://schemas.microsoft.com/office/drawing/2014/main" id="{B6D4DC0E-21D4-457E-9194-2F2D0AD3ADD5}"/>
              </a:ext>
            </a:extLst>
          </p:cNvPr>
          <p:cNvSpPr>
            <a:spLocks xmlns:a="http://schemas.openxmlformats.org/drawingml/2006/main" noGrp="1"/>
          </p:cNvSpPr>
          <p:nvPr/>
        </p:nvSpPr>
        <p:spPr>
          <a:xfrm xmlns:a="http://schemas.openxmlformats.org/drawingml/2006/main">
            <a:off x="203200" y="4953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1" name="capability_v1_s7_o81">
            <a:extLst xmlns:a="http://schemas.openxmlformats.org/drawingml/2006/main">
              <a:ext uri="{FF2B5EF4-FFF2-40B4-BE49-F238E27FC236}">
                <a16:creationId xmlns:a16="http://schemas.microsoft.com/office/drawing/2014/main" id="{0C8B7510-C336-47F6-90D2-8339358086E0}"/>
              </a:ext>
            </a:extLst>
          </p:cNvPr>
          <p:cNvSpPr>
            <a:spLocks xmlns:a="http://schemas.openxmlformats.org/drawingml/2006/main" noGrp="1"/>
          </p:cNvSpPr>
          <p:nvPr/>
        </p:nvSpPr>
        <p:spPr>
          <a:xfrm xmlns:a="http://schemas.openxmlformats.org/drawingml/2006/main">
            <a:off x="203200" y="5156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2" name="capability_v1_s7_o82">
            <a:extLst xmlns:a="http://schemas.openxmlformats.org/drawingml/2006/main">
              <a:ext uri="{FF2B5EF4-FFF2-40B4-BE49-F238E27FC236}">
                <a16:creationId xmlns:a16="http://schemas.microsoft.com/office/drawing/2014/main" id="{055F1070-72EB-4E7B-BAD9-EDFEB16D6858}"/>
              </a:ext>
            </a:extLst>
          </p:cNvPr>
          <p:cNvSpPr>
            <a:spLocks xmlns:a="http://schemas.openxmlformats.org/drawingml/2006/main" noGrp="1"/>
          </p:cNvSpPr>
          <p:nvPr/>
        </p:nvSpPr>
        <p:spPr>
          <a:xfrm xmlns:a="http://schemas.openxmlformats.org/drawingml/2006/main">
            <a:off x="203200" y="5359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3" name="capability_v1_s7_o83">
            <a:extLst xmlns:a="http://schemas.openxmlformats.org/drawingml/2006/main">
              <a:ext uri="{FF2B5EF4-FFF2-40B4-BE49-F238E27FC236}">
                <a16:creationId xmlns:a16="http://schemas.microsoft.com/office/drawing/2014/main" id="{6298F1D9-5004-4EAB-854A-87F279D69437}"/>
              </a:ext>
            </a:extLst>
          </p:cNvPr>
          <p:cNvSpPr>
            <a:spLocks xmlns:a="http://schemas.openxmlformats.org/drawingml/2006/main" noGrp="1"/>
          </p:cNvSpPr>
          <p:nvPr/>
        </p:nvSpPr>
        <p:spPr>
          <a:xfrm xmlns:a="http://schemas.openxmlformats.org/drawingml/2006/main">
            <a:off x="203200" y="5562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4" name="capability_v1_s7_o84">
            <a:extLst xmlns:a="http://schemas.openxmlformats.org/drawingml/2006/main">
              <a:ext uri="{FF2B5EF4-FFF2-40B4-BE49-F238E27FC236}">
                <a16:creationId xmlns:a16="http://schemas.microsoft.com/office/drawing/2014/main" id="{0842FC4A-4F2A-4604-8AFA-B008D5C0B235}"/>
              </a:ext>
            </a:extLst>
          </p:cNvPr>
          <p:cNvSpPr>
            <a:spLocks xmlns:a="http://schemas.openxmlformats.org/drawingml/2006/main" noGrp="1"/>
          </p:cNvSpPr>
          <p:nvPr/>
        </p:nvSpPr>
        <p:spPr>
          <a:xfrm xmlns:a="http://schemas.openxmlformats.org/drawingml/2006/main">
            <a:off x="203200" y="5765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5" name="capability_v1_s7_o85">
            <a:extLst xmlns:a="http://schemas.openxmlformats.org/drawingml/2006/main">
              <a:ext uri="{FF2B5EF4-FFF2-40B4-BE49-F238E27FC236}">
                <a16:creationId xmlns:a16="http://schemas.microsoft.com/office/drawing/2014/main" id="{8F625340-5BF0-4A35-9512-6F660985CD8A}"/>
              </a:ext>
            </a:extLst>
          </p:cNvPr>
          <p:cNvSpPr>
            <a:spLocks xmlns:a="http://schemas.openxmlformats.org/drawingml/2006/main" noGrp="1"/>
          </p:cNvSpPr>
          <p:nvPr/>
        </p:nvSpPr>
        <p:spPr>
          <a:xfrm xmlns:a="http://schemas.openxmlformats.org/drawingml/2006/main">
            <a:off x="203200" y="5969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6" name="capability_v1_s7_o86">
            <a:extLst xmlns:a="http://schemas.openxmlformats.org/drawingml/2006/main">
              <a:ext uri="{FF2B5EF4-FFF2-40B4-BE49-F238E27FC236}">
                <a16:creationId xmlns:a16="http://schemas.microsoft.com/office/drawing/2014/main" id="{42E25B90-B8D6-4D23-9064-CDDBC67AAA03}"/>
              </a:ext>
            </a:extLst>
          </p:cNvPr>
          <p:cNvSpPr>
            <a:spLocks xmlns:a="http://schemas.openxmlformats.org/drawingml/2006/main" noGrp="1"/>
          </p:cNvSpPr>
          <p:nvPr/>
        </p:nvSpPr>
        <p:spPr>
          <a:xfrm xmlns:a="http://schemas.openxmlformats.org/drawingml/2006/main">
            <a:off x="203200" y="6172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7" name="capability_v1_s7_o87">
            <a:extLst xmlns:a="http://schemas.openxmlformats.org/drawingml/2006/main">
              <a:ext uri="{FF2B5EF4-FFF2-40B4-BE49-F238E27FC236}">
                <a16:creationId xmlns:a16="http://schemas.microsoft.com/office/drawing/2014/main" id="{9F9D3B25-7084-4259-990C-83C53736A631}"/>
              </a:ext>
            </a:extLst>
          </p:cNvPr>
          <p:cNvSpPr>
            <a:spLocks xmlns:a="http://schemas.openxmlformats.org/drawingml/2006/main" noGrp="1"/>
          </p:cNvSpPr>
          <p:nvPr/>
        </p:nvSpPr>
        <p:spPr>
          <a:xfrm xmlns:a="http://schemas.openxmlformats.org/drawingml/2006/main">
            <a:off x="355600" y="1574800"/>
            <a:ext cx="11480800" cy="39751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88" name="capability_v1_s7_o88">
            <a:extLst xmlns:a="http://schemas.openxmlformats.org/drawingml/2006/main">
              <a:ext uri="{FF2B5EF4-FFF2-40B4-BE49-F238E27FC236}">
                <a16:creationId xmlns:a16="http://schemas.microsoft.com/office/drawing/2014/main" id="{0808D5B2-004A-4553-BB67-82BD0FA2B00F}"/>
              </a:ext>
            </a:extLst>
          </p:cNvPr>
          <p:cNvSpPr>
            <a:spLocks xmlns:a="http://schemas.openxmlformats.org/drawingml/2006/main" noGrp="1"/>
          </p:cNvSpPr>
          <p:nvPr/>
        </p:nvSpPr>
        <p:spPr>
          <a:xfrm xmlns:a="http://schemas.openxmlformats.org/drawingml/2006/main">
            <a:off x="355600" y="1574800"/>
            <a:ext cx="11480800" cy="3810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89" name="capability_v1_s7_o89">
            <a:extLst xmlns:a="http://schemas.openxmlformats.org/drawingml/2006/main">
              <a:ext uri="{FF2B5EF4-FFF2-40B4-BE49-F238E27FC236}">
                <a16:creationId xmlns:a16="http://schemas.microsoft.com/office/drawing/2014/main" id="{C18D4682-C799-4787-A595-71F974E96CFC}"/>
              </a:ext>
            </a:extLst>
          </p:cNvPr>
          <p:cNvSpPr>
            <a:spLocks xmlns:a="http://schemas.openxmlformats.org/drawingml/2006/main" noGrp="1"/>
          </p:cNvSpPr>
          <p:nvPr/>
        </p:nvSpPr>
        <p:spPr>
          <a:xfrm xmlns:a="http://schemas.openxmlformats.org/drawingml/2006/main">
            <a:off x="457200" y="1625600"/>
            <a:ext cx="241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90" name="capability_v1_s7_o90">
            <a:extLst xmlns:a="http://schemas.openxmlformats.org/drawingml/2006/main">
              <a:ext uri="{FF2B5EF4-FFF2-40B4-BE49-F238E27FC236}">
                <a16:creationId xmlns:a16="http://schemas.microsoft.com/office/drawing/2014/main" id="{2F95692A-9171-4DE4-938A-2C299DCB52E4}"/>
              </a:ext>
            </a:extLst>
          </p:cNvPr>
          <p:cNvSpPr>
            <a:spLocks xmlns:a="http://schemas.openxmlformats.org/drawingml/2006/main" noGrp="1"/>
          </p:cNvSpPr>
          <p:nvPr/>
        </p:nvSpPr>
        <p:spPr>
          <a:xfrm xmlns:a="http://schemas.openxmlformats.org/drawingml/2006/main">
            <a:off x="2819400" y="1651000"/>
            <a:ext cx="8763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F4F7FB"/>
                </a:solidFill>
                <a:latin typeface="Arial"/>
                <a:ea typeface="Arial"/>
                <a:cs typeface="Arial"/>
              </a:defRPr>
            </a:defPPr>
          </a:lstStyle>
          <a:p xmlns:a="http://schemas.openxmlformats.org/drawingml/2006/main">
            <a:pPr algn="l">
              <a:lnSpc>
                <a:spcPct val="108000"/>
              </a:lnSpc>
              <a:buNone/>
              <a:defRPr sz="1100" b="0">
                <a:solidFill>
                  <a:srgbClr val="F4F7FB"/>
                </a:solidFill>
                <a:latin typeface="Arial"/>
                <a:ea typeface="Arial"/>
                <a:cs typeface="Arial"/>
              </a:defRPr>
            </a:pPr>
            <a:r>
              <a:rPr sz="1100" b="0">
                <a:solidFill>
                  <a:srgbClr val="F4F7FB"/>
                </a:solidFill>
                <a:latin typeface="Arial"/>
                <a:ea typeface="Arial"/>
                <a:cs typeface="Arial"/>
              </a:rPr>
              <a:t>read-capability-dsl-source</a:t>
            </a:r>
          </a:p>
        </p:txBody>
      </p:sp>
      <p:sp>
        <p:nvSpPr>
          <p:cNvPr id="91" name="capability_v1_s7_o91">
            <a:extLst xmlns:a="http://schemas.openxmlformats.org/drawingml/2006/main">
              <a:ext uri="{FF2B5EF4-FFF2-40B4-BE49-F238E27FC236}">
                <a16:creationId xmlns:a16="http://schemas.microsoft.com/office/drawing/2014/main" id="{0F6060A1-BD66-45E1-BCB2-3361C7F98D6B}"/>
              </a:ext>
            </a:extLst>
          </p:cNvPr>
          <p:cNvSpPr>
            <a:spLocks xmlns:a="http://schemas.openxmlformats.org/drawingml/2006/main" noGrp="1"/>
          </p:cNvSpPr>
          <p:nvPr/>
        </p:nvSpPr>
        <p:spPr>
          <a:xfrm xmlns:a="http://schemas.openxmlformats.org/drawingml/2006/main">
            <a:off x="355600" y="5892800"/>
            <a:ext cx="11480800" cy="2921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92" name="capability_v1_s7_o92">
            <a:extLst xmlns:a="http://schemas.openxmlformats.org/drawingml/2006/main">
              <a:ext uri="{FF2B5EF4-FFF2-40B4-BE49-F238E27FC236}">
                <a16:creationId xmlns:a16="http://schemas.microsoft.com/office/drawing/2014/main" id="{54F66B33-E63E-4429-AEBC-7ACF6B1B9E72}"/>
              </a:ext>
            </a:extLst>
          </p:cNvPr>
          <p:cNvSpPr>
            <a:spLocks xmlns:a="http://schemas.openxmlformats.org/drawingml/2006/main" noGrp="1"/>
          </p:cNvSpPr>
          <p:nvPr/>
        </p:nvSpPr>
        <p:spPr>
          <a:xfrm xmlns:a="http://schemas.openxmlformats.org/drawingml/2006/main">
            <a:off x="457200" y="5918200"/>
            <a:ext cx="2921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1">
                <a:solidFill>
                  <a:srgbClr val="45A7FF"/>
                </a:solidFill>
                <a:latin typeface="Arial"/>
                <a:ea typeface="Arial"/>
                <a:cs typeface="Arial"/>
              </a:defRPr>
            </a:defPPr>
          </a:lstStyle>
          <a:p xmlns:a="http://schemas.openxmlformats.org/drawingml/2006/main">
            <a:pPr algn="l">
              <a:lnSpc>
                <a:spcPct val="108000"/>
              </a:lnSpc>
              <a:buNone/>
              <a:defRPr sz="1000" b="1">
                <a:solidFill>
                  <a:srgbClr val="45A7FF"/>
                </a:solidFill>
                <a:latin typeface="Arial"/>
                <a:ea typeface="Arial"/>
                <a:cs typeface="Arial"/>
              </a:defRPr>
            </a:pPr>
            <a:r>
              <a:rPr sz="1000" b="1">
                <a:solidFill>
                  <a:srgbClr val="45A7FF"/>
                </a:solidFill>
                <a:latin typeface="Arial"/>
                <a:ea typeface="Arial"/>
                <a:cs typeface="Arial"/>
              </a:rPr>
              <a:t>OBSERVATION / TELEMETRY</a:t>
            </a:r>
          </a:p>
        </p:txBody>
      </p:sp>
      <p:sp>
        <p:nvSpPr>
          <p:cNvPr id="93" name="capability_v1_s7_o93">
            <a:extLst xmlns:a="http://schemas.openxmlformats.org/drawingml/2006/main">
              <a:ext uri="{FF2B5EF4-FFF2-40B4-BE49-F238E27FC236}">
                <a16:creationId xmlns:a16="http://schemas.microsoft.com/office/drawing/2014/main" id="{56F9DC68-1B02-4C76-AA4B-371BDA49A1A7}"/>
              </a:ext>
            </a:extLst>
          </p:cNvPr>
          <p:cNvSpPr>
            <a:spLocks xmlns:a="http://schemas.openxmlformats.org/drawingml/2006/main" noGrp="1"/>
          </p:cNvSpPr>
          <p:nvPr/>
        </p:nvSpPr>
        <p:spPr>
          <a:xfrm xmlns:a="http://schemas.openxmlformats.org/drawingml/2006/main">
            <a:off x="3937000" y="5918200"/>
            <a:ext cx="7442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Unobserved · no invocation selected</a:t>
            </a:r>
          </a:p>
        </p:txBody>
      </p:sp>
      <p:sp>
        <p:nvSpPr>
          <p:cNvPr id="94" name="capability_v1_s7_o94">
            <a:extLst xmlns:a="http://schemas.openxmlformats.org/drawingml/2006/main">
              <a:ext uri="{FF2B5EF4-FFF2-40B4-BE49-F238E27FC236}">
                <a16:creationId xmlns:a16="http://schemas.microsoft.com/office/drawing/2014/main" id="{D6C583FF-4E41-424F-A53E-32B4E470C083}"/>
              </a:ext>
            </a:extLst>
          </p:cNvPr>
          <p:cNvSpPr>
            <a:spLocks xmlns:a="http://schemas.openxmlformats.org/drawingml/2006/main" noGrp="1"/>
          </p:cNvSpPr>
          <p:nvPr/>
        </p:nvSpPr>
        <p:spPr>
          <a:xfrm xmlns:a="http://schemas.openxmlformats.org/drawingml/2006/main">
            <a:off x="431800" y="5651500"/>
            <a:ext cx="127000" cy="127000"/>
          </a:xfrm>
          <a:prstGeom xmlns:a="http://schemas.openxmlformats.org/drawingml/2006/main" prst="rect">
            <a:avLst/>
          </a:prstGeom>
          <a:noFill xmlns:a="http://schemas.openxmlformats.org/drawingml/2006/main"/>
          <a:ln xmlns:a="http://schemas.openxmlformats.org/drawingml/2006/main" w="12700">
            <a:solidFill>
              <a:srgbClr val="F6B94D"/>
            </a:solidFill>
          </a:ln>
        </p:spPr>
      </p:sp>
      <p:sp>
        <p:nvSpPr>
          <p:cNvPr id="95" name="capability_v1_s7_o95">
            <a:extLst xmlns:a="http://schemas.openxmlformats.org/drawingml/2006/main">
              <a:ext uri="{FF2B5EF4-FFF2-40B4-BE49-F238E27FC236}">
                <a16:creationId xmlns:a16="http://schemas.microsoft.com/office/drawing/2014/main" id="{DF4A8DDE-7F76-498F-BF85-424E2274EEF0}"/>
              </a:ext>
            </a:extLst>
          </p:cNvPr>
          <p:cNvSpPr>
            <a:spLocks xmlns:a="http://schemas.openxmlformats.org/drawingml/2006/main" noGrp="1"/>
          </p:cNvSpPr>
          <p:nvPr/>
        </p:nvSpPr>
        <p:spPr>
          <a:xfrm xmlns:a="http://schemas.openxmlformats.org/drawingml/2006/main">
            <a:off x="635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F6B94D"/>
                </a:solidFill>
                <a:latin typeface="Arial"/>
                <a:ea typeface="Arial"/>
                <a:cs typeface="Arial"/>
              </a:defRPr>
            </a:defPPr>
          </a:lstStyle>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INPUT</a:t>
            </a:r>
          </a:p>
        </p:txBody>
      </p:sp>
      <p:sp>
        <p:nvSpPr>
          <p:cNvPr id="96" name="capability_v1_s7_o96">
            <a:extLst xmlns:a="http://schemas.openxmlformats.org/drawingml/2006/main">
              <a:ext uri="{FF2B5EF4-FFF2-40B4-BE49-F238E27FC236}">
                <a16:creationId xmlns:a16="http://schemas.microsoft.com/office/drawing/2014/main" id="{C4FA0499-A37A-46F8-A50D-A0DB010F5D95}"/>
              </a:ext>
            </a:extLst>
          </p:cNvPr>
          <p:cNvSpPr>
            <a:spLocks xmlns:a="http://schemas.openxmlformats.org/drawingml/2006/main" noGrp="1"/>
          </p:cNvSpPr>
          <p:nvPr/>
        </p:nvSpPr>
        <p:spPr>
          <a:xfrm xmlns:a="http://schemas.openxmlformats.org/drawingml/2006/main">
            <a:off x="2146300" y="5651500"/>
            <a:ext cx="127000" cy="127000"/>
          </a:xfrm>
          <a:prstGeom xmlns:a="http://schemas.openxmlformats.org/drawingml/2006/main" prst="rect">
            <a:avLst/>
          </a:prstGeom>
          <a:noFill xmlns:a="http://schemas.openxmlformats.org/drawingml/2006/main"/>
          <a:ln xmlns:a="http://schemas.openxmlformats.org/drawingml/2006/main" w="12700">
            <a:solidFill>
              <a:srgbClr val="45A7FF"/>
            </a:solidFill>
          </a:ln>
        </p:spPr>
      </p:sp>
      <p:sp>
        <p:nvSpPr>
          <p:cNvPr id="97" name="capability_v1_s7_o97">
            <a:extLst xmlns:a="http://schemas.openxmlformats.org/drawingml/2006/main">
              <a:ext uri="{FF2B5EF4-FFF2-40B4-BE49-F238E27FC236}">
                <a16:creationId xmlns:a16="http://schemas.microsoft.com/office/drawing/2014/main" id="{6B38230B-D2A3-43E3-9214-69F4F92237CB}"/>
              </a:ext>
            </a:extLst>
          </p:cNvPr>
          <p:cNvSpPr>
            <a:spLocks xmlns:a="http://schemas.openxmlformats.org/drawingml/2006/main" noGrp="1"/>
          </p:cNvSpPr>
          <p:nvPr/>
        </p:nvSpPr>
        <p:spPr>
          <a:xfrm xmlns:a="http://schemas.openxmlformats.org/drawingml/2006/main">
            <a:off x="2349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5A7FF"/>
                </a:solidFill>
                <a:latin typeface="Arial"/>
                <a:ea typeface="Arial"/>
                <a:cs typeface="Arial"/>
              </a:defRPr>
            </a:defPPr>
          </a:lstStyle>
          <a:p xmlns:a="http://schemas.openxmlformats.org/drawingml/2006/main">
            <a:pPr algn="l">
              <a:lnSpc>
                <a:spcPct val="108000"/>
              </a:lnSpc>
              <a:buNone/>
              <a:defRPr sz="900" b="0">
                <a:solidFill>
                  <a:srgbClr val="45A7FF"/>
                </a:solidFill>
                <a:latin typeface="Arial"/>
                <a:ea typeface="Arial"/>
                <a:cs typeface="Arial"/>
              </a:defRPr>
            </a:pPr>
            <a:r>
              <a:rPr sz="900" b="0">
                <a:solidFill>
                  <a:srgbClr val="45A7FF"/>
                </a:solidFill>
                <a:latin typeface="Arial"/>
                <a:ea typeface="Arial"/>
                <a:cs typeface="Arial"/>
              </a:rPr>
              <a:t>EXECUTION</a:t>
            </a:r>
          </a:p>
        </p:txBody>
      </p:sp>
      <p:sp>
        <p:nvSpPr>
          <p:cNvPr id="98" name="capability_v1_s7_o98">
            <a:extLst xmlns:a="http://schemas.openxmlformats.org/drawingml/2006/main">
              <a:ext uri="{FF2B5EF4-FFF2-40B4-BE49-F238E27FC236}">
                <a16:creationId xmlns:a16="http://schemas.microsoft.com/office/drawing/2014/main" id="{BB2BCB8E-A650-4322-A359-6254C3C340C2}"/>
              </a:ext>
            </a:extLst>
          </p:cNvPr>
          <p:cNvSpPr>
            <a:spLocks xmlns:a="http://schemas.openxmlformats.org/drawingml/2006/main" noGrp="1"/>
          </p:cNvSpPr>
          <p:nvPr/>
        </p:nvSpPr>
        <p:spPr>
          <a:xfrm xmlns:a="http://schemas.openxmlformats.org/drawingml/2006/main">
            <a:off x="3860800" y="5651500"/>
            <a:ext cx="127000" cy="127000"/>
          </a:xfrm>
          <a:prstGeom xmlns:a="http://schemas.openxmlformats.org/drawingml/2006/main" prst="rect">
            <a:avLst/>
          </a:prstGeom>
          <a:noFill xmlns:a="http://schemas.openxmlformats.org/drawingml/2006/main"/>
          <a:ln xmlns:a="http://schemas.openxmlformats.org/drawingml/2006/main" w="12700">
            <a:solidFill>
              <a:srgbClr val="A98AF2"/>
            </a:solidFill>
          </a:ln>
        </p:spPr>
      </p:sp>
      <p:sp>
        <p:nvSpPr>
          <p:cNvPr id="99" name="capability_v1_s7_o99">
            <a:extLst xmlns:a="http://schemas.openxmlformats.org/drawingml/2006/main">
              <a:ext uri="{FF2B5EF4-FFF2-40B4-BE49-F238E27FC236}">
                <a16:creationId xmlns:a16="http://schemas.microsoft.com/office/drawing/2014/main" id="{7698BA33-FEF5-4D29-8561-9FBDD42AAACC}"/>
              </a:ext>
            </a:extLst>
          </p:cNvPr>
          <p:cNvSpPr>
            <a:spLocks xmlns:a="http://schemas.openxmlformats.org/drawingml/2006/main" noGrp="1"/>
          </p:cNvSpPr>
          <p:nvPr/>
        </p:nvSpPr>
        <p:spPr>
          <a:xfrm xmlns:a="http://schemas.openxmlformats.org/drawingml/2006/main">
            <a:off x="4064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98AF2"/>
                </a:solidFill>
                <a:latin typeface="Arial"/>
                <a:ea typeface="Arial"/>
                <a:cs typeface="Arial"/>
              </a:defRPr>
            </a:defPPr>
          </a:lstStyle>
          <a:p xmlns:a="http://schemas.openxmlformats.org/drawingml/2006/main">
            <a:pPr algn="l">
              <a:lnSpc>
                <a:spcPct val="108000"/>
              </a:lnSpc>
              <a:buNone/>
              <a:defRPr sz="900" b="0">
                <a:solidFill>
                  <a:srgbClr val="A98AF2"/>
                </a:solidFill>
                <a:latin typeface="Arial"/>
                <a:ea typeface="Arial"/>
                <a:cs typeface="Arial"/>
              </a:defRPr>
            </a:pPr>
            <a:r>
              <a:rPr sz="900" b="0">
                <a:solidFill>
                  <a:srgbClr val="A98AF2"/>
                </a:solidFill>
                <a:latin typeface="Arial"/>
                <a:ea typeface="Arial"/>
                <a:cs typeface="Arial"/>
              </a:rPr>
              <a:t>PROVIDER</a:t>
            </a:r>
          </a:p>
        </p:txBody>
      </p:sp>
      <p:sp>
        <p:nvSpPr>
          <p:cNvPr id="100" name="capability_v1_s7_o100">
            <a:extLst xmlns:a="http://schemas.openxmlformats.org/drawingml/2006/main">
              <a:ext uri="{FF2B5EF4-FFF2-40B4-BE49-F238E27FC236}">
                <a16:creationId xmlns:a16="http://schemas.microsoft.com/office/drawing/2014/main" id="{3DDB9390-3583-4862-BAF4-62FA879E9BB0}"/>
              </a:ext>
            </a:extLst>
          </p:cNvPr>
          <p:cNvSpPr>
            <a:spLocks xmlns:a="http://schemas.openxmlformats.org/drawingml/2006/main" noGrp="1"/>
          </p:cNvSpPr>
          <p:nvPr/>
        </p:nvSpPr>
        <p:spPr>
          <a:xfrm xmlns:a="http://schemas.openxmlformats.org/drawingml/2006/main">
            <a:off x="5575300" y="5651500"/>
            <a:ext cx="127000" cy="127000"/>
          </a:xfrm>
          <a:prstGeom xmlns:a="http://schemas.openxmlformats.org/drawingml/2006/main" prst="rect">
            <a:avLst/>
          </a:prstGeom>
          <a:noFill xmlns:a="http://schemas.openxmlformats.org/drawingml/2006/main"/>
          <a:ln xmlns:a="http://schemas.openxmlformats.org/drawingml/2006/main" w="12700">
            <a:solidFill>
              <a:srgbClr val="4DE0B0"/>
            </a:solidFill>
          </a:ln>
        </p:spPr>
      </p:sp>
      <p:sp>
        <p:nvSpPr>
          <p:cNvPr id="101" name="capability_v1_s7_o101">
            <a:extLst xmlns:a="http://schemas.openxmlformats.org/drawingml/2006/main">
              <a:ext uri="{FF2B5EF4-FFF2-40B4-BE49-F238E27FC236}">
                <a16:creationId xmlns:a16="http://schemas.microsoft.com/office/drawing/2014/main" id="{41749AE1-AB11-4A33-9437-56AFEA1ADE67}"/>
              </a:ext>
            </a:extLst>
          </p:cNvPr>
          <p:cNvSpPr>
            <a:spLocks xmlns:a="http://schemas.openxmlformats.org/drawingml/2006/main" noGrp="1"/>
          </p:cNvSpPr>
          <p:nvPr/>
        </p:nvSpPr>
        <p:spPr>
          <a:xfrm xmlns:a="http://schemas.openxmlformats.org/drawingml/2006/main">
            <a:off x="5778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OUTCOME</a:t>
            </a:r>
          </a:p>
        </p:txBody>
      </p:sp>
      <p:sp>
        <p:nvSpPr>
          <p:cNvPr id="102" name="capability_v1_s7_o102">
            <a:extLst xmlns:a="http://schemas.openxmlformats.org/drawingml/2006/main">
              <a:ext uri="{FF2B5EF4-FFF2-40B4-BE49-F238E27FC236}">
                <a16:creationId xmlns:a16="http://schemas.microsoft.com/office/drawing/2014/main" id="{7CF302EA-52F5-4E33-8D81-E218A7E567CA}"/>
              </a:ext>
            </a:extLst>
          </p:cNvPr>
          <p:cNvSpPr>
            <a:spLocks xmlns:a="http://schemas.openxmlformats.org/drawingml/2006/main" noGrp="1"/>
          </p:cNvSpPr>
          <p:nvPr/>
        </p:nvSpPr>
        <p:spPr>
          <a:xfrm xmlns:a="http://schemas.openxmlformats.org/drawingml/2006/main">
            <a:off x="7950200" y="5613400"/>
            <a:ext cx="3784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Dashed: declared order / call</a:t>
            </a:r>
          </a:p>
        </p:txBody>
      </p:sp>
      <p:sp>
        <p:nvSpPr>
          <p:cNvPr id="103" name="capability_v1_s7_o103">
            <a:extLst xmlns:a="http://schemas.openxmlformats.org/drawingml/2006/main">
              <a:ext uri="{FF2B5EF4-FFF2-40B4-BE49-F238E27FC236}">
                <a16:creationId xmlns:a16="http://schemas.microsoft.com/office/drawing/2014/main" id="{8B82B9AA-00EA-47D6-8054-A80BF5B4F080}"/>
              </a:ext>
            </a:extLst>
          </p:cNvPr>
          <p:cNvSpPr>
            <a:spLocks xmlns:a="http://schemas.openxmlformats.org/drawingml/2006/main" noGrp="1"/>
          </p:cNvSpPr>
          <p:nvPr/>
        </p:nvSpPr>
        <p:spPr>
          <a:xfrm xmlns:a="http://schemas.openxmlformats.org/drawingml/2006/main">
            <a:off x="2516692" y="3660489"/>
            <a:ext cx="1031471" cy="95"/>
          </a:xfrm>
          <a:custGeom xmlns:a="http://schemas.openxmlformats.org/drawingml/2006/main">
            <a:pathLst>
              <a:path w="1031471" h="95">
                <a:moveTo>
                  <a:pt x="0" y="0"/>
                </a:moveTo>
                <a:lnTo>
                  <a:pt x="1031471" y="0"/>
                </a:lnTo>
              </a:path>
            </a:pathLst>
          </a:custGeom>
          <a:noFill xmlns:a="http://schemas.openxmlformats.org/drawingml/2006/main"/>
          <a:ln xmlns:a="http://schemas.openxmlformats.org/drawingml/2006/main" w="14407">
            <a:solidFill>
              <a:srgbClr val="A98AF2"/>
            </a:solidFill>
            <a:prstDash val="solid"/>
          </a:ln>
        </p:spPr>
      </p:sp>
      <p:sp>
        <p:nvSpPr>
          <p:cNvPr id="104" name="capability_v1_s7_o103_arrow">
            <a:extLst xmlns:a="http://schemas.openxmlformats.org/drawingml/2006/main">
              <a:ext uri="{FF2B5EF4-FFF2-40B4-BE49-F238E27FC236}">
                <a16:creationId xmlns:a16="http://schemas.microsoft.com/office/drawing/2014/main" id="{47A02DA2-8A44-4864-963A-28A285C69236}"/>
              </a:ext>
            </a:extLst>
          </p:cNvPr>
          <p:cNvSpPr>
            <a:spLocks xmlns:a="http://schemas.openxmlformats.org/drawingml/2006/main" noGrp="1"/>
          </p:cNvSpPr>
          <p:nvPr/>
        </p:nvSpPr>
        <p:spPr>
          <a:xfrm xmlns:a="http://schemas.openxmlformats.org/drawingml/2006/main">
            <a:off x="3471963"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5" name="capability_v1_s7_o104">
            <a:extLst xmlns:a="http://schemas.openxmlformats.org/drawingml/2006/main">
              <a:ext uri="{FF2B5EF4-FFF2-40B4-BE49-F238E27FC236}">
                <a16:creationId xmlns:a16="http://schemas.microsoft.com/office/drawing/2014/main" id="{6FAB5E81-E663-4983-A3D3-20FB5F3B0154}"/>
              </a:ext>
            </a:extLst>
          </p:cNvPr>
          <p:cNvSpPr>
            <a:spLocks xmlns:a="http://schemas.openxmlformats.org/drawingml/2006/main" noGrp="1"/>
          </p:cNvSpPr>
          <p:nvPr/>
        </p:nvSpPr>
        <p:spPr>
          <a:xfrm xmlns:a="http://schemas.openxmlformats.org/drawingml/2006/main">
            <a:off x="4051517" y="3660489"/>
            <a:ext cx="1031471" cy="95"/>
          </a:xfrm>
          <a:custGeom xmlns:a="http://schemas.openxmlformats.org/drawingml/2006/main">
            <a:pathLst>
              <a:path w="1031471" h="95">
                <a:moveTo>
                  <a:pt x="0" y="0"/>
                </a:moveTo>
                <a:lnTo>
                  <a:pt x="1031471" y="0"/>
                </a:lnTo>
              </a:path>
            </a:pathLst>
          </a:custGeom>
          <a:noFill xmlns:a="http://schemas.openxmlformats.org/drawingml/2006/main"/>
          <a:ln xmlns:a="http://schemas.openxmlformats.org/drawingml/2006/main" w="14407">
            <a:solidFill>
              <a:srgbClr val="A98AF2"/>
            </a:solidFill>
            <a:prstDash val="solid"/>
          </a:ln>
        </p:spPr>
      </p:sp>
      <p:sp>
        <p:nvSpPr>
          <p:cNvPr id="106" name="capability_v1_s7_o104_arrow">
            <a:extLst xmlns:a="http://schemas.openxmlformats.org/drawingml/2006/main">
              <a:ext uri="{FF2B5EF4-FFF2-40B4-BE49-F238E27FC236}">
                <a16:creationId xmlns:a16="http://schemas.microsoft.com/office/drawing/2014/main" id="{9FC0F94A-DE1A-4668-9076-83CD781BC80A}"/>
              </a:ext>
            </a:extLst>
          </p:cNvPr>
          <p:cNvSpPr>
            <a:spLocks xmlns:a="http://schemas.openxmlformats.org/drawingml/2006/main" noGrp="1"/>
          </p:cNvSpPr>
          <p:nvPr/>
        </p:nvSpPr>
        <p:spPr>
          <a:xfrm xmlns:a="http://schemas.openxmlformats.org/drawingml/2006/main">
            <a:off x="5006788"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7" name="capability_v1_s7_o105">
            <a:extLst xmlns:a="http://schemas.openxmlformats.org/drawingml/2006/main">
              <a:ext uri="{FF2B5EF4-FFF2-40B4-BE49-F238E27FC236}">
                <a16:creationId xmlns:a16="http://schemas.microsoft.com/office/drawing/2014/main" id="{9AF70223-9A30-4A4D-A553-0C27ED915455}"/>
              </a:ext>
            </a:extLst>
          </p:cNvPr>
          <p:cNvSpPr>
            <a:spLocks xmlns:a="http://schemas.openxmlformats.org/drawingml/2006/main" noGrp="1"/>
          </p:cNvSpPr>
          <p:nvPr/>
        </p:nvSpPr>
        <p:spPr>
          <a:xfrm xmlns:a="http://schemas.openxmlformats.org/drawingml/2006/main">
            <a:off x="7018966" y="3660489"/>
            <a:ext cx="315159" cy="95"/>
          </a:xfrm>
          <a:custGeom xmlns:a="http://schemas.openxmlformats.org/drawingml/2006/main">
            <a:pathLst>
              <a:path w="315159" h="95">
                <a:moveTo>
                  <a:pt x="0" y="0"/>
                </a:moveTo>
                <a:lnTo>
                  <a:pt x="315159" y="0"/>
                </a:lnTo>
              </a:path>
            </a:pathLst>
          </a:custGeom>
          <a:noFill xmlns:a="http://schemas.openxmlformats.org/drawingml/2006/main"/>
          <a:ln xmlns:a="http://schemas.openxmlformats.org/drawingml/2006/main" w="14407">
            <a:solidFill>
              <a:srgbClr val="A98AF2"/>
            </a:solidFill>
            <a:prstDash val="solid"/>
          </a:ln>
        </p:spPr>
      </p:sp>
      <p:sp>
        <p:nvSpPr>
          <p:cNvPr id="108" name="capability_v1_s7_o105_arrow">
            <a:extLst xmlns:a="http://schemas.openxmlformats.org/drawingml/2006/main">
              <a:ext uri="{FF2B5EF4-FFF2-40B4-BE49-F238E27FC236}">
                <a16:creationId xmlns:a16="http://schemas.microsoft.com/office/drawing/2014/main" id="{0FA5D6BB-C103-42A0-AEA5-B38490829DC8}"/>
              </a:ext>
            </a:extLst>
          </p:cNvPr>
          <p:cNvSpPr>
            <a:spLocks xmlns:a="http://schemas.openxmlformats.org/drawingml/2006/main" noGrp="1"/>
          </p:cNvSpPr>
          <p:nvPr/>
        </p:nvSpPr>
        <p:spPr>
          <a:xfrm xmlns:a="http://schemas.openxmlformats.org/drawingml/2006/main">
            <a:off x="7257925"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9" name="capability_v1_s7_o106">
            <a:extLst xmlns:a="http://schemas.openxmlformats.org/drawingml/2006/main">
              <a:ext uri="{FF2B5EF4-FFF2-40B4-BE49-F238E27FC236}">
                <a16:creationId xmlns:a16="http://schemas.microsoft.com/office/drawing/2014/main" id="{4F593F52-846C-4354-82A1-B0402DE1A4C5}"/>
              </a:ext>
            </a:extLst>
          </p:cNvPr>
          <p:cNvSpPr>
            <a:spLocks xmlns:a="http://schemas.openxmlformats.org/drawingml/2006/main" noGrp="1"/>
          </p:cNvSpPr>
          <p:nvPr/>
        </p:nvSpPr>
        <p:spPr>
          <a:xfrm xmlns:a="http://schemas.openxmlformats.org/drawingml/2006/main">
            <a:off x="9270104" y="3660489"/>
            <a:ext cx="315159" cy="95"/>
          </a:xfrm>
          <a:custGeom xmlns:a="http://schemas.openxmlformats.org/drawingml/2006/main">
            <a:pathLst>
              <a:path w="315159" h="95">
                <a:moveTo>
                  <a:pt x="0" y="0"/>
                </a:moveTo>
                <a:lnTo>
                  <a:pt x="315159" y="0"/>
                </a:lnTo>
              </a:path>
            </a:pathLst>
          </a:custGeom>
          <a:noFill xmlns:a="http://schemas.openxmlformats.org/drawingml/2006/main"/>
          <a:ln xmlns:a="http://schemas.openxmlformats.org/drawingml/2006/main" w="14407">
            <a:solidFill>
              <a:srgbClr val="A98AF2"/>
            </a:solidFill>
            <a:prstDash val="solid"/>
          </a:ln>
        </p:spPr>
      </p:sp>
      <p:sp>
        <p:nvSpPr>
          <p:cNvPr id="110" name="capability_v1_s7_o106_arrow">
            <a:extLst xmlns:a="http://schemas.openxmlformats.org/drawingml/2006/main">
              <a:ext uri="{FF2B5EF4-FFF2-40B4-BE49-F238E27FC236}">
                <a16:creationId xmlns:a16="http://schemas.microsoft.com/office/drawing/2014/main" id="{B47F9135-72E2-4BDF-8C33-4799F0639E7C}"/>
              </a:ext>
            </a:extLst>
          </p:cNvPr>
          <p:cNvSpPr>
            <a:spLocks xmlns:a="http://schemas.openxmlformats.org/drawingml/2006/main" noGrp="1"/>
          </p:cNvSpPr>
          <p:nvPr/>
        </p:nvSpPr>
        <p:spPr>
          <a:xfrm xmlns:a="http://schemas.openxmlformats.org/drawingml/2006/main">
            <a:off x="9509063"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11" name="capability_v1_s7_o107">
            <a:extLst xmlns:a="http://schemas.openxmlformats.org/drawingml/2006/main">
              <a:ext uri="{FF2B5EF4-FFF2-40B4-BE49-F238E27FC236}">
                <a16:creationId xmlns:a16="http://schemas.microsoft.com/office/drawing/2014/main" id="{748E5C76-57C7-4444-944C-7A98C5DDE973}"/>
              </a:ext>
            </a:extLst>
          </p:cNvPr>
          <p:cNvSpPr>
            <a:spLocks xmlns:a="http://schemas.openxmlformats.org/drawingml/2006/main" noGrp="1"/>
          </p:cNvSpPr>
          <p:nvPr/>
        </p:nvSpPr>
        <p:spPr>
          <a:xfrm xmlns:a="http://schemas.openxmlformats.org/drawingml/2006/main">
            <a:off x="580714" y="3165238"/>
            <a:ext cx="1935978"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2606">
            <a:solidFill>
              <a:srgbClr val="45A7FF"/>
            </a:solidFill>
          </a:ln>
        </p:spPr>
      </p:sp>
      <p:sp>
        <p:nvSpPr>
          <p:cNvPr id="112" name="capability_v1_s7_o108">
            <a:extLst xmlns:a="http://schemas.openxmlformats.org/drawingml/2006/main">
              <a:ext uri="{FF2B5EF4-FFF2-40B4-BE49-F238E27FC236}">
                <a16:creationId xmlns:a16="http://schemas.microsoft.com/office/drawing/2014/main" id="{711DF35E-5310-479E-A05E-238C4D1E141C}"/>
              </a:ext>
            </a:extLst>
          </p:cNvPr>
          <p:cNvSpPr>
            <a:spLocks xmlns:a="http://schemas.openxmlformats.org/drawingml/2006/main" noGrp="1"/>
          </p:cNvSpPr>
          <p:nvPr/>
        </p:nvSpPr>
        <p:spPr>
          <a:xfrm xmlns:a="http://schemas.openxmlformats.org/drawingml/2006/main">
            <a:off x="648473" y="3199906"/>
            <a:ext cx="1800460" cy="24763"/>
          </a:xfrm>
          <a:prstGeom xmlns:a="http://schemas.openxmlformats.org/drawingml/2006/main" prst="rect">
            <a:avLst/>
          </a:prstGeom>
          <a:solidFill xmlns:a="http://schemas.openxmlformats.org/drawingml/2006/main">
            <a:srgbClr val="45A7FF">
              <a:alpha val="45000"/>
            </a:srgbClr>
          </a:solidFill>
          <a:ln xmlns:a="http://schemas.openxmlformats.org/drawingml/2006/main" w="0">
            <a:noFill/>
          </a:ln>
        </p:spPr>
      </p:sp>
      <p:sp>
        <p:nvSpPr>
          <p:cNvPr id="113" name="capability_v1_s7_o109">
            <a:extLst xmlns:a="http://schemas.openxmlformats.org/drawingml/2006/main">
              <a:ext uri="{FF2B5EF4-FFF2-40B4-BE49-F238E27FC236}">
                <a16:creationId xmlns:a16="http://schemas.microsoft.com/office/drawing/2014/main" id="{31B014E3-608A-4784-B5A1-8DFD7942EC3B}"/>
              </a:ext>
            </a:extLst>
          </p:cNvPr>
          <p:cNvSpPr>
            <a:spLocks xmlns:a="http://schemas.openxmlformats.org/drawingml/2006/main" noGrp="1"/>
          </p:cNvSpPr>
          <p:nvPr/>
        </p:nvSpPr>
        <p:spPr>
          <a:xfrm xmlns:a="http://schemas.openxmlformats.org/drawingml/2006/main">
            <a:off x="688768" y="3237275"/>
            <a:ext cx="234118" cy="234118"/>
          </a:xfrm>
          <a:prstGeom xmlns:a="http://schemas.openxmlformats.org/drawingml/2006/main" prst="ellipse">
            <a:avLst/>
          </a:prstGeom>
          <a:solidFill xmlns:a="http://schemas.openxmlformats.org/drawingml/2006/main">
            <a:srgbClr val="072D49"/>
          </a:solidFill>
          <a:ln xmlns:a="http://schemas.openxmlformats.org/drawingml/2006/main" w="9005">
            <a:solidFill>
              <a:srgbClr val="45A7FF"/>
            </a:solidFill>
          </a:ln>
        </p:spPr>
      </p:sp>
      <p:sp>
        <p:nvSpPr>
          <p:cNvPr id="114" name="capability_v1_s7_o110">
            <a:extLst xmlns:a="http://schemas.openxmlformats.org/drawingml/2006/main">
              <a:ext uri="{FF2B5EF4-FFF2-40B4-BE49-F238E27FC236}">
                <a16:creationId xmlns:a16="http://schemas.microsoft.com/office/drawing/2014/main" id="{9AA3B1DA-C84F-400D-98F3-638B9F66967C}"/>
              </a:ext>
            </a:extLst>
          </p:cNvPr>
          <p:cNvSpPr>
            <a:spLocks xmlns:a="http://schemas.openxmlformats.org/drawingml/2006/main" noGrp="1"/>
          </p:cNvSpPr>
          <p:nvPr/>
        </p:nvSpPr>
        <p:spPr>
          <a:xfrm xmlns:a="http://schemas.openxmlformats.org/drawingml/2006/main">
            <a:off x="616732" y="3255284"/>
            <a:ext cx="378191" cy="19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655" b="1">
                <a:solidFill>
                  <a:srgbClr val="45A7FF"/>
                </a:solidFill>
                <a:latin typeface="Arial"/>
                <a:ea typeface="Arial"/>
                <a:cs typeface="Arial"/>
              </a:defRPr>
            </a:defPPr>
          </a:lstStyle>
          <a:p xmlns:a="http://schemas.openxmlformats.org/drawingml/2006/main">
            <a:pPr algn="ctr">
              <a:lnSpc>
                <a:spcPct val="108000"/>
              </a:lnSpc>
              <a:buNone/>
              <a:defRPr sz="655" b="1">
                <a:solidFill>
                  <a:srgbClr val="45A7FF"/>
                </a:solidFill>
                <a:latin typeface="Arial"/>
                <a:ea typeface="Arial"/>
                <a:cs typeface="Arial"/>
              </a:defRPr>
            </a:pPr>
            <a:r>
              <a:rPr sz="655" b="1">
                <a:solidFill>
                  <a:srgbClr val="45A7FF"/>
                </a:solidFill>
                <a:latin typeface="Arial"/>
                <a:ea typeface="Arial"/>
                <a:cs typeface="Arial"/>
              </a:rPr>
              <a:t>01</a:t>
            </a:r>
          </a:p>
        </p:txBody>
      </p:sp>
      <p:sp>
        <p:nvSpPr>
          <p:cNvPr id="115" name="capability_v1_s7_o111">
            <a:extLst xmlns:a="http://schemas.openxmlformats.org/drawingml/2006/main">
              <a:ext uri="{FF2B5EF4-FFF2-40B4-BE49-F238E27FC236}">
                <a16:creationId xmlns:a16="http://schemas.microsoft.com/office/drawing/2014/main" id="{4C5283E4-1FF9-4E48-94E5-F3C29CB1D012}"/>
              </a:ext>
            </a:extLst>
          </p:cNvPr>
          <p:cNvSpPr>
            <a:spLocks xmlns:a="http://schemas.openxmlformats.org/drawingml/2006/main" noGrp="1"/>
          </p:cNvSpPr>
          <p:nvPr/>
        </p:nvSpPr>
        <p:spPr>
          <a:xfrm xmlns:a="http://schemas.openxmlformats.org/drawingml/2006/main">
            <a:off x="985918" y="3255284"/>
            <a:ext cx="1467741" cy="2251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26" b="0">
                <a:solidFill>
                  <a:srgbClr val="45A7FF"/>
                </a:solidFill>
                <a:latin typeface="Arial"/>
                <a:ea typeface="Arial"/>
                <a:cs typeface="Arial"/>
              </a:defRPr>
            </a:defPPr>
          </a:lstStyle>
          <a:p xmlns:a="http://schemas.openxmlformats.org/drawingml/2006/main">
            <a:pPr algn="ctr">
              <a:lnSpc>
                <a:spcPct val="108000"/>
              </a:lnSpc>
              <a:buNone/>
              <a:defRPr sz="826" b="0">
                <a:solidFill>
                  <a:srgbClr val="45A7FF"/>
                </a:solidFill>
                <a:latin typeface="Arial"/>
                <a:ea typeface="Arial"/>
                <a:cs typeface="Arial"/>
              </a:defRPr>
            </a:pPr>
            <a:r>
              <a:rPr sz="826" b="0">
                <a:solidFill>
                  <a:srgbClr val="45A7FF"/>
                </a:solidFill>
                <a:latin typeface="Arial"/>
                <a:ea typeface="Arial"/>
                <a:cs typeface="Arial"/>
              </a:rPr>
              <a:t>invoke-port</a:t>
            </a:r>
          </a:p>
        </p:txBody>
      </p:sp>
      <p:sp>
        <p:nvSpPr>
          <p:cNvPr id="116" name="capability_v1_s7_o112">
            <a:extLst xmlns:a="http://schemas.openxmlformats.org/drawingml/2006/main">
              <a:ext uri="{FF2B5EF4-FFF2-40B4-BE49-F238E27FC236}">
                <a16:creationId xmlns:a16="http://schemas.microsoft.com/office/drawing/2014/main" id="{50601FEB-C5AF-4BA8-B50E-3BB45D2AA05A}"/>
              </a:ext>
            </a:extLst>
          </p:cNvPr>
          <p:cNvSpPr>
            <a:spLocks xmlns:a="http://schemas.openxmlformats.org/drawingml/2006/main" noGrp="1"/>
          </p:cNvSpPr>
          <p:nvPr/>
        </p:nvSpPr>
        <p:spPr>
          <a:xfrm xmlns:a="http://schemas.openxmlformats.org/drawingml/2006/main">
            <a:off x="658153" y="3531724"/>
            <a:ext cx="1781100"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capability dsl read</a:t>
            </a:r>
          </a:p>
        </p:txBody>
      </p:sp>
      <p:sp>
        <p:nvSpPr>
          <p:cNvPr id="117" name="capability_v1_s7_o113">
            <a:extLst xmlns:a="http://schemas.openxmlformats.org/drawingml/2006/main">
              <a:ext uri="{FF2B5EF4-FFF2-40B4-BE49-F238E27FC236}">
                <a16:creationId xmlns:a16="http://schemas.microsoft.com/office/drawing/2014/main" id="{FD6BD90B-7AF8-4F42-BA25-41F67104494D}"/>
              </a:ext>
            </a:extLst>
          </p:cNvPr>
          <p:cNvSpPr>
            <a:spLocks xmlns:a="http://schemas.openxmlformats.org/drawingml/2006/main" noGrp="1"/>
          </p:cNvSpPr>
          <p:nvPr/>
        </p:nvSpPr>
        <p:spPr>
          <a:xfrm xmlns:a="http://schemas.openxmlformats.org/drawingml/2006/main">
            <a:off x="2489678"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8" name="capability_v1_s7_o114">
            <a:extLst xmlns:a="http://schemas.openxmlformats.org/drawingml/2006/main">
              <a:ext uri="{FF2B5EF4-FFF2-40B4-BE49-F238E27FC236}">
                <a16:creationId xmlns:a16="http://schemas.microsoft.com/office/drawing/2014/main" id="{1694972F-A64D-4E2A-B35E-F28AB21958DD}"/>
              </a:ext>
            </a:extLst>
          </p:cNvPr>
          <p:cNvSpPr>
            <a:spLocks xmlns:a="http://schemas.openxmlformats.org/drawingml/2006/main" noGrp="1"/>
          </p:cNvSpPr>
          <p:nvPr/>
        </p:nvSpPr>
        <p:spPr>
          <a:xfrm xmlns:a="http://schemas.openxmlformats.org/drawingml/2006/main">
            <a:off x="3703041" y="3502009"/>
            <a:ext cx="193598" cy="316960"/>
          </a:xfrm>
          <a:prstGeom xmlns:a="http://schemas.openxmlformats.org/drawingml/2006/main" prst="rect">
            <a:avLst/>
          </a:prstGeom>
          <a:solidFill xmlns:a="http://schemas.openxmlformats.org/drawingml/2006/main">
            <a:srgbClr val="041C32"/>
          </a:solidFill>
          <a:ln xmlns:a="http://schemas.openxmlformats.org/drawingml/2006/main" w="9005">
            <a:solidFill>
              <a:srgbClr val="A98AF2"/>
            </a:solidFill>
          </a:ln>
        </p:spPr>
      </p:sp>
      <p:sp>
        <p:nvSpPr>
          <p:cNvPr id="119" name="capability_v1_s7_o115">
            <a:extLst xmlns:a="http://schemas.openxmlformats.org/drawingml/2006/main">
              <a:ext uri="{FF2B5EF4-FFF2-40B4-BE49-F238E27FC236}">
                <a16:creationId xmlns:a16="http://schemas.microsoft.com/office/drawing/2014/main" id="{31979929-BE16-4F6A-BA22-52B0C5C030B6}"/>
              </a:ext>
            </a:extLst>
          </p:cNvPr>
          <p:cNvSpPr>
            <a:spLocks xmlns:a="http://schemas.openxmlformats.org/drawingml/2006/main" noGrp="1"/>
          </p:cNvSpPr>
          <p:nvPr/>
        </p:nvSpPr>
        <p:spPr>
          <a:xfrm xmlns:a="http://schemas.openxmlformats.org/drawingml/2006/main">
            <a:off x="3548163" y="356143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0" name="capability_v1_s7_o116">
            <a:extLst xmlns:a="http://schemas.openxmlformats.org/drawingml/2006/main">
              <a:ext uri="{FF2B5EF4-FFF2-40B4-BE49-F238E27FC236}">
                <a16:creationId xmlns:a16="http://schemas.microsoft.com/office/drawing/2014/main" id="{7DE80336-0B10-460F-A9AB-BA932434956B}"/>
              </a:ext>
            </a:extLst>
          </p:cNvPr>
          <p:cNvSpPr>
            <a:spLocks xmlns:a="http://schemas.openxmlformats.org/drawingml/2006/main" noGrp="1"/>
          </p:cNvSpPr>
          <p:nvPr/>
        </p:nvSpPr>
        <p:spPr>
          <a:xfrm xmlns:a="http://schemas.openxmlformats.org/drawingml/2006/main">
            <a:off x="3548163" y="366048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1" name="capability_v1_s7_o117">
            <a:extLst xmlns:a="http://schemas.openxmlformats.org/drawingml/2006/main">
              <a:ext uri="{FF2B5EF4-FFF2-40B4-BE49-F238E27FC236}">
                <a16:creationId xmlns:a16="http://schemas.microsoft.com/office/drawing/2014/main" id="{A6537073-E982-41AA-AE17-15204ACDCE3E}"/>
              </a:ext>
            </a:extLst>
          </p:cNvPr>
          <p:cNvSpPr>
            <a:spLocks xmlns:a="http://schemas.openxmlformats.org/drawingml/2006/main" noGrp="1"/>
          </p:cNvSpPr>
          <p:nvPr/>
        </p:nvSpPr>
        <p:spPr>
          <a:xfrm xmlns:a="http://schemas.openxmlformats.org/drawingml/2006/main">
            <a:off x="3548163" y="375953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2" name="capability_v1_s7_o118">
            <a:extLst xmlns:a="http://schemas.openxmlformats.org/drawingml/2006/main">
              <a:ext uri="{FF2B5EF4-FFF2-40B4-BE49-F238E27FC236}">
                <a16:creationId xmlns:a16="http://schemas.microsoft.com/office/drawing/2014/main" id="{D9EA7067-3804-4608-8BFB-BC51F1DA1238}"/>
              </a:ext>
            </a:extLst>
          </p:cNvPr>
          <p:cNvSpPr>
            <a:spLocks xmlns:a="http://schemas.openxmlformats.org/drawingml/2006/main" noGrp="1"/>
          </p:cNvSpPr>
          <p:nvPr/>
        </p:nvSpPr>
        <p:spPr>
          <a:xfrm xmlns:a="http://schemas.openxmlformats.org/drawingml/2006/main">
            <a:off x="3761120" y="3624831"/>
            <a:ext cx="77439" cy="71316"/>
          </a:xfrm>
          <a:prstGeom xmlns:a="http://schemas.openxmlformats.org/drawingml/2006/main" prst="ellipse">
            <a:avLst/>
          </a:prstGeom>
          <a:solidFill xmlns:a="http://schemas.openxmlformats.org/drawingml/2006/main">
            <a:srgbClr val="041C32"/>
          </a:solidFill>
          <a:ln xmlns:a="http://schemas.openxmlformats.org/drawingml/2006/main" w="11706">
            <a:solidFill>
              <a:srgbClr val="A98AF2"/>
            </a:solidFill>
          </a:ln>
        </p:spPr>
      </p:sp>
      <p:sp>
        <p:nvSpPr>
          <p:cNvPr id="123" name="capability_v1_s7_o119">
            <a:extLst xmlns:a="http://schemas.openxmlformats.org/drawingml/2006/main">
              <a:ext uri="{FF2B5EF4-FFF2-40B4-BE49-F238E27FC236}">
                <a16:creationId xmlns:a16="http://schemas.microsoft.com/office/drawing/2014/main" id="{11513CC6-5CFB-43C6-935E-106348A26F67}"/>
              </a:ext>
            </a:extLst>
          </p:cNvPr>
          <p:cNvSpPr>
            <a:spLocks xmlns:a="http://schemas.openxmlformats.org/drawingml/2006/main" noGrp="1"/>
          </p:cNvSpPr>
          <p:nvPr/>
        </p:nvSpPr>
        <p:spPr>
          <a:xfrm xmlns:a="http://schemas.openxmlformats.org/drawingml/2006/main">
            <a:off x="2889930" y="3185048"/>
            <a:ext cx="1819819" cy="237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18" b="1">
                <a:solidFill>
                  <a:srgbClr val="A98AF2"/>
                </a:solidFill>
                <a:latin typeface="Arial"/>
                <a:ea typeface="Arial"/>
                <a:cs typeface="Arial"/>
              </a:defRPr>
            </a:defPPr>
          </a:lstStyle>
          <a:p xmlns:a="http://schemas.openxmlformats.org/drawingml/2006/main">
            <a:pPr algn="ctr">
              <a:lnSpc>
                <a:spcPct val="108000"/>
              </a:lnSpc>
              <a:buNone/>
              <a:defRPr sz="918" b="1">
                <a:solidFill>
                  <a:srgbClr val="A98AF2"/>
                </a:solidFill>
                <a:latin typeface="Arial"/>
                <a:ea typeface="Arial"/>
                <a:cs typeface="Arial"/>
              </a:defRPr>
            </a:pPr>
            <a:r>
              <a:rPr sz="918" b="1">
                <a:solidFill>
                  <a:srgbClr val="A98AF2"/>
                </a:solidFill>
                <a:latin typeface="Arial"/>
                <a:ea typeface="Arial"/>
                <a:cs typeface="Arial"/>
              </a:rPr>
              <a:t>PORT</a:t>
            </a:r>
          </a:p>
        </p:txBody>
      </p:sp>
      <p:sp>
        <p:nvSpPr>
          <p:cNvPr id="124" name="capability_v1_s7_o120">
            <a:extLst xmlns:a="http://schemas.openxmlformats.org/drawingml/2006/main">
              <a:ext uri="{FF2B5EF4-FFF2-40B4-BE49-F238E27FC236}">
                <a16:creationId xmlns:a16="http://schemas.microsoft.com/office/drawing/2014/main" id="{F6DBD097-959C-4978-8C56-896D3674A31B}"/>
              </a:ext>
            </a:extLst>
          </p:cNvPr>
          <p:cNvSpPr>
            <a:spLocks xmlns:a="http://schemas.openxmlformats.org/drawingml/2006/main" noGrp="1"/>
          </p:cNvSpPr>
          <p:nvPr/>
        </p:nvSpPr>
        <p:spPr>
          <a:xfrm xmlns:a="http://schemas.openxmlformats.org/drawingml/2006/main">
            <a:off x="2831851" y="3848684"/>
            <a:ext cx="1935978" cy="29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capability dsl read</a:t>
            </a:r>
          </a:p>
        </p:txBody>
      </p:sp>
      <p:sp>
        <p:nvSpPr>
          <p:cNvPr id="125" name="capability_v1_s7_o121">
            <a:extLst xmlns:a="http://schemas.openxmlformats.org/drawingml/2006/main">
              <a:ext uri="{FF2B5EF4-FFF2-40B4-BE49-F238E27FC236}">
                <a16:creationId xmlns:a16="http://schemas.microsoft.com/office/drawing/2014/main" id="{83AADE02-6078-410A-8ED6-A72E65A22CD0}"/>
              </a:ext>
            </a:extLst>
          </p:cNvPr>
          <p:cNvSpPr>
            <a:spLocks xmlns:a="http://schemas.openxmlformats.org/drawingml/2006/main" noGrp="1"/>
          </p:cNvSpPr>
          <p:nvPr/>
        </p:nvSpPr>
        <p:spPr>
          <a:xfrm xmlns:a="http://schemas.openxmlformats.org/drawingml/2006/main">
            <a:off x="3521149"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26" name="capability_v1_s7_o122">
            <a:extLst xmlns:a="http://schemas.openxmlformats.org/drawingml/2006/main">
              <a:ext uri="{FF2B5EF4-FFF2-40B4-BE49-F238E27FC236}">
                <a16:creationId xmlns:a16="http://schemas.microsoft.com/office/drawing/2014/main" id="{C2D97D3C-2EB6-4735-9076-CF4093F6423D}"/>
              </a:ext>
            </a:extLst>
          </p:cNvPr>
          <p:cNvSpPr>
            <a:spLocks xmlns:a="http://schemas.openxmlformats.org/drawingml/2006/main" noGrp="1"/>
          </p:cNvSpPr>
          <p:nvPr/>
        </p:nvSpPr>
        <p:spPr>
          <a:xfrm xmlns:a="http://schemas.openxmlformats.org/drawingml/2006/main">
            <a:off x="4024503"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27" name="capability_v1_s7_o123">
            <a:extLst xmlns:a="http://schemas.openxmlformats.org/drawingml/2006/main">
              <a:ext uri="{FF2B5EF4-FFF2-40B4-BE49-F238E27FC236}">
                <a16:creationId xmlns:a16="http://schemas.microsoft.com/office/drawing/2014/main" id="{68311F44-D7D5-4131-8067-FD2316308AF9}"/>
              </a:ext>
            </a:extLst>
          </p:cNvPr>
          <p:cNvSpPr>
            <a:spLocks xmlns:a="http://schemas.openxmlformats.org/drawingml/2006/main" noGrp="1"/>
          </p:cNvSpPr>
          <p:nvPr/>
        </p:nvSpPr>
        <p:spPr>
          <a:xfrm xmlns:a="http://schemas.openxmlformats.org/drawingml/2006/main">
            <a:off x="5315306" y="3165238"/>
            <a:ext cx="1471343"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3507">
            <a:solidFill>
              <a:srgbClr val="A98AF2"/>
            </a:solidFill>
          </a:ln>
        </p:spPr>
      </p:sp>
      <p:sp>
        <p:nvSpPr>
          <p:cNvPr id="128" name="capability_v1_s7_o124">
            <a:extLst xmlns:a="http://schemas.openxmlformats.org/drawingml/2006/main">
              <a:ext uri="{FF2B5EF4-FFF2-40B4-BE49-F238E27FC236}">
                <a16:creationId xmlns:a16="http://schemas.microsoft.com/office/drawing/2014/main" id="{6A4EFAFD-7318-491C-8EDE-C0E6763430D1}"/>
              </a:ext>
            </a:extLst>
          </p:cNvPr>
          <p:cNvSpPr>
            <a:spLocks xmlns:a="http://schemas.openxmlformats.org/drawingml/2006/main" noGrp="1"/>
          </p:cNvSpPr>
          <p:nvPr/>
        </p:nvSpPr>
        <p:spPr>
          <a:xfrm xmlns:a="http://schemas.openxmlformats.org/drawingml/2006/main">
            <a:off x="5082988" y="3363339"/>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29" name="capability_v1_s7_o125">
            <a:extLst xmlns:a="http://schemas.openxmlformats.org/drawingml/2006/main">
              <a:ext uri="{FF2B5EF4-FFF2-40B4-BE49-F238E27FC236}">
                <a16:creationId xmlns:a16="http://schemas.microsoft.com/office/drawing/2014/main" id="{B435E369-CFED-46DC-8C47-53B1D73D938F}"/>
              </a:ext>
            </a:extLst>
          </p:cNvPr>
          <p:cNvSpPr>
            <a:spLocks xmlns:a="http://schemas.openxmlformats.org/drawingml/2006/main" noGrp="1"/>
          </p:cNvSpPr>
          <p:nvPr/>
        </p:nvSpPr>
        <p:spPr>
          <a:xfrm xmlns:a="http://schemas.openxmlformats.org/drawingml/2006/main">
            <a:off x="5082988" y="3625821"/>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0" name="capability_v1_s7_o126">
            <a:extLst xmlns:a="http://schemas.openxmlformats.org/drawingml/2006/main">
              <a:ext uri="{FF2B5EF4-FFF2-40B4-BE49-F238E27FC236}">
                <a16:creationId xmlns:a16="http://schemas.microsoft.com/office/drawing/2014/main" id="{072B4606-274F-456A-BC70-FCAE00FF9CAA}"/>
              </a:ext>
            </a:extLst>
          </p:cNvPr>
          <p:cNvSpPr>
            <a:spLocks xmlns:a="http://schemas.openxmlformats.org/drawingml/2006/main" noGrp="1"/>
          </p:cNvSpPr>
          <p:nvPr/>
        </p:nvSpPr>
        <p:spPr>
          <a:xfrm xmlns:a="http://schemas.openxmlformats.org/drawingml/2006/main">
            <a:off x="5082988" y="3888304"/>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1" name="capability_v1_s7_o127">
            <a:extLst xmlns:a="http://schemas.openxmlformats.org/drawingml/2006/main">
              <a:ext uri="{FF2B5EF4-FFF2-40B4-BE49-F238E27FC236}">
                <a16:creationId xmlns:a16="http://schemas.microsoft.com/office/drawing/2014/main" id="{C0590ADB-37C9-4AC8-A547-ADDC68FF9A57}"/>
              </a:ext>
            </a:extLst>
          </p:cNvPr>
          <p:cNvSpPr>
            <a:spLocks xmlns:a="http://schemas.openxmlformats.org/drawingml/2006/main" noGrp="1"/>
          </p:cNvSpPr>
          <p:nvPr/>
        </p:nvSpPr>
        <p:spPr>
          <a:xfrm xmlns:a="http://schemas.openxmlformats.org/drawingml/2006/main">
            <a:off x="6767289" y="3363339"/>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2" name="capability_v1_s7_o128">
            <a:extLst xmlns:a="http://schemas.openxmlformats.org/drawingml/2006/main">
              <a:ext uri="{FF2B5EF4-FFF2-40B4-BE49-F238E27FC236}">
                <a16:creationId xmlns:a16="http://schemas.microsoft.com/office/drawing/2014/main" id="{7F1EA54B-E3F6-45D1-B160-BE51F2EFE3D7}"/>
              </a:ext>
            </a:extLst>
          </p:cNvPr>
          <p:cNvSpPr>
            <a:spLocks xmlns:a="http://schemas.openxmlformats.org/drawingml/2006/main" noGrp="1"/>
          </p:cNvSpPr>
          <p:nvPr/>
        </p:nvSpPr>
        <p:spPr>
          <a:xfrm xmlns:a="http://schemas.openxmlformats.org/drawingml/2006/main">
            <a:off x="6767289" y="3625821"/>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3" name="capability_v1_s7_o129">
            <a:extLst xmlns:a="http://schemas.openxmlformats.org/drawingml/2006/main">
              <a:ext uri="{FF2B5EF4-FFF2-40B4-BE49-F238E27FC236}">
                <a16:creationId xmlns:a16="http://schemas.microsoft.com/office/drawing/2014/main" id="{0A881D43-3563-4CA3-B88C-3E2399EA4E08}"/>
              </a:ext>
            </a:extLst>
          </p:cNvPr>
          <p:cNvSpPr>
            <a:spLocks xmlns:a="http://schemas.openxmlformats.org/drawingml/2006/main" noGrp="1"/>
          </p:cNvSpPr>
          <p:nvPr/>
        </p:nvSpPr>
        <p:spPr>
          <a:xfrm xmlns:a="http://schemas.openxmlformats.org/drawingml/2006/main">
            <a:off x="6767289" y="3888304"/>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4" name="capability_v1_s7_o130">
            <a:extLst xmlns:a="http://schemas.openxmlformats.org/drawingml/2006/main">
              <a:ext uri="{FF2B5EF4-FFF2-40B4-BE49-F238E27FC236}">
                <a16:creationId xmlns:a16="http://schemas.microsoft.com/office/drawing/2014/main" id="{263FD998-E580-477E-83C0-1B273119F0B1}"/>
              </a:ext>
            </a:extLst>
          </p:cNvPr>
          <p:cNvSpPr>
            <a:spLocks xmlns:a="http://schemas.openxmlformats.org/drawingml/2006/main" noGrp="1"/>
          </p:cNvSpPr>
          <p:nvPr/>
        </p:nvSpPr>
        <p:spPr>
          <a:xfrm xmlns:a="http://schemas.openxmlformats.org/drawingml/2006/main">
            <a:off x="5373385" y="3214763"/>
            <a:ext cx="1355185" cy="2575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A98AF2"/>
                </a:solidFill>
                <a:latin typeface="Arial"/>
                <a:ea typeface="Arial"/>
                <a:cs typeface="Arial"/>
              </a:defRPr>
            </a:defPPr>
          </a:lstStyle>
          <a:p xmlns:a="http://schemas.openxmlformats.org/drawingml/2006/main">
            <a:pPr algn="ctr">
              <a:lnSpc>
                <a:spcPct val="108000"/>
              </a:lnSpc>
              <a:buNone/>
              <a:defRPr sz="993" b="1">
                <a:solidFill>
                  <a:srgbClr val="A98AF2"/>
                </a:solidFill>
                <a:latin typeface="Arial"/>
                <a:ea typeface="Arial"/>
                <a:cs typeface="Arial"/>
              </a:defRPr>
            </a:pPr>
            <a:r>
              <a:rPr sz="993" b="1">
                <a:solidFill>
                  <a:srgbClr val="A98AF2"/>
                </a:solidFill>
                <a:latin typeface="Arial"/>
                <a:ea typeface="Arial"/>
                <a:cs typeface="Arial"/>
              </a:rPr>
              <a:t>BINDING</a:t>
            </a:r>
          </a:p>
        </p:txBody>
      </p:sp>
      <p:sp>
        <p:nvSpPr>
          <p:cNvPr id="135" name="capability_v1_s7_o131">
            <a:extLst xmlns:a="http://schemas.openxmlformats.org/drawingml/2006/main">
              <a:ext uri="{FF2B5EF4-FFF2-40B4-BE49-F238E27FC236}">
                <a16:creationId xmlns:a16="http://schemas.microsoft.com/office/drawing/2014/main" id="{61D254A0-9116-47B5-9B82-571A16B3F424}"/>
              </a:ext>
            </a:extLst>
          </p:cNvPr>
          <p:cNvSpPr>
            <a:spLocks xmlns:a="http://schemas.openxmlformats.org/drawingml/2006/main" noGrp="1"/>
          </p:cNvSpPr>
          <p:nvPr/>
        </p:nvSpPr>
        <p:spPr>
          <a:xfrm xmlns:a="http://schemas.openxmlformats.org/drawingml/2006/main">
            <a:off x="5373385" y="3521819"/>
            <a:ext cx="1355185"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embodiment plan</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port</a:t>
            </a:r>
          </a:p>
        </p:txBody>
      </p:sp>
      <p:sp>
        <p:nvSpPr>
          <p:cNvPr id="136" name="capability_v1_s7_o132">
            <a:extLst xmlns:a="http://schemas.openxmlformats.org/drawingml/2006/main">
              <a:ext uri="{FF2B5EF4-FFF2-40B4-BE49-F238E27FC236}">
                <a16:creationId xmlns:a16="http://schemas.microsoft.com/office/drawing/2014/main" id="{15E6BAF3-91EA-4A54-8F0C-7873F72F69CA}"/>
              </a:ext>
            </a:extLst>
          </p:cNvPr>
          <p:cNvSpPr>
            <a:spLocks xmlns:a="http://schemas.openxmlformats.org/drawingml/2006/main" noGrp="1"/>
          </p:cNvSpPr>
          <p:nvPr/>
        </p:nvSpPr>
        <p:spPr>
          <a:xfrm xmlns:a="http://schemas.openxmlformats.org/drawingml/2006/main">
            <a:off x="5055975"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37" name="capability_v1_s7_o133">
            <a:extLst xmlns:a="http://schemas.openxmlformats.org/drawingml/2006/main">
              <a:ext uri="{FF2B5EF4-FFF2-40B4-BE49-F238E27FC236}">
                <a16:creationId xmlns:a16="http://schemas.microsoft.com/office/drawing/2014/main" id="{D62C9A93-4D49-4D3E-9B5E-8A03F43C12A0}"/>
              </a:ext>
            </a:extLst>
          </p:cNvPr>
          <p:cNvSpPr>
            <a:spLocks xmlns:a="http://schemas.openxmlformats.org/drawingml/2006/main" noGrp="1"/>
          </p:cNvSpPr>
          <p:nvPr/>
        </p:nvSpPr>
        <p:spPr>
          <a:xfrm xmlns:a="http://schemas.openxmlformats.org/drawingml/2006/main">
            <a:off x="6991953"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38" name="capability_v1_s7_o134">
            <a:extLst xmlns:a="http://schemas.openxmlformats.org/drawingml/2006/main">
              <a:ext uri="{FF2B5EF4-FFF2-40B4-BE49-F238E27FC236}">
                <a16:creationId xmlns:a16="http://schemas.microsoft.com/office/drawing/2014/main" id="{889264F8-9A86-4C68-A563-A2F9E385C476}"/>
              </a:ext>
            </a:extLst>
          </p:cNvPr>
          <p:cNvSpPr>
            <a:spLocks xmlns:a="http://schemas.openxmlformats.org/drawingml/2006/main" noGrp="1"/>
          </p:cNvSpPr>
          <p:nvPr/>
        </p:nvSpPr>
        <p:spPr>
          <a:xfrm xmlns:a="http://schemas.openxmlformats.org/drawingml/2006/main">
            <a:off x="7334125" y="3165238"/>
            <a:ext cx="1935978" cy="990500"/>
          </a:xfrm>
          <a:prstGeom xmlns:a="http://schemas.openxmlformats.org/drawingml/2006/main" prst="hexagon">
            <a:avLst/>
          </a:prstGeom>
          <a:solidFill xmlns:a="http://schemas.openxmlformats.org/drawingml/2006/main">
            <a:srgbClr val="041C32"/>
          </a:solidFill>
          <a:ln xmlns:a="http://schemas.openxmlformats.org/drawingml/2006/main" w="12606">
            <a:solidFill>
              <a:srgbClr val="A98AF2"/>
            </a:solidFill>
          </a:ln>
        </p:spPr>
      </p:sp>
      <p:sp>
        <p:nvSpPr>
          <p:cNvPr id="139" name="capability_v1_s7_o135">
            <a:extLst xmlns:a="http://schemas.openxmlformats.org/drawingml/2006/main">
              <a:ext uri="{FF2B5EF4-FFF2-40B4-BE49-F238E27FC236}">
                <a16:creationId xmlns:a16="http://schemas.microsoft.com/office/drawing/2014/main" id="{DCC978B8-7311-46F9-BF67-2D7A2421172E}"/>
              </a:ext>
            </a:extLst>
          </p:cNvPr>
          <p:cNvSpPr>
            <a:spLocks xmlns:a="http://schemas.openxmlformats.org/drawingml/2006/main" noGrp="1"/>
          </p:cNvSpPr>
          <p:nvPr/>
        </p:nvSpPr>
        <p:spPr>
          <a:xfrm xmlns:a="http://schemas.openxmlformats.org/drawingml/2006/main">
            <a:off x="7721321" y="3214763"/>
            <a:ext cx="1161587" cy="2674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A98AF2"/>
                </a:solidFill>
                <a:latin typeface="Arial"/>
                <a:ea typeface="Arial"/>
                <a:cs typeface="Arial"/>
              </a:defRPr>
            </a:defPPr>
          </a:lstStyle>
          <a:p xmlns:a="http://schemas.openxmlformats.org/drawingml/2006/main">
            <a:pPr algn="ctr">
              <a:lnSpc>
                <a:spcPct val="108000"/>
              </a:lnSpc>
              <a:buNone/>
              <a:defRPr sz="993" b="1">
                <a:solidFill>
                  <a:srgbClr val="A98AF2"/>
                </a:solidFill>
                <a:latin typeface="Arial"/>
                <a:ea typeface="Arial"/>
                <a:cs typeface="Arial"/>
              </a:defRPr>
            </a:pPr>
            <a:r>
              <a:rPr sz="993" b="1">
                <a:solidFill>
                  <a:srgbClr val="A98AF2"/>
                </a:solidFill>
                <a:latin typeface="Arial"/>
                <a:ea typeface="Arial"/>
                <a:cs typeface="Arial"/>
              </a:rPr>
              <a:t>PLATFORM</a:t>
            </a:r>
          </a:p>
        </p:txBody>
      </p:sp>
      <p:sp>
        <p:nvSpPr>
          <p:cNvPr id="140" name="capability_v1_s7_o136">
            <a:extLst xmlns:a="http://schemas.openxmlformats.org/drawingml/2006/main">
              <a:ext uri="{FF2B5EF4-FFF2-40B4-BE49-F238E27FC236}">
                <a16:creationId xmlns:a16="http://schemas.microsoft.com/office/drawing/2014/main" id="{55A36B38-ED7D-4EF5-9216-B8F17C9A4629}"/>
              </a:ext>
            </a:extLst>
          </p:cNvPr>
          <p:cNvSpPr>
            <a:spLocks xmlns:a="http://schemas.openxmlformats.org/drawingml/2006/main" noGrp="1"/>
          </p:cNvSpPr>
          <p:nvPr/>
        </p:nvSpPr>
        <p:spPr>
          <a:xfrm xmlns:a="http://schemas.openxmlformats.org/drawingml/2006/main">
            <a:off x="7682602" y="3511914"/>
            <a:ext cx="1239026" cy="5843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embodiment</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plan port</a:t>
            </a:r>
          </a:p>
        </p:txBody>
      </p:sp>
      <p:sp>
        <p:nvSpPr>
          <p:cNvPr id="141" name="capability_v1_s7_o137">
            <a:extLst xmlns:a="http://schemas.openxmlformats.org/drawingml/2006/main">
              <a:ext uri="{FF2B5EF4-FFF2-40B4-BE49-F238E27FC236}">
                <a16:creationId xmlns:a16="http://schemas.microsoft.com/office/drawing/2014/main" id="{9D101398-F94A-43D2-9051-651729DAF106}"/>
              </a:ext>
            </a:extLst>
          </p:cNvPr>
          <p:cNvSpPr>
            <a:spLocks xmlns:a="http://schemas.openxmlformats.org/drawingml/2006/main" noGrp="1"/>
          </p:cNvSpPr>
          <p:nvPr/>
        </p:nvSpPr>
        <p:spPr>
          <a:xfrm xmlns:a="http://schemas.openxmlformats.org/drawingml/2006/main">
            <a:off x="7307112"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42" name="capability_v1_s7_o138">
            <a:extLst xmlns:a="http://schemas.openxmlformats.org/drawingml/2006/main">
              <a:ext uri="{FF2B5EF4-FFF2-40B4-BE49-F238E27FC236}">
                <a16:creationId xmlns:a16="http://schemas.microsoft.com/office/drawing/2014/main" id="{0181BA4A-269D-44E9-9160-5CA2DB30A065}"/>
              </a:ext>
            </a:extLst>
          </p:cNvPr>
          <p:cNvSpPr>
            <a:spLocks xmlns:a="http://schemas.openxmlformats.org/drawingml/2006/main" noGrp="1"/>
          </p:cNvSpPr>
          <p:nvPr/>
        </p:nvSpPr>
        <p:spPr>
          <a:xfrm xmlns:a="http://schemas.openxmlformats.org/drawingml/2006/main">
            <a:off x="9243090"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43" name="capability_v1_s7_o139">
            <a:extLst xmlns:a="http://schemas.openxmlformats.org/drawingml/2006/main">
              <a:ext uri="{FF2B5EF4-FFF2-40B4-BE49-F238E27FC236}">
                <a16:creationId xmlns:a16="http://schemas.microsoft.com/office/drawing/2014/main" id="{ECF7A820-6BCC-45B3-84D6-BBA312B11BC3}"/>
              </a:ext>
            </a:extLst>
          </p:cNvPr>
          <p:cNvSpPr>
            <a:spLocks xmlns:a="http://schemas.openxmlformats.org/drawingml/2006/main" noGrp="1"/>
          </p:cNvSpPr>
          <p:nvPr/>
        </p:nvSpPr>
        <p:spPr>
          <a:xfrm xmlns:a="http://schemas.openxmlformats.org/drawingml/2006/main">
            <a:off x="9691742" y="3224668"/>
            <a:ext cx="1752060" cy="921165"/>
          </a:xfrm>
          <a:prstGeom xmlns:a="http://schemas.openxmlformats.org/drawingml/2006/main" prst="roundRect">
            <a:avLst>
              <a:gd name="adj" fmla="val 11030"/>
            </a:avLst>
          </a:prstGeom>
          <a:solidFill xmlns:a="http://schemas.openxmlformats.org/drawingml/2006/main">
            <a:srgbClr val="020A14"/>
          </a:solidFill>
          <a:ln xmlns:a="http://schemas.openxmlformats.org/drawingml/2006/main" w="0">
            <a:noFill/>
          </a:ln>
        </p:spPr>
      </p:sp>
      <p:sp>
        <p:nvSpPr>
          <p:cNvPr id="144" name="capability_v1_s7_o140">
            <a:extLst xmlns:a="http://schemas.openxmlformats.org/drawingml/2006/main">
              <a:ext uri="{FF2B5EF4-FFF2-40B4-BE49-F238E27FC236}">
                <a16:creationId xmlns:a16="http://schemas.microsoft.com/office/drawing/2014/main" id="{EB115CB5-E600-40D1-AD58-E3C05DA5581B}"/>
              </a:ext>
            </a:extLst>
          </p:cNvPr>
          <p:cNvSpPr>
            <a:spLocks xmlns:a="http://schemas.openxmlformats.org/drawingml/2006/main" noGrp="1"/>
          </p:cNvSpPr>
          <p:nvPr/>
        </p:nvSpPr>
        <p:spPr>
          <a:xfrm xmlns:a="http://schemas.openxmlformats.org/drawingml/2006/main">
            <a:off x="9653022" y="3165238"/>
            <a:ext cx="1800460"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4407">
            <a:solidFill>
              <a:srgbClr val="A98AF2"/>
            </a:solidFill>
          </a:ln>
        </p:spPr>
      </p:sp>
      <p:sp>
        <p:nvSpPr>
          <p:cNvPr id="145" name="capability_v1_s7_o141">
            <a:extLst xmlns:a="http://schemas.openxmlformats.org/drawingml/2006/main">
              <a:ext uri="{FF2B5EF4-FFF2-40B4-BE49-F238E27FC236}">
                <a16:creationId xmlns:a16="http://schemas.microsoft.com/office/drawing/2014/main" id="{A5ECDAF2-DB8F-43E4-9E35-6DE895716B18}"/>
              </a:ext>
            </a:extLst>
          </p:cNvPr>
          <p:cNvSpPr>
            <a:spLocks xmlns:a="http://schemas.openxmlformats.org/drawingml/2006/main" noGrp="1"/>
          </p:cNvSpPr>
          <p:nvPr/>
        </p:nvSpPr>
        <p:spPr>
          <a:xfrm xmlns:a="http://schemas.openxmlformats.org/drawingml/2006/main">
            <a:off x="9711101" y="3219716"/>
            <a:ext cx="1684301" cy="27734"/>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146" name="capability_v1_s7_o142">
            <a:extLst xmlns:a="http://schemas.openxmlformats.org/drawingml/2006/main">
              <a:ext uri="{FF2B5EF4-FFF2-40B4-BE49-F238E27FC236}">
                <a16:creationId xmlns:a16="http://schemas.microsoft.com/office/drawing/2014/main" id="{540BD3AF-D941-49BC-B58D-C85A4086D156}"/>
              </a:ext>
            </a:extLst>
          </p:cNvPr>
          <p:cNvSpPr>
            <a:spLocks xmlns:a="http://schemas.openxmlformats.org/drawingml/2006/main" noGrp="1"/>
          </p:cNvSpPr>
          <p:nvPr/>
        </p:nvSpPr>
        <p:spPr>
          <a:xfrm xmlns:a="http://schemas.openxmlformats.org/drawingml/2006/main">
            <a:off x="9585263" y="342276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7" name="capability_v1_s7_o143">
            <a:extLst xmlns:a="http://schemas.openxmlformats.org/drawingml/2006/main">
              <a:ext uri="{FF2B5EF4-FFF2-40B4-BE49-F238E27FC236}">
                <a16:creationId xmlns:a16="http://schemas.microsoft.com/office/drawing/2014/main" id="{D0A5EF6B-B2CF-43A7-9BB6-14F404105EB5}"/>
              </a:ext>
            </a:extLst>
          </p:cNvPr>
          <p:cNvSpPr>
            <a:spLocks xmlns:a="http://schemas.openxmlformats.org/drawingml/2006/main" noGrp="1"/>
          </p:cNvSpPr>
          <p:nvPr/>
        </p:nvSpPr>
        <p:spPr>
          <a:xfrm xmlns:a="http://schemas.openxmlformats.org/drawingml/2006/main">
            <a:off x="9585263" y="366048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8" name="capability_v1_s7_o144">
            <a:extLst xmlns:a="http://schemas.openxmlformats.org/drawingml/2006/main">
              <a:ext uri="{FF2B5EF4-FFF2-40B4-BE49-F238E27FC236}">
                <a16:creationId xmlns:a16="http://schemas.microsoft.com/office/drawing/2014/main" id="{60EBA977-93FF-46C3-BA6B-690C853504D1}"/>
              </a:ext>
            </a:extLst>
          </p:cNvPr>
          <p:cNvSpPr>
            <a:spLocks xmlns:a="http://schemas.openxmlformats.org/drawingml/2006/main" noGrp="1"/>
          </p:cNvSpPr>
          <p:nvPr/>
        </p:nvSpPr>
        <p:spPr>
          <a:xfrm xmlns:a="http://schemas.openxmlformats.org/drawingml/2006/main">
            <a:off x="9585263" y="389820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9" name="capability_v1_s7_o145">
            <a:extLst xmlns:a="http://schemas.openxmlformats.org/drawingml/2006/main">
              <a:ext uri="{FF2B5EF4-FFF2-40B4-BE49-F238E27FC236}">
                <a16:creationId xmlns:a16="http://schemas.microsoft.com/office/drawing/2014/main" id="{BA883001-C4DF-4116-9435-B13C42AFEC40}"/>
              </a:ext>
            </a:extLst>
          </p:cNvPr>
          <p:cNvSpPr>
            <a:spLocks xmlns:a="http://schemas.openxmlformats.org/drawingml/2006/main" noGrp="1"/>
          </p:cNvSpPr>
          <p:nvPr/>
        </p:nvSpPr>
        <p:spPr>
          <a:xfrm xmlns:a="http://schemas.openxmlformats.org/drawingml/2006/main">
            <a:off x="11453482" y="342276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0" name="capability_v1_s7_o146">
            <a:extLst xmlns:a="http://schemas.openxmlformats.org/drawingml/2006/main">
              <a:ext uri="{FF2B5EF4-FFF2-40B4-BE49-F238E27FC236}">
                <a16:creationId xmlns:a16="http://schemas.microsoft.com/office/drawing/2014/main" id="{091B6C10-DDFA-4779-AD11-7DC500102FAE}"/>
              </a:ext>
            </a:extLst>
          </p:cNvPr>
          <p:cNvSpPr>
            <a:spLocks xmlns:a="http://schemas.openxmlformats.org/drawingml/2006/main" noGrp="1"/>
          </p:cNvSpPr>
          <p:nvPr/>
        </p:nvSpPr>
        <p:spPr>
          <a:xfrm xmlns:a="http://schemas.openxmlformats.org/drawingml/2006/main">
            <a:off x="11453482" y="366048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1" name="capability_v1_s7_o147">
            <a:extLst xmlns:a="http://schemas.openxmlformats.org/drawingml/2006/main">
              <a:ext uri="{FF2B5EF4-FFF2-40B4-BE49-F238E27FC236}">
                <a16:creationId xmlns:a16="http://schemas.microsoft.com/office/drawing/2014/main" id="{81D8CC81-147A-4D66-9FA5-D83C2DEC3274}"/>
              </a:ext>
            </a:extLst>
          </p:cNvPr>
          <p:cNvSpPr>
            <a:spLocks xmlns:a="http://schemas.openxmlformats.org/drawingml/2006/main" noGrp="1"/>
          </p:cNvSpPr>
          <p:nvPr/>
        </p:nvSpPr>
        <p:spPr>
          <a:xfrm xmlns:a="http://schemas.openxmlformats.org/drawingml/2006/main">
            <a:off x="11453482" y="389820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2" name="capability_v1_s7_o148">
            <a:extLst xmlns:a="http://schemas.openxmlformats.org/drawingml/2006/main">
              <a:ext uri="{FF2B5EF4-FFF2-40B4-BE49-F238E27FC236}">
                <a16:creationId xmlns:a16="http://schemas.microsoft.com/office/drawing/2014/main" id="{BD46203E-B693-416F-A1D2-017703667686}"/>
              </a:ext>
            </a:extLst>
          </p:cNvPr>
          <p:cNvSpPr>
            <a:spLocks xmlns:a="http://schemas.openxmlformats.org/drawingml/2006/main" noGrp="1"/>
          </p:cNvSpPr>
          <p:nvPr/>
        </p:nvSpPr>
        <p:spPr>
          <a:xfrm xmlns:a="http://schemas.openxmlformats.org/drawingml/2006/main">
            <a:off x="10553252" y="3165238"/>
            <a:ext cx="95" cy="19810"/>
          </a:xfrm>
          <a:custGeom xmlns:a="http://schemas.openxmlformats.org/drawingml/2006/main">
            <a:pathLst>
              <a:path w="95" h="19810">
                <a:moveTo>
                  <a:pt x="0" y="0"/>
                </a:moveTo>
                <a:lnTo>
                  <a:pt x="0" y="19810"/>
                </a:lnTo>
              </a:path>
            </a:pathLst>
          </a:custGeom>
          <a:noFill xmlns:a="http://schemas.openxmlformats.org/drawingml/2006/main"/>
          <a:ln xmlns:a="http://schemas.openxmlformats.org/drawingml/2006/main" w="10805">
            <a:solidFill>
              <a:srgbClr val="A98AF2"/>
            </a:solidFill>
            <a:prstDash val="solid"/>
          </a:ln>
        </p:spPr>
      </p:sp>
      <p:sp>
        <p:nvSpPr>
          <p:cNvPr id="153" name="capability_v1_s7_o149">
            <a:extLst xmlns:a="http://schemas.openxmlformats.org/drawingml/2006/main">
              <a:ext uri="{FF2B5EF4-FFF2-40B4-BE49-F238E27FC236}">
                <a16:creationId xmlns:a16="http://schemas.microsoft.com/office/drawing/2014/main" id="{51A3956D-6E90-42B0-8560-81DCDE4CAECD}"/>
              </a:ext>
            </a:extLst>
          </p:cNvPr>
          <p:cNvSpPr>
            <a:spLocks xmlns:a="http://schemas.openxmlformats.org/drawingml/2006/main" noGrp="1"/>
          </p:cNvSpPr>
          <p:nvPr/>
        </p:nvSpPr>
        <p:spPr>
          <a:xfrm xmlns:a="http://schemas.openxmlformats.org/drawingml/2006/main">
            <a:off x="10553252" y="4116119"/>
            <a:ext cx="95" cy="39620"/>
          </a:xfrm>
          <a:custGeom xmlns:a="http://schemas.openxmlformats.org/drawingml/2006/main">
            <a:pathLst>
              <a:path w="95" h="39620">
                <a:moveTo>
                  <a:pt x="0" y="0"/>
                </a:moveTo>
                <a:lnTo>
                  <a:pt x="0" y="39620"/>
                </a:lnTo>
              </a:path>
            </a:pathLst>
          </a:custGeom>
          <a:noFill xmlns:a="http://schemas.openxmlformats.org/drawingml/2006/main"/>
          <a:ln xmlns:a="http://schemas.openxmlformats.org/drawingml/2006/main" w="10805">
            <a:solidFill>
              <a:srgbClr val="A98AF2"/>
            </a:solidFill>
            <a:prstDash val="solid"/>
          </a:ln>
        </p:spPr>
      </p:sp>
      <p:sp>
        <p:nvSpPr>
          <p:cNvPr id="154" name="capability_v1_s7_o150">
            <a:extLst xmlns:a="http://schemas.openxmlformats.org/drawingml/2006/main">
              <a:ext uri="{FF2B5EF4-FFF2-40B4-BE49-F238E27FC236}">
                <a16:creationId xmlns:a16="http://schemas.microsoft.com/office/drawing/2014/main" id="{CCA76F8D-193A-419A-B108-69A49E61363C}"/>
              </a:ext>
            </a:extLst>
          </p:cNvPr>
          <p:cNvSpPr>
            <a:spLocks xmlns:a="http://schemas.openxmlformats.org/drawingml/2006/main" noGrp="1"/>
          </p:cNvSpPr>
          <p:nvPr/>
        </p:nvSpPr>
        <p:spPr>
          <a:xfrm xmlns:a="http://schemas.openxmlformats.org/drawingml/2006/main">
            <a:off x="9701421" y="3244478"/>
            <a:ext cx="1703661" cy="237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18" b="1">
                <a:solidFill>
                  <a:srgbClr val="A98AF2"/>
                </a:solidFill>
                <a:latin typeface="Arial"/>
                <a:ea typeface="Arial"/>
                <a:cs typeface="Arial"/>
              </a:defRPr>
            </a:defPPr>
          </a:lstStyle>
          <a:p xmlns:a="http://schemas.openxmlformats.org/drawingml/2006/main">
            <a:pPr algn="ctr">
              <a:lnSpc>
                <a:spcPct val="108000"/>
              </a:lnSpc>
              <a:buNone/>
              <a:defRPr sz="918" b="1">
                <a:solidFill>
                  <a:srgbClr val="A98AF2"/>
                </a:solidFill>
                <a:latin typeface="Arial"/>
                <a:ea typeface="Arial"/>
                <a:cs typeface="Arial"/>
              </a:defRPr>
            </a:pPr>
            <a:r>
              <a:rPr sz="918" b="1">
                <a:solidFill>
                  <a:srgbClr val="A98AF2"/>
                </a:solidFill>
                <a:latin typeface="Arial"/>
                <a:ea typeface="Arial"/>
                <a:cs typeface="Arial"/>
              </a:rPr>
              <a:t>PROVIDER</a:t>
            </a:r>
          </a:p>
        </p:txBody>
      </p:sp>
      <p:sp>
        <p:nvSpPr>
          <p:cNvPr id="155" name="capability_v1_s7_o151">
            <a:extLst xmlns:a="http://schemas.openxmlformats.org/drawingml/2006/main">
              <a:ext uri="{FF2B5EF4-FFF2-40B4-BE49-F238E27FC236}">
                <a16:creationId xmlns:a16="http://schemas.microsoft.com/office/drawing/2014/main" id="{25120EF5-5BA6-4F16-A188-861640A1D539}"/>
              </a:ext>
            </a:extLst>
          </p:cNvPr>
          <p:cNvSpPr>
            <a:spLocks xmlns:a="http://schemas.openxmlformats.org/drawingml/2006/main" noGrp="1"/>
          </p:cNvSpPr>
          <p:nvPr/>
        </p:nvSpPr>
        <p:spPr>
          <a:xfrm xmlns:a="http://schemas.openxmlformats.org/drawingml/2006/main">
            <a:off x="9720781" y="3502009"/>
            <a:ext cx="1664941"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Declared Read Graph</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Provider (query runner)</a:t>
            </a:r>
          </a:p>
        </p:txBody>
      </p:sp>
      <p:sp>
        <p:nvSpPr>
          <p:cNvPr id="156" name="capability_v1_s7_o152">
            <a:extLst xmlns:a="http://schemas.openxmlformats.org/drawingml/2006/main">
              <a:ext uri="{FF2B5EF4-FFF2-40B4-BE49-F238E27FC236}">
                <a16:creationId xmlns:a16="http://schemas.microsoft.com/office/drawing/2014/main" id="{4A0FAA04-1209-4DFB-B4C2-664D07268B33}"/>
              </a:ext>
            </a:extLst>
          </p:cNvPr>
          <p:cNvSpPr>
            <a:spLocks xmlns:a="http://schemas.openxmlformats.org/drawingml/2006/main" noGrp="1"/>
          </p:cNvSpPr>
          <p:nvPr/>
        </p:nvSpPr>
        <p:spPr>
          <a:xfrm xmlns:a="http://schemas.openxmlformats.org/drawingml/2006/main">
            <a:off x="9558249"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57" name="capability_v1_s7_o153">
            <a:extLst xmlns:a="http://schemas.openxmlformats.org/drawingml/2006/main">
              <a:ext uri="{FF2B5EF4-FFF2-40B4-BE49-F238E27FC236}">
                <a16:creationId xmlns:a16="http://schemas.microsoft.com/office/drawing/2014/main" id="{B06BB504-D485-496F-861C-54690A5063C3}"/>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f5143282acd4b45" action="ppaction://hlinksldjump"/>
              </a:rPr>
              <a:t>Back to complete Event circuit</a:t>
            </a:r>
          </a:p>
        </p:txBody>
      </p:sp>
      <p:sp>
        <p:nvSpPr>
          <p:cNvPr id="158" name="capability_v1_s7_o154">
            <a:extLst xmlns:a="http://schemas.openxmlformats.org/drawingml/2006/main">
              <a:ext uri="{FF2B5EF4-FFF2-40B4-BE49-F238E27FC236}">
                <a16:creationId xmlns:a16="http://schemas.microsoft.com/office/drawing/2014/main" id="{E8AE4995-847B-454E-AFD0-338D27D8BC25}"/>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098422584"/>
      </p:ext>
    </p:extLst>
  </p:cSld>
</p:sld>
</file>

<file path=ppt/slides/slide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0" name="capability_v1_s8_o1">
            <a:extLst xmlns:a="http://schemas.openxmlformats.org/drawingml/2006/main">
              <a:ext uri="{FF2B5EF4-FFF2-40B4-BE49-F238E27FC236}">
                <a16:creationId xmlns:a16="http://schemas.microsoft.com/office/drawing/2014/main" id="{FE3731E2-5676-4325-AE47-5D6D7C24891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involvement</a:t>
            </a:r>
          </a:p>
        </p:txBody>
      </p:sp>
      <p:sp>
        <p:nvSpPr>
          <p:cNvPr id="2" name="capability_v1_s8_o2">
            <a:extLst xmlns:a="http://schemas.openxmlformats.org/drawingml/2006/main">
              <a:ext uri="{FF2B5EF4-FFF2-40B4-BE49-F238E27FC236}">
                <a16:creationId xmlns:a16="http://schemas.microsoft.com/office/drawing/2014/main" id="{849B754D-A93D-42E7-963E-8416D51D92E8}"/>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Declared Read Graph Provider (query runner)</a:t>
            </a:r>
          </a:p>
        </p:txBody>
      </p:sp>
      <p:sp>
        <p:nvSpPr>
          <p:cNvPr id="3" name="capability_v1_s8_o3">
            <a:extLst xmlns:a="http://schemas.openxmlformats.org/drawingml/2006/main">
              <a:ext uri="{FF2B5EF4-FFF2-40B4-BE49-F238E27FC236}">
                <a16:creationId xmlns:a16="http://schemas.microsoft.com/office/drawing/2014/main" id="{DA4A4AFA-F3D1-485B-90B4-8F2EC8FE88A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08</a:t>
            </a:r>
          </a:p>
        </p:txBody>
      </p:sp>
      <p:sp>
        <p:nvSpPr>
          <p:cNvPr id="4" name="capability_v1_s8_o4">
            <a:extLst xmlns:a="http://schemas.openxmlformats.org/drawingml/2006/main">
              <a:ext uri="{FF2B5EF4-FFF2-40B4-BE49-F238E27FC236}">
                <a16:creationId xmlns:a16="http://schemas.microsoft.com/office/drawing/2014/main" id="{643A4F7E-FBA0-4BA9-BDB7-38D4B58BFBCE}"/>
              </a:ext>
            </a:extLst>
          </p:cNvPr>
          <p:cNvSpPr>
            <a:spLocks xmlns:a="http://schemas.openxmlformats.org/drawingml/2006/main" noGrp="1"/>
          </p:cNvSpPr>
          <p:nvPr/>
        </p:nvSpPr>
        <p:spPr>
          <a:xfrm xmlns:a="http://schemas.openxmlformats.org/drawingml/2006/main">
            <a:off x="482600" y="1765300"/>
            <a:ext cx="11049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hlinkClick xmlns:r="http://schemas.openxmlformats.org/officeDocument/2006/relationships" r:id="R81d36eb916db43ef" action="ppaction://hlinksldjump"/>
              </a:rPr>
              <a:t>capability-dsl-source-read</a:t>
            </a:r>
          </a:p>
        </p:txBody>
      </p:sp>
      <p:sp>
        <p:nvSpPr>
          <p:cNvPr id="5" name="capability_v1_s8_o5">
            <a:extLst xmlns:a="http://schemas.openxmlformats.org/drawingml/2006/main">
              <a:ext uri="{FF2B5EF4-FFF2-40B4-BE49-F238E27FC236}">
                <a16:creationId xmlns:a16="http://schemas.microsoft.com/office/drawing/2014/main" id="{6BADB641-2CD3-48B3-A1AA-FBC9F31F9231}"/>
              </a:ext>
            </a:extLst>
          </p:cNvPr>
          <p:cNvSpPr>
            <a:spLocks xmlns:a="http://schemas.openxmlformats.org/drawingml/2006/main" noGrp="1"/>
          </p:cNvSpPr>
          <p:nvPr/>
        </p:nvSpPr>
        <p:spPr>
          <a:xfrm xmlns:a="http://schemas.openxmlformats.org/drawingml/2006/main">
            <a:off x="482600" y="2349500"/>
            <a:ext cx="11049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98AF2"/>
                </a:solidFill>
                <a:latin typeface="Arial"/>
                <a:ea typeface="Arial"/>
                <a:cs typeface="Arial"/>
              </a:defRPr>
            </a:defPPr>
          </a:lstStyle>
          <a:p xmlns:a="http://schemas.openxmlformats.org/drawingml/2006/main">
            <a:pPr algn="l">
              <a:lnSpc>
                <a:spcPct val="108000"/>
              </a:lnSpc>
              <a:buNone/>
              <a:defRPr sz="1200" b="0">
                <a:solidFill>
                  <a:srgbClr val="A98AF2"/>
                </a:solidFill>
                <a:latin typeface="Arial"/>
                <a:ea typeface="Arial"/>
                <a:cs typeface="Arial"/>
              </a:defRPr>
            </a:pPr>
            <a:r>
              <a:rPr sz="1200" b="0">
                <a:solidFill>
                  <a:srgbClr val="A98AF2"/>
                </a:solidFill>
                <a:latin typeface="Arial"/>
                <a:ea typeface="Arial"/>
                <a:cs typeface="Arial"/>
              </a:rPr>
              <a:t>declared provider · read-capability-dsl-source</a:t>
            </a:r>
          </a:p>
        </p:txBody>
      </p:sp>
      <p:sp>
        <p:nvSpPr>
          <p:cNvPr id="6" name="capability_v1_s8_o6">
            <a:extLst xmlns:a="http://schemas.openxmlformats.org/drawingml/2006/main">
              <a:ext uri="{FF2B5EF4-FFF2-40B4-BE49-F238E27FC236}">
                <a16:creationId xmlns:a16="http://schemas.microsoft.com/office/drawing/2014/main" id="{7872DD24-09B1-4FDB-9B07-F453758B4C4E}"/>
              </a:ext>
            </a:extLst>
          </p:cNvPr>
          <p:cNvSpPr>
            <a:spLocks xmlns:a="http://schemas.openxmlformats.org/drawingml/2006/main" noGrp="1"/>
          </p:cNvSpPr>
          <p:nvPr/>
        </p:nvSpPr>
        <p:spPr>
          <a:xfrm xmlns:a="http://schemas.openxmlformats.org/drawingml/2006/main">
            <a:off x="482600" y="267970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Port binding: capability-dsl-source-read</a:t>
            </a:r>
          </a:p>
        </p:txBody>
      </p:sp>
      <p:sp>
        <p:nvSpPr>
          <p:cNvPr id="7" name="capability_v1_s8_o7">
            <a:extLst xmlns:a="http://schemas.openxmlformats.org/drawingml/2006/main">
              <a:ext uri="{FF2B5EF4-FFF2-40B4-BE49-F238E27FC236}">
                <a16:creationId xmlns:a16="http://schemas.microsoft.com/office/drawing/2014/main" id="{D007D6EF-E4CB-4F2F-890F-0B6AF178F72F}"/>
              </a:ext>
            </a:extLst>
          </p:cNvPr>
          <p:cNvSpPr>
            <a:spLocks xmlns:a="http://schemas.openxmlformats.org/drawingml/2006/main" noGrp="1"/>
          </p:cNvSpPr>
          <p:nvPr/>
        </p:nvSpPr>
        <p:spPr>
          <a:xfrm xmlns:a="http://schemas.openxmlformats.org/drawingml/2006/main">
            <a:off x="482600" y="5943600"/>
            <a:ext cx="11099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Declared references; execution and successful testimony are separate evidence.</a:t>
            </a:r>
          </a:p>
        </p:txBody>
      </p:sp>
      <p:sp>
        <p:nvSpPr>
          <p:cNvPr id="8" name="capability_v1_s8_o8">
            <a:extLst xmlns:a="http://schemas.openxmlformats.org/drawingml/2006/main">
              <a:ext uri="{FF2B5EF4-FFF2-40B4-BE49-F238E27FC236}">
                <a16:creationId xmlns:a16="http://schemas.microsoft.com/office/drawing/2014/main" id="{C467D798-B627-4D23-AABF-CC4818BCE3C3}"/>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66ba5f7f4a24ea1" action="ppaction://hlinksldjump"/>
              </a:rPr>
              <a:t>Back to capability blueprint</a:t>
            </a:r>
          </a:p>
        </p:txBody>
      </p:sp>
      <p:sp>
        <p:nvSpPr>
          <p:cNvPr id="9" name="capability_v1_s8_o9">
            <a:extLst xmlns:a="http://schemas.openxmlformats.org/drawingml/2006/main">
              <a:ext uri="{FF2B5EF4-FFF2-40B4-BE49-F238E27FC236}">
                <a16:creationId xmlns:a16="http://schemas.microsoft.com/office/drawing/2014/main" id="{31402CD0-4627-4748-956D-D3B30C92301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370995223"/>
      </p:ext>
    </p:extLst>
  </p:cSld>
</p:sld>
</file>

<file path=ppt/slides/slide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9_o1">
            <a:extLst xmlns:a="http://schemas.openxmlformats.org/drawingml/2006/main">
              <a:ext uri="{FF2B5EF4-FFF2-40B4-BE49-F238E27FC236}">
                <a16:creationId xmlns:a16="http://schemas.microsoft.com/office/drawing/2014/main" id="{EAB81C05-1FA4-434E-A159-D125E368CB0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Blueprint review</a:t>
            </a:r>
          </a:p>
        </p:txBody>
      </p:sp>
      <p:sp>
        <p:nvSpPr>
          <p:cNvPr id="2" name="capability_v1_s9_o2">
            <a:extLst xmlns:a="http://schemas.openxmlformats.org/drawingml/2006/main">
              <a:ext uri="{FF2B5EF4-FFF2-40B4-BE49-F238E27FC236}">
                <a16:creationId xmlns:a16="http://schemas.microsoft.com/office/drawing/2014/main" id="{7DAA5482-35F3-4ED6-A330-A22B42CE3DA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EVIDENCE INCOMPLETE · SOURCE-BOUND FINDINGS</a:t>
            </a:r>
          </a:p>
        </p:txBody>
      </p:sp>
      <p:sp>
        <p:nvSpPr>
          <p:cNvPr id="3" name="capability_v1_s9_o3">
            <a:extLst xmlns:a="http://schemas.openxmlformats.org/drawingml/2006/main">
              <a:ext uri="{FF2B5EF4-FFF2-40B4-BE49-F238E27FC236}">
                <a16:creationId xmlns:a16="http://schemas.microsoft.com/office/drawing/2014/main" id="{29BE3D74-A150-4773-BC0E-93497E324F5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09</a:t>
            </a:r>
          </a:p>
        </p:txBody>
      </p:sp>
      <p:sp>
        <p:nvSpPr>
          <p:cNvPr id="4" name="capability_v1_s9_o4">
            <a:extLst xmlns:a="http://schemas.openxmlformats.org/drawingml/2006/main">
              <a:ext uri="{FF2B5EF4-FFF2-40B4-BE49-F238E27FC236}">
                <a16:creationId xmlns:a16="http://schemas.microsoft.com/office/drawing/2014/main" id="{07865C16-9B06-40C3-92E1-34AF73B09B8B}"/>
              </a:ext>
            </a:extLst>
          </p:cNvPr>
          <p:cNvSpPr>
            <a:spLocks xmlns:a="http://schemas.openxmlformats.org/drawingml/2006/main" noGrp="1"/>
          </p:cNvSpPr>
          <p:nvPr/>
        </p:nvSpPr>
        <p:spPr>
          <a:xfrm xmlns:a="http://schemas.openxmlformats.org/drawingml/2006/main">
            <a:off x="457200" y="17145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R01 · WARNING · BINDING NOT INVOKED</a:t>
            </a:r>
          </a:p>
        </p:txBody>
      </p:sp>
      <p:sp>
        <p:nvSpPr>
          <p:cNvPr id="5" name="capability_v1_s9_o5">
            <a:extLst xmlns:a="http://schemas.openxmlformats.org/drawingml/2006/main">
              <a:ext uri="{FF2B5EF4-FFF2-40B4-BE49-F238E27FC236}">
                <a16:creationId xmlns:a16="http://schemas.microsoft.com/office/drawing/2014/main" id="{3B165DED-E03D-4CD0-850B-B0DBBBF63895}"/>
              </a:ext>
            </a:extLst>
          </p:cNvPr>
          <p:cNvSpPr>
            <a:spLocks xmlns:a="http://schemas.openxmlformats.org/drawingml/2006/main" noGrp="1"/>
          </p:cNvSpPr>
          <p:nvPr/>
        </p:nvSpPr>
        <p:spPr>
          <a:xfrm xmlns:a="http://schemas.openxmlformats.org/drawingml/2006/main">
            <a:off x="469900" y="20828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Binding read-capability-dsl-source-port has no invoking operation in the selected graph.</a:t>
            </a:r>
          </a:p>
        </p:txBody>
      </p:sp>
      <p:sp>
        <p:nvSpPr>
          <p:cNvPr id="6" name="capability_v1_s9_o6">
            <a:extLst xmlns:a="http://schemas.openxmlformats.org/drawingml/2006/main">
              <a:ext uri="{FF2B5EF4-FFF2-40B4-BE49-F238E27FC236}">
                <a16:creationId xmlns:a16="http://schemas.microsoft.com/office/drawing/2014/main" id="{61218B47-DE83-47F3-A2AC-E811969CDCD1}"/>
              </a:ext>
            </a:extLst>
          </p:cNvPr>
          <p:cNvSpPr>
            <a:spLocks xmlns:a="http://schemas.openxmlformats.org/drawingml/2006/main" noGrp="1"/>
          </p:cNvSpPr>
          <p:nvPr/>
        </p:nvSpPr>
        <p:spPr>
          <a:xfrm xmlns:a="http://schemas.openxmlformats.org/drawingml/2006/main">
            <a:off x="457200" y="27559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R02 · WARNING · CANONICAL BLUEPRINT EDGES NOT AVAILABLE</a:t>
            </a:r>
          </a:p>
        </p:txBody>
      </p:sp>
      <p:sp>
        <p:nvSpPr>
          <p:cNvPr id="7" name="capability_v1_s9_o7">
            <a:extLst xmlns:a="http://schemas.openxmlformats.org/drawingml/2006/main">
              <a:ext uri="{FF2B5EF4-FFF2-40B4-BE49-F238E27FC236}">
                <a16:creationId xmlns:a16="http://schemas.microsoft.com/office/drawing/2014/main" id="{65133048-0898-4142-8E85-7D4C6ADF6835}"/>
              </a:ext>
            </a:extLst>
          </p:cNvPr>
          <p:cNvSpPr>
            <a:spLocks xmlns:a="http://schemas.openxmlformats.org/drawingml/2006/main" noGrp="1"/>
          </p:cNvSpPr>
          <p:nvPr/>
        </p:nvSpPr>
        <p:spPr>
          <a:xfrm xmlns:a="http://schemas.openxmlformats.org/drawingml/2006/main">
            <a:off x="469900" y="31242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selected canonical blueprint with edge records was returned. Operation order is not a proof of</a:t>
            </a:r>
          </a:p>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complete canonical semantics.</a:t>
            </a:r>
          </a:p>
        </p:txBody>
      </p:sp>
      <p:sp>
        <p:nvSpPr>
          <p:cNvPr id="8" name="capability_v1_s9_o8">
            <a:extLst xmlns:a="http://schemas.openxmlformats.org/drawingml/2006/main">
              <a:ext uri="{FF2B5EF4-FFF2-40B4-BE49-F238E27FC236}">
                <a16:creationId xmlns:a16="http://schemas.microsoft.com/office/drawing/2014/main" id="{9773BF3D-4539-4D0E-BE9E-0750933DC868}"/>
              </a:ext>
            </a:extLst>
          </p:cNvPr>
          <p:cNvSpPr>
            <a:spLocks xmlns:a="http://schemas.openxmlformats.org/drawingml/2006/main" noGrp="1"/>
          </p:cNvSpPr>
          <p:nvPr/>
        </p:nvSpPr>
        <p:spPr>
          <a:xfrm xmlns:a="http://schemas.openxmlformats.org/drawingml/2006/main">
            <a:off x="457200" y="37973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R03 · WARNING · OBSERVABILITY CONTRACT NOT RETAINED</a:t>
            </a:r>
          </a:p>
        </p:txBody>
      </p:sp>
      <p:sp>
        <p:nvSpPr>
          <p:cNvPr id="9" name="capability_v1_s9_o9">
            <a:extLst xmlns:a="http://schemas.openxmlformats.org/drawingml/2006/main">
              <a:ext uri="{FF2B5EF4-FFF2-40B4-BE49-F238E27FC236}">
                <a16:creationId xmlns:a16="http://schemas.microsoft.com/office/drawing/2014/main" id="{60212DE8-6313-49E6-85F3-0396C5536603}"/>
              </a:ext>
            </a:extLst>
          </p:cNvPr>
          <p:cNvSpPr>
            <a:spLocks xmlns:a="http://schemas.openxmlformats.org/drawingml/2006/main" noGrp="1"/>
          </p:cNvSpPr>
          <p:nvPr/>
        </p:nvSpPr>
        <p:spPr>
          <a:xfrm xmlns:a="http://schemas.openxmlformats.org/drawingml/2006/main">
            <a:off x="469900" y="41656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The reader did not retain a per-cell observation contract. Runtime state is separate and unobserved.</a:t>
            </a:r>
          </a:p>
        </p:txBody>
      </p:sp>
      <p:sp>
        <p:nvSpPr>
          <p:cNvPr id="10" name="capability_v1_s9_o10">
            <a:extLst xmlns:a="http://schemas.openxmlformats.org/drawingml/2006/main">
              <a:ext uri="{FF2B5EF4-FFF2-40B4-BE49-F238E27FC236}">
                <a16:creationId xmlns:a16="http://schemas.microsoft.com/office/drawing/2014/main" id="{EC171906-0FAC-4D5F-9F5E-10DE1F402641}"/>
              </a:ext>
            </a:extLst>
          </p:cNvPr>
          <p:cNvSpPr>
            <a:spLocks xmlns:a="http://schemas.openxmlformats.org/drawingml/2006/main" noGrp="1"/>
          </p:cNvSpPr>
          <p:nvPr/>
        </p:nvSpPr>
        <p:spPr>
          <a:xfrm xmlns:a="http://schemas.openxmlformats.org/drawingml/2006/main">
            <a:off x="457200" y="48387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R04 · WARNING · MONOTONIC PROGRESS NOT PROVEN</a:t>
            </a:r>
          </a:p>
        </p:txBody>
      </p:sp>
      <p:sp>
        <p:nvSpPr>
          <p:cNvPr id="11" name="capability_v1_s9_o11">
            <a:extLst xmlns:a="http://schemas.openxmlformats.org/drawingml/2006/main">
              <a:ext uri="{FF2B5EF4-FFF2-40B4-BE49-F238E27FC236}">
                <a16:creationId xmlns:a16="http://schemas.microsoft.com/office/drawing/2014/main" id="{5BBCF001-0F41-44AD-B52B-550771742FD0}"/>
              </a:ext>
            </a:extLst>
          </p:cNvPr>
          <p:cNvSpPr>
            <a:spLocks xmlns:a="http://schemas.openxmlformats.org/drawingml/2006/main" noGrp="1"/>
          </p:cNvSpPr>
          <p:nvPr/>
        </p:nvSpPr>
        <p:spPr>
          <a:xfrm xmlns:a="http://schemas.openxmlformats.org/drawingml/2006/main">
            <a:off x="469900" y="52070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complete semantic-progress proof was retained. Forward placement must not imply proven monotonicity.</a:t>
            </a:r>
          </a:p>
        </p:txBody>
      </p:sp>
      <p:sp>
        <p:nvSpPr>
          <p:cNvPr id="12" name="capability_v1_s9_o12">
            <a:extLst xmlns:a="http://schemas.openxmlformats.org/drawingml/2006/main">
              <a:ext uri="{FF2B5EF4-FFF2-40B4-BE49-F238E27FC236}">
                <a16:creationId xmlns:a16="http://schemas.microsoft.com/office/drawing/2014/main" id="{0AA5C06C-4680-47CF-9179-56AF99BE8EB1}"/>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77220bcc58294c58" action="ppaction://hlinksldjump"/>
              </a:rPr>
              <a:t>Return to selected blueprint</a:t>
            </a:r>
          </a:p>
        </p:txBody>
      </p:sp>
      <p:sp>
        <p:nvSpPr>
          <p:cNvPr id="13" name="capability_v1_s9_o13">
            <a:extLst xmlns:a="http://schemas.openxmlformats.org/drawingml/2006/main">
              <a:ext uri="{FF2B5EF4-FFF2-40B4-BE49-F238E27FC236}">
                <a16:creationId xmlns:a16="http://schemas.microsoft.com/office/drawing/2014/main" id="{88004EB3-5CCF-43AA-9251-3BC8FE48594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90930644"/>
      </p:ext>
    </p:extLst>
  </p:cSld>
</p:sld>
</file>

<file path=ppt/slides/slide1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10_o1">
            <a:extLst xmlns:a="http://schemas.openxmlformats.org/drawingml/2006/main">
              <a:ext uri="{FF2B5EF4-FFF2-40B4-BE49-F238E27FC236}">
                <a16:creationId xmlns:a16="http://schemas.microsoft.com/office/drawing/2014/main" id="{43DED012-98EB-4538-9486-268055B6D59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Declaration inventory</a:t>
            </a:r>
          </a:p>
        </p:txBody>
      </p:sp>
      <p:sp>
        <p:nvSpPr>
          <p:cNvPr id="2" name="capability_v1_s10_o2">
            <a:extLst xmlns:a="http://schemas.openxmlformats.org/drawingml/2006/main">
              <a:ext uri="{FF2B5EF4-FFF2-40B4-BE49-F238E27FC236}">
                <a16:creationId xmlns:a16="http://schemas.microsoft.com/office/drawing/2014/main" id="{B8A406AA-22E2-423E-8BCD-363D126975A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OUTSIDE THE ROOT-CONNECTED CIRCUIT</a:t>
            </a:r>
          </a:p>
        </p:txBody>
      </p:sp>
      <p:sp>
        <p:nvSpPr>
          <p:cNvPr id="3" name="capability_v1_s10_o3">
            <a:extLst xmlns:a="http://schemas.openxmlformats.org/drawingml/2006/main">
              <a:ext uri="{FF2B5EF4-FFF2-40B4-BE49-F238E27FC236}">
                <a16:creationId xmlns:a16="http://schemas.microsoft.com/office/drawing/2014/main" id="{A5A21F01-FCB5-44E4-8E42-5F0D6DD87EA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10</a:t>
            </a:r>
          </a:p>
        </p:txBody>
      </p:sp>
      <p:sp>
        <p:nvSpPr>
          <p:cNvPr id="4" name="capability_v1_s10_o4">
            <a:extLst xmlns:a="http://schemas.openxmlformats.org/drawingml/2006/main">
              <a:ext uri="{FF2B5EF4-FFF2-40B4-BE49-F238E27FC236}">
                <a16:creationId xmlns:a16="http://schemas.microsoft.com/office/drawing/2014/main" id="{E650CDC1-6C7E-4955-B63D-DCAFD5BABDDB}"/>
              </a:ext>
            </a:extLst>
          </p:cNvPr>
          <p:cNvSpPr>
            <a:spLocks xmlns:a="http://schemas.openxmlformats.org/drawingml/2006/main" noGrp="1"/>
          </p:cNvSpPr>
          <p:nvPr/>
        </p:nvSpPr>
        <p:spPr>
          <a:xfrm xmlns:a="http://schemas.openxmlformats.org/drawingml/2006/main">
            <a:off x="457200" y="17399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A8B8CA"/>
                </a:solidFill>
                <a:latin typeface="Arial"/>
                <a:ea typeface="Arial"/>
                <a:cs typeface="Arial"/>
              </a:defRPr>
            </a:defPPr>
          </a:lstStyle>
          <a:p xmlns:a="http://schemas.openxmlformats.org/drawingml/2006/main">
            <a:pPr algn="l">
              <a:lnSpc>
                <a:spcPct val="108000"/>
              </a:lnSpc>
              <a:buNone/>
              <a:defRPr sz="1200" b="1">
                <a:solidFill>
                  <a:srgbClr val="A8B8CA"/>
                </a:solidFill>
                <a:latin typeface="Arial"/>
                <a:ea typeface="Arial"/>
                <a:cs typeface="Arial"/>
              </a:defRPr>
            </a:pPr>
            <a:r>
              <a:rPr sz="1200" b="1">
                <a:solidFill>
                  <a:srgbClr val="A8B8CA"/>
                </a:solidFill>
                <a:latin typeface="Arial"/>
                <a:ea typeface="Arial"/>
                <a:cs typeface="Arial"/>
              </a:rPr>
              <a:t>BINDING</a:t>
            </a:r>
          </a:p>
        </p:txBody>
      </p:sp>
      <p:sp>
        <p:nvSpPr>
          <p:cNvPr id="5" name="capability_v1_s10_o5">
            <a:extLst xmlns:a="http://schemas.openxmlformats.org/drawingml/2006/main">
              <a:ext uri="{FF2B5EF4-FFF2-40B4-BE49-F238E27FC236}">
                <a16:creationId xmlns:a16="http://schemas.microsoft.com/office/drawing/2014/main" id="{63AF5F2F-F130-4073-B88E-D0DD2AF80349}"/>
              </a:ext>
            </a:extLst>
          </p:cNvPr>
          <p:cNvSpPr>
            <a:spLocks xmlns:a="http://schemas.openxmlformats.org/drawingml/2006/main" noGrp="1"/>
          </p:cNvSpPr>
          <p:nvPr/>
        </p:nvSpPr>
        <p:spPr>
          <a:xfrm xmlns:a="http://schemas.openxmlformats.org/drawingml/2006/main">
            <a:off x="2641600" y="1739900"/>
            <a:ext cx="89027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0">
                <a:solidFill>
                  <a:srgbClr val="F4F7FB"/>
                </a:solidFill>
                <a:latin typeface="Arial"/>
                <a:ea typeface="Arial"/>
                <a:cs typeface="Arial"/>
              </a:defRPr>
            </a:defPPr>
          </a:lstStyle>
          <a:p xmlns:a="http://schemas.openxmlformats.org/drawingml/2006/main">
            <a:pPr algn="l">
              <a:lnSpc>
                <a:spcPct val="108000"/>
              </a:lnSpc>
              <a:buNone/>
              <a:defRPr sz="1500" b="0">
                <a:solidFill>
                  <a:srgbClr val="F4F7FB"/>
                </a:solidFill>
                <a:latin typeface="Arial"/>
                <a:ea typeface="Arial"/>
                <a:cs typeface="Arial"/>
              </a:defRPr>
            </a:pPr>
            <a:r>
              <a:rPr sz="1500" b="0">
                <a:solidFill>
                  <a:srgbClr val="F4F7FB"/>
                </a:solidFill>
                <a:latin typeface="Arial"/>
                <a:ea typeface="Arial"/>
                <a:cs typeface="Arial"/>
              </a:rPr>
              <a:t>read-capability-dsl-source-port</a:t>
            </a:r>
          </a:p>
        </p:txBody>
      </p:sp>
      <p:sp>
        <p:nvSpPr>
          <p:cNvPr id="6" name="capability_v1_s10_o6">
            <a:extLst xmlns:a="http://schemas.openxmlformats.org/drawingml/2006/main">
              <a:ext uri="{FF2B5EF4-FFF2-40B4-BE49-F238E27FC236}">
                <a16:creationId xmlns:a16="http://schemas.microsoft.com/office/drawing/2014/main" id="{23AED39F-1ECF-4E26-8ECD-A1FB9674E47A}"/>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d621d131f304735" action="ppaction://hlinksldjump"/>
              </a:rPr>
              <a:t>Return to capability blueprint</a:t>
            </a:r>
          </a:p>
        </p:txBody>
      </p:sp>
      <p:sp>
        <p:nvSpPr>
          <p:cNvPr id="7" name="capability_v1_s10_o7">
            <a:extLst xmlns:a="http://schemas.openxmlformats.org/drawingml/2006/main">
              <a:ext uri="{FF2B5EF4-FFF2-40B4-BE49-F238E27FC236}">
                <a16:creationId xmlns:a16="http://schemas.microsoft.com/office/drawing/2014/main" id="{2B0DFC99-4F3F-4CD2-A964-C5520637EB5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060771408"/>
      </p:ext>
    </p:extLst>
  </p:cSld>
</p:sld>
</file>

<file path=ppt/slides/slide1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4" name="capability_v1_s11_o1">
            <a:extLst xmlns:a="http://schemas.openxmlformats.org/drawingml/2006/main">
              <a:ext uri="{FF2B5EF4-FFF2-40B4-BE49-F238E27FC236}">
                <a16:creationId xmlns:a16="http://schemas.microsoft.com/office/drawing/2014/main" id="{EB370084-AB12-498D-B9DF-E2D533CF0D31}"/>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The capability’s authoring context</a:t>
            </a:r>
          </a:p>
        </p:txBody>
      </p:sp>
      <p:sp>
        <p:nvSpPr>
          <p:cNvPr id="2" name="capability_v1_s11_o2">
            <a:extLst xmlns:a="http://schemas.openxmlformats.org/drawingml/2006/main">
              <a:ext uri="{FF2B5EF4-FFF2-40B4-BE49-F238E27FC236}">
                <a16:creationId xmlns:a16="http://schemas.microsoft.com/office/drawing/2014/main" id="{E6BBBB65-4498-4EA7-A311-426EB937EA6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ALTITUDES 1–6  ·  EACH LAYER ANSWERS A DIFFERENT QUESTION</a:t>
            </a:r>
          </a:p>
        </p:txBody>
      </p:sp>
      <p:sp>
        <p:nvSpPr>
          <p:cNvPr id="3" name="capability_v1_s11_o3">
            <a:extLst xmlns:a="http://schemas.openxmlformats.org/drawingml/2006/main">
              <a:ext uri="{FF2B5EF4-FFF2-40B4-BE49-F238E27FC236}">
                <a16:creationId xmlns:a16="http://schemas.microsoft.com/office/drawing/2014/main" id="{31130331-A6E4-41B4-8547-3A655220F47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11</a:t>
            </a:r>
          </a:p>
        </p:txBody>
      </p:sp>
      <p:sp>
        <p:nvSpPr>
          <p:cNvPr id="4" name="capability_v1_s11_o4">
            <a:extLst xmlns:a="http://schemas.openxmlformats.org/drawingml/2006/main">
              <a:ext uri="{FF2B5EF4-FFF2-40B4-BE49-F238E27FC236}">
                <a16:creationId xmlns:a16="http://schemas.microsoft.com/office/drawing/2014/main" id="{DC1A824B-3C2F-4F5E-BA35-26DCA23B6E81}"/>
              </a:ext>
            </a:extLst>
          </p:cNvPr>
          <p:cNvSpPr>
            <a:spLocks xmlns:a="http://schemas.openxmlformats.org/drawingml/2006/main" noGrp="1"/>
          </p:cNvSpPr>
          <p:nvPr/>
        </p:nvSpPr>
        <p:spPr>
          <a:xfrm xmlns:a="http://schemas.openxmlformats.org/drawingml/2006/main">
            <a:off x="546100" y="16510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5" name="capability_v1_s11_o5">
            <a:extLst xmlns:a="http://schemas.openxmlformats.org/drawingml/2006/main">
              <a:ext uri="{FF2B5EF4-FFF2-40B4-BE49-F238E27FC236}">
                <a16:creationId xmlns:a16="http://schemas.microsoft.com/office/drawing/2014/main" id="{00445523-3566-4733-BDDA-7FB43B9FB3DC}"/>
              </a:ext>
            </a:extLst>
          </p:cNvPr>
          <p:cNvSpPr>
            <a:spLocks xmlns:a="http://schemas.openxmlformats.org/drawingml/2006/main" noGrp="1"/>
          </p:cNvSpPr>
          <p:nvPr/>
        </p:nvSpPr>
        <p:spPr>
          <a:xfrm xmlns:a="http://schemas.openxmlformats.org/drawingml/2006/main">
            <a:off x="558800" y="17399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1</a:t>
            </a:r>
          </a:p>
        </p:txBody>
      </p:sp>
      <p:sp>
        <p:nvSpPr>
          <p:cNvPr id="6" name="capability_v1_s11_o6">
            <a:extLst xmlns:a="http://schemas.openxmlformats.org/drawingml/2006/main">
              <a:ext uri="{FF2B5EF4-FFF2-40B4-BE49-F238E27FC236}">
                <a16:creationId xmlns:a16="http://schemas.microsoft.com/office/drawing/2014/main" id="{4AD9D0F1-CEAE-4B55-8910-74411F4FB652}"/>
              </a:ext>
            </a:extLst>
          </p:cNvPr>
          <p:cNvSpPr>
            <a:spLocks xmlns:a="http://schemas.openxmlformats.org/drawingml/2006/main" noGrp="1"/>
          </p:cNvSpPr>
          <p:nvPr/>
        </p:nvSpPr>
        <p:spPr>
          <a:xfrm xmlns:a="http://schemas.openxmlformats.org/drawingml/2006/main">
            <a:off x="1270000" y="16510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Feature parse</a:t>
            </a:r>
          </a:p>
        </p:txBody>
      </p:sp>
      <p:sp>
        <p:nvSpPr>
          <p:cNvPr id="7" name="capability_v1_s11_o7">
            <a:extLst xmlns:a="http://schemas.openxmlformats.org/drawingml/2006/main">
              <a:ext uri="{FF2B5EF4-FFF2-40B4-BE49-F238E27FC236}">
                <a16:creationId xmlns:a16="http://schemas.microsoft.com/office/drawing/2014/main" id="{B456F88D-5E60-4FF7-8F7C-751F7989A52A}"/>
              </a:ext>
            </a:extLst>
          </p:cNvPr>
          <p:cNvSpPr>
            <a:spLocks xmlns:a="http://schemas.openxmlformats.org/drawingml/2006/main" noGrp="1"/>
          </p:cNvSpPr>
          <p:nvPr/>
        </p:nvSpPr>
        <p:spPr>
          <a:xfrm xmlns:a="http://schemas.openxmlformats.org/drawingml/2006/main">
            <a:off x="5867400" y="16510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Write the configured text to standard output</a:t>
            </a:r>
          </a:p>
        </p:txBody>
      </p:sp>
      <p:sp>
        <p:nvSpPr>
          <p:cNvPr id="8" name="capability_v1_s11_o8">
            <a:extLst xmlns:a="http://schemas.openxmlformats.org/drawingml/2006/main">
              <a:ext uri="{FF2B5EF4-FFF2-40B4-BE49-F238E27FC236}">
                <a16:creationId xmlns:a16="http://schemas.microsoft.com/office/drawing/2014/main" id="{764DDC6D-ADFC-4BA6-B7A1-807D751F3F3D}"/>
              </a:ext>
            </a:extLst>
          </p:cNvPr>
          <p:cNvSpPr>
            <a:spLocks xmlns:a="http://schemas.openxmlformats.org/drawingml/2006/main" noGrp="1"/>
          </p:cNvSpPr>
          <p:nvPr/>
        </p:nvSpPr>
        <p:spPr>
          <a:xfrm xmlns:a="http://schemas.openxmlformats.org/drawingml/2006/main">
            <a:off x="762000" y="20828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9" name="capability_v1_s11_o9">
            <a:extLst xmlns:a="http://schemas.openxmlformats.org/drawingml/2006/main">
              <a:ext uri="{FF2B5EF4-FFF2-40B4-BE49-F238E27FC236}">
                <a16:creationId xmlns:a16="http://schemas.microsoft.com/office/drawing/2014/main" id="{76E2769C-E70C-41F0-AE32-CA50052F6FA2}"/>
              </a:ext>
            </a:extLst>
          </p:cNvPr>
          <p:cNvSpPr>
            <a:spLocks xmlns:a="http://schemas.openxmlformats.org/drawingml/2006/main" noGrp="1"/>
          </p:cNvSpPr>
          <p:nvPr/>
        </p:nvSpPr>
        <p:spPr>
          <a:xfrm xmlns:a="http://schemas.openxmlformats.org/drawingml/2006/main">
            <a:off x="546100" y="23241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0" name="capability_v1_s11_o10">
            <a:extLst xmlns:a="http://schemas.openxmlformats.org/drawingml/2006/main">
              <a:ext uri="{FF2B5EF4-FFF2-40B4-BE49-F238E27FC236}">
                <a16:creationId xmlns:a16="http://schemas.microsoft.com/office/drawing/2014/main" id="{2BF5A202-492A-471B-BB3B-E9526DA528BF}"/>
              </a:ext>
            </a:extLst>
          </p:cNvPr>
          <p:cNvSpPr>
            <a:spLocks xmlns:a="http://schemas.openxmlformats.org/drawingml/2006/main" noGrp="1"/>
          </p:cNvSpPr>
          <p:nvPr/>
        </p:nvSpPr>
        <p:spPr>
          <a:xfrm xmlns:a="http://schemas.openxmlformats.org/drawingml/2006/main">
            <a:off x="558800" y="24130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2</a:t>
            </a:r>
          </a:p>
        </p:txBody>
      </p:sp>
      <p:sp>
        <p:nvSpPr>
          <p:cNvPr id="11" name="capability_v1_s11_o11">
            <a:extLst xmlns:a="http://schemas.openxmlformats.org/drawingml/2006/main">
              <a:ext uri="{FF2B5EF4-FFF2-40B4-BE49-F238E27FC236}">
                <a16:creationId xmlns:a16="http://schemas.microsoft.com/office/drawing/2014/main" id="{1BEF8713-C978-42EB-9DF6-FE3F85CF4567}"/>
              </a:ext>
            </a:extLst>
          </p:cNvPr>
          <p:cNvSpPr>
            <a:spLocks xmlns:a="http://schemas.openxmlformats.org/drawingml/2006/main" noGrp="1"/>
          </p:cNvSpPr>
          <p:nvPr/>
        </p:nvSpPr>
        <p:spPr>
          <a:xfrm xmlns:a="http://schemas.openxmlformats.org/drawingml/2006/main">
            <a:off x="1270000" y="23241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Capability meaning</a:t>
            </a:r>
          </a:p>
        </p:txBody>
      </p:sp>
      <p:sp>
        <p:nvSpPr>
          <p:cNvPr id="12" name="capability_v1_s11_o12">
            <a:extLst xmlns:a="http://schemas.openxmlformats.org/drawingml/2006/main">
              <a:ext uri="{FF2B5EF4-FFF2-40B4-BE49-F238E27FC236}">
                <a16:creationId xmlns:a16="http://schemas.microsoft.com/office/drawing/2014/main" id="{E6225403-8DD1-46BF-873D-BB5E3CF5AF25}"/>
              </a:ext>
            </a:extLst>
          </p:cNvPr>
          <p:cNvSpPr>
            <a:spLocks xmlns:a="http://schemas.openxmlformats.org/drawingml/2006/main" noGrp="1"/>
          </p:cNvSpPr>
          <p:nvPr/>
        </p:nvSpPr>
        <p:spPr>
          <a:xfrm xmlns:a="http://schemas.openxmlformats.org/drawingml/2006/main">
            <a:off x="5867400" y="23241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Read the DSL authoring sources retained at capability authoring time, byte-exact wit…</a:t>
            </a:r>
          </a:p>
        </p:txBody>
      </p:sp>
      <p:sp>
        <p:nvSpPr>
          <p:cNvPr id="13" name="capability_v1_s11_o13">
            <a:extLst xmlns:a="http://schemas.openxmlformats.org/drawingml/2006/main">
              <a:ext uri="{FF2B5EF4-FFF2-40B4-BE49-F238E27FC236}">
                <a16:creationId xmlns:a16="http://schemas.microsoft.com/office/drawing/2014/main" id="{45D23A75-3E84-4821-BB31-E1EBE2617512}"/>
              </a:ext>
            </a:extLst>
          </p:cNvPr>
          <p:cNvSpPr>
            <a:spLocks xmlns:a="http://schemas.openxmlformats.org/drawingml/2006/main" noGrp="1"/>
          </p:cNvSpPr>
          <p:nvPr/>
        </p:nvSpPr>
        <p:spPr>
          <a:xfrm xmlns:a="http://schemas.openxmlformats.org/drawingml/2006/main">
            <a:off x="762000" y="27559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4" name="capability_v1_s11_o14">
            <a:extLst xmlns:a="http://schemas.openxmlformats.org/drawingml/2006/main">
              <a:ext uri="{FF2B5EF4-FFF2-40B4-BE49-F238E27FC236}">
                <a16:creationId xmlns:a16="http://schemas.microsoft.com/office/drawing/2014/main" id="{938DF2E0-8EF0-4956-8B98-FF2B459E62E2}"/>
              </a:ext>
            </a:extLst>
          </p:cNvPr>
          <p:cNvSpPr>
            <a:spLocks xmlns:a="http://schemas.openxmlformats.org/drawingml/2006/main" noGrp="1"/>
          </p:cNvSpPr>
          <p:nvPr/>
        </p:nvSpPr>
        <p:spPr>
          <a:xfrm xmlns:a="http://schemas.openxmlformats.org/drawingml/2006/main">
            <a:off x="546100" y="29972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5" name="capability_v1_s11_o15">
            <a:extLst xmlns:a="http://schemas.openxmlformats.org/drawingml/2006/main">
              <a:ext uri="{FF2B5EF4-FFF2-40B4-BE49-F238E27FC236}">
                <a16:creationId xmlns:a16="http://schemas.microsoft.com/office/drawing/2014/main" id="{A5FA10C8-6FB7-4ED5-A117-7F22B8CB7666}"/>
              </a:ext>
            </a:extLst>
          </p:cNvPr>
          <p:cNvSpPr>
            <a:spLocks xmlns:a="http://schemas.openxmlformats.org/drawingml/2006/main" noGrp="1"/>
          </p:cNvSpPr>
          <p:nvPr/>
        </p:nvSpPr>
        <p:spPr>
          <a:xfrm xmlns:a="http://schemas.openxmlformats.org/drawingml/2006/main">
            <a:off x="558800" y="30861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3</a:t>
            </a:r>
          </a:p>
        </p:txBody>
      </p:sp>
      <p:sp>
        <p:nvSpPr>
          <p:cNvPr id="16" name="capability_v1_s11_o16">
            <a:extLst xmlns:a="http://schemas.openxmlformats.org/drawingml/2006/main">
              <a:ext uri="{FF2B5EF4-FFF2-40B4-BE49-F238E27FC236}">
                <a16:creationId xmlns:a16="http://schemas.microsoft.com/office/drawing/2014/main" id="{FD4E8336-B0B3-429C-A617-F08337FA85DD}"/>
              </a:ext>
            </a:extLst>
          </p:cNvPr>
          <p:cNvSpPr>
            <a:spLocks xmlns:a="http://schemas.openxmlformats.org/drawingml/2006/main" noGrp="1"/>
          </p:cNvSpPr>
          <p:nvPr/>
        </p:nvSpPr>
        <p:spPr>
          <a:xfrm xmlns:a="http://schemas.openxmlformats.org/drawingml/2006/main">
            <a:off x="1270000" y="29972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Scenario inputs/events/outcomes</a:t>
            </a:r>
          </a:p>
        </p:txBody>
      </p:sp>
      <p:sp>
        <p:nvSpPr>
          <p:cNvPr id="17" name="capability_v1_s11_o17">
            <a:extLst xmlns:a="http://schemas.openxmlformats.org/drawingml/2006/main">
              <a:ext uri="{FF2B5EF4-FFF2-40B4-BE49-F238E27FC236}">
                <a16:creationId xmlns:a16="http://schemas.microsoft.com/office/drawing/2014/main" id="{8CA84341-82ED-4FDB-8AA5-B7B7B8CC6F2C}"/>
              </a:ext>
            </a:extLst>
          </p:cNvPr>
          <p:cNvSpPr>
            <a:spLocks xmlns:a="http://schemas.openxmlformats.org/drawingml/2006/main" noGrp="1"/>
          </p:cNvSpPr>
          <p:nvPr/>
        </p:nvSpPr>
        <p:spPr>
          <a:xfrm xmlns:a="http://schemas.openxmlformats.org/drawingml/2006/main">
            <a:off x="5867400" y="29972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scenarios; 1 with authored steps; 0 transitions.</a:t>
            </a:r>
          </a:p>
        </p:txBody>
      </p:sp>
      <p:sp>
        <p:nvSpPr>
          <p:cNvPr id="18" name="capability_v1_s11_o18">
            <a:extLst xmlns:a="http://schemas.openxmlformats.org/drawingml/2006/main">
              <a:ext uri="{FF2B5EF4-FFF2-40B4-BE49-F238E27FC236}">
                <a16:creationId xmlns:a16="http://schemas.microsoft.com/office/drawing/2014/main" id="{9256BAB4-E901-4F0D-8E47-DA920AF0C5A7}"/>
              </a:ext>
            </a:extLst>
          </p:cNvPr>
          <p:cNvSpPr>
            <a:spLocks xmlns:a="http://schemas.openxmlformats.org/drawingml/2006/main" noGrp="1"/>
          </p:cNvSpPr>
          <p:nvPr/>
        </p:nvSpPr>
        <p:spPr>
          <a:xfrm xmlns:a="http://schemas.openxmlformats.org/drawingml/2006/main">
            <a:off x="762000" y="34290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9" name="capability_v1_s11_o19">
            <a:extLst xmlns:a="http://schemas.openxmlformats.org/drawingml/2006/main">
              <a:ext uri="{FF2B5EF4-FFF2-40B4-BE49-F238E27FC236}">
                <a16:creationId xmlns:a16="http://schemas.microsoft.com/office/drawing/2014/main" id="{31808910-971C-45D4-AB76-A5BD89702AD9}"/>
              </a:ext>
            </a:extLst>
          </p:cNvPr>
          <p:cNvSpPr>
            <a:spLocks xmlns:a="http://schemas.openxmlformats.org/drawingml/2006/main" noGrp="1"/>
          </p:cNvSpPr>
          <p:nvPr/>
        </p:nvSpPr>
        <p:spPr>
          <a:xfrm xmlns:a="http://schemas.openxmlformats.org/drawingml/2006/main">
            <a:off x="546100" y="36703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0" name="capability_v1_s11_o20">
            <a:extLst xmlns:a="http://schemas.openxmlformats.org/drawingml/2006/main">
              <a:ext uri="{FF2B5EF4-FFF2-40B4-BE49-F238E27FC236}">
                <a16:creationId xmlns:a16="http://schemas.microsoft.com/office/drawing/2014/main" id="{AF4A247F-ED3A-45A4-9916-3DD3B7E84A6F}"/>
              </a:ext>
            </a:extLst>
          </p:cNvPr>
          <p:cNvSpPr>
            <a:spLocks xmlns:a="http://schemas.openxmlformats.org/drawingml/2006/main" noGrp="1"/>
          </p:cNvSpPr>
          <p:nvPr/>
        </p:nvSpPr>
        <p:spPr>
          <a:xfrm xmlns:a="http://schemas.openxmlformats.org/drawingml/2006/main">
            <a:off x="558800" y="37592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4</a:t>
            </a:r>
          </a:p>
        </p:txBody>
      </p:sp>
      <p:sp>
        <p:nvSpPr>
          <p:cNvPr id="21" name="capability_v1_s11_o21">
            <a:extLst xmlns:a="http://schemas.openxmlformats.org/drawingml/2006/main">
              <a:ext uri="{FF2B5EF4-FFF2-40B4-BE49-F238E27FC236}">
                <a16:creationId xmlns:a16="http://schemas.microsoft.com/office/drawing/2014/main" id="{CDFC04FC-08A7-4FE2-BBF3-3442FAC8D46D}"/>
              </a:ext>
            </a:extLst>
          </p:cNvPr>
          <p:cNvSpPr>
            <a:spLocks xmlns:a="http://schemas.openxmlformats.org/drawingml/2006/main" noGrp="1"/>
          </p:cNvSpPr>
          <p:nvPr/>
        </p:nvSpPr>
        <p:spPr>
          <a:xfrm xmlns:a="http://schemas.openxmlformats.org/drawingml/2006/main">
            <a:off x="1270000" y="36703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Contracts and schemas</a:t>
            </a:r>
          </a:p>
        </p:txBody>
      </p:sp>
      <p:sp>
        <p:nvSpPr>
          <p:cNvPr id="22" name="capability_v1_s11_o22">
            <a:extLst xmlns:a="http://schemas.openxmlformats.org/drawingml/2006/main">
              <a:ext uri="{FF2B5EF4-FFF2-40B4-BE49-F238E27FC236}">
                <a16:creationId xmlns:a16="http://schemas.microsoft.com/office/drawing/2014/main" id="{68A463F1-0EC1-4553-9780-B60E5726D81A}"/>
              </a:ext>
            </a:extLst>
          </p:cNvPr>
          <p:cNvSpPr>
            <a:spLocks xmlns:a="http://schemas.openxmlformats.org/drawingml/2006/main" noGrp="1"/>
          </p:cNvSpPr>
          <p:nvPr/>
        </p:nvSpPr>
        <p:spPr>
          <a:xfrm xmlns:a="http://schemas.openxmlformats.org/drawingml/2006/main">
            <a:off x="5867400" y="36703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2 contracts with field types, required members and retained constraints.</a:t>
            </a:r>
          </a:p>
        </p:txBody>
      </p:sp>
      <p:sp>
        <p:nvSpPr>
          <p:cNvPr id="23" name="capability_v1_s11_o23">
            <a:extLst xmlns:a="http://schemas.openxmlformats.org/drawingml/2006/main">
              <a:ext uri="{FF2B5EF4-FFF2-40B4-BE49-F238E27FC236}">
                <a16:creationId xmlns:a16="http://schemas.microsoft.com/office/drawing/2014/main" id="{F9B18131-C392-44D0-8F78-E88D24EE7CBE}"/>
              </a:ext>
            </a:extLst>
          </p:cNvPr>
          <p:cNvSpPr>
            <a:spLocks xmlns:a="http://schemas.openxmlformats.org/drawingml/2006/main" noGrp="1"/>
          </p:cNvSpPr>
          <p:nvPr/>
        </p:nvSpPr>
        <p:spPr>
          <a:xfrm xmlns:a="http://schemas.openxmlformats.org/drawingml/2006/main">
            <a:off x="762000" y="41021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4" name="capability_v1_s11_o24">
            <a:extLst xmlns:a="http://schemas.openxmlformats.org/drawingml/2006/main">
              <a:ext uri="{FF2B5EF4-FFF2-40B4-BE49-F238E27FC236}">
                <a16:creationId xmlns:a16="http://schemas.microsoft.com/office/drawing/2014/main" id="{B518645C-9167-4606-8DC6-55210F164514}"/>
              </a:ext>
            </a:extLst>
          </p:cNvPr>
          <p:cNvSpPr>
            <a:spLocks xmlns:a="http://schemas.openxmlformats.org/drawingml/2006/main" noGrp="1"/>
          </p:cNvSpPr>
          <p:nvPr/>
        </p:nvSpPr>
        <p:spPr>
          <a:xfrm xmlns:a="http://schemas.openxmlformats.org/drawingml/2006/main">
            <a:off x="546100" y="43434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5" name="capability_v1_s11_o25">
            <a:extLst xmlns:a="http://schemas.openxmlformats.org/drawingml/2006/main">
              <a:ext uri="{FF2B5EF4-FFF2-40B4-BE49-F238E27FC236}">
                <a16:creationId xmlns:a16="http://schemas.microsoft.com/office/drawing/2014/main" id="{EB8B9B69-7BD4-4EF6-BB3E-DFF4D0F85478}"/>
              </a:ext>
            </a:extLst>
          </p:cNvPr>
          <p:cNvSpPr>
            <a:spLocks xmlns:a="http://schemas.openxmlformats.org/drawingml/2006/main" noGrp="1"/>
          </p:cNvSpPr>
          <p:nvPr/>
        </p:nvSpPr>
        <p:spPr>
          <a:xfrm xmlns:a="http://schemas.openxmlformats.org/drawingml/2006/main">
            <a:off x="558800" y="44323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5</a:t>
            </a:r>
          </a:p>
        </p:txBody>
      </p:sp>
      <p:sp>
        <p:nvSpPr>
          <p:cNvPr id="26" name="capability_v1_s11_o26">
            <a:extLst xmlns:a="http://schemas.openxmlformats.org/drawingml/2006/main">
              <a:ext uri="{FF2B5EF4-FFF2-40B4-BE49-F238E27FC236}">
                <a16:creationId xmlns:a16="http://schemas.microsoft.com/office/drawing/2014/main" id="{86CAAD81-DE8F-4FE1-85D3-63521726CC62}"/>
              </a:ext>
            </a:extLst>
          </p:cNvPr>
          <p:cNvSpPr>
            <a:spLocks xmlns:a="http://schemas.openxmlformats.org/drawingml/2006/main" noGrp="1"/>
          </p:cNvSpPr>
          <p:nvPr/>
        </p:nvSpPr>
        <p:spPr>
          <a:xfrm xmlns:a="http://schemas.openxmlformats.org/drawingml/2006/main">
            <a:off x="1270000" y="43434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Semantic authority envelope</a:t>
            </a:r>
          </a:p>
        </p:txBody>
      </p:sp>
      <p:sp>
        <p:nvSpPr>
          <p:cNvPr id="27" name="capability_v1_s11_o27">
            <a:extLst xmlns:a="http://schemas.openxmlformats.org/drawingml/2006/main">
              <a:ext uri="{FF2B5EF4-FFF2-40B4-BE49-F238E27FC236}">
                <a16:creationId xmlns:a16="http://schemas.microsoft.com/office/drawing/2014/main" id="{1510A6A0-DBE5-4C15-941D-3A6913C05CAE}"/>
              </a:ext>
            </a:extLst>
          </p:cNvPr>
          <p:cNvSpPr>
            <a:spLocks xmlns:a="http://schemas.openxmlformats.org/drawingml/2006/main" noGrp="1"/>
          </p:cNvSpPr>
          <p:nvPr/>
        </p:nvSpPr>
        <p:spPr>
          <a:xfrm xmlns:a="http://schemas.openxmlformats.org/drawingml/2006/main">
            <a:off x="5867400" y="43434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capability version 4852209; selected definition 242218.</a:t>
            </a:r>
          </a:p>
        </p:txBody>
      </p:sp>
      <p:sp>
        <p:nvSpPr>
          <p:cNvPr id="28" name="capability_v1_s11_o28">
            <a:extLst xmlns:a="http://schemas.openxmlformats.org/drawingml/2006/main">
              <a:ext uri="{FF2B5EF4-FFF2-40B4-BE49-F238E27FC236}">
                <a16:creationId xmlns:a16="http://schemas.microsoft.com/office/drawing/2014/main" id="{4B549D55-52CE-4A9A-B6C8-B8AC251A0FF8}"/>
              </a:ext>
            </a:extLst>
          </p:cNvPr>
          <p:cNvSpPr>
            <a:spLocks xmlns:a="http://schemas.openxmlformats.org/drawingml/2006/main" noGrp="1"/>
          </p:cNvSpPr>
          <p:nvPr/>
        </p:nvSpPr>
        <p:spPr>
          <a:xfrm xmlns:a="http://schemas.openxmlformats.org/drawingml/2006/main">
            <a:off x="762000" y="47752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9" name="capability_v1_s11_o29">
            <a:extLst xmlns:a="http://schemas.openxmlformats.org/drawingml/2006/main">
              <a:ext uri="{FF2B5EF4-FFF2-40B4-BE49-F238E27FC236}">
                <a16:creationId xmlns:a16="http://schemas.microsoft.com/office/drawing/2014/main" id="{C39176F6-277F-45C5-AC79-B29CA6AD6793}"/>
              </a:ext>
            </a:extLst>
          </p:cNvPr>
          <p:cNvSpPr>
            <a:spLocks xmlns:a="http://schemas.openxmlformats.org/drawingml/2006/main" noGrp="1"/>
          </p:cNvSpPr>
          <p:nvPr/>
        </p:nvSpPr>
        <p:spPr>
          <a:xfrm xmlns:a="http://schemas.openxmlformats.org/drawingml/2006/main">
            <a:off x="546100" y="50165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30" name="capability_v1_s11_o30">
            <a:extLst xmlns:a="http://schemas.openxmlformats.org/drawingml/2006/main">
              <a:ext uri="{FF2B5EF4-FFF2-40B4-BE49-F238E27FC236}">
                <a16:creationId xmlns:a16="http://schemas.microsoft.com/office/drawing/2014/main" id="{9C4A8E57-C2D4-4A37-B0F2-5094C403B321}"/>
              </a:ext>
            </a:extLst>
          </p:cNvPr>
          <p:cNvSpPr>
            <a:spLocks xmlns:a="http://schemas.openxmlformats.org/drawingml/2006/main" noGrp="1"/>
          </p:cNvSpPr>
          <p:nvPr/>
        </p:nvSpPr>
        <p:spPr>
          <a:xfrm xmlns:a="http://schemas.openxmlformats.org/drawingml/2006/main">
            <a:off x="558800" y="51054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6</a:t>
            </a:r>
          </a:p>
        </p:txBody>
      </p:sp>
      <p:sp>
        <p:nvSpPr>
          <p:cNvPr id="31" name="capability_v1_s11_o31">
            <a:extLst xmlns:a="http://schemas.openxmlformats.org/drawingml/2006/main">
              <a:ext uri="{FF2B5EF4-FFF2-40B4-BE49-F238E27FC236}">
                <a16:creationId xmlns:a16="http://schemas.microsoft.com/office/drawing/2014/main" id="{4916DA7A-7060-405D-8481-DF6D4B97CF5E}"/>
              </a:ext>
            </a:extLst>
          </p:cNvPr>
          <p:cNvSpPr>
            <a:spLocks xmlns:a="http://schemas.openxmlformats.org/drawingml/2006/main" noGrp="1"/>
          </p:cNvSpPr>
          <p:nvPr/>
        </p:nvSpPr>
        <p:spPr>
          <a:xfrm xmlns:a="http://schemas.openxmlformats.org/drawingml/2006/main">
            <a:off x="1270000" y="50165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Transformation AST</a:t>
            </a:r>
          </a:p>
        </p:txBody>
      </p:sp>
      <p:sp>
        <p:nvSpPr>
          <p:cNvPr id="32" name="capability_v1_s11_o32">
            <a:extLst xmlns:a="http://schemas.openxmlformats.org/drawingml/2006/main">
              <a:ext uri="{FF2B5EF4-FFF2-40B4-BE49-F238E27FC236}">
                <a16:creationId xmlns:a16="http://schemas.microsoft.com/office/drawing/2014/main" id="{0A0D21EF-4A82-47E9-85E3-BB22C5FCEB41}"/>
              </a:ext>
            </a:extLst>
          </p:cNvPr>
          <p:cNvSpPr>
            <a:spLocks xmlns:a="http://schemas.openxmlformats.org/drawingml/2006/main" noGrp="1"/>
          </p:cNvSpPr>
          <p:nvPr/>
        </p:nvSpPr>
        <p:spPr>
          <a:xfrm xmlns:a="http://schemas.openxmlformats.org/drawingml/2006/main">
            <a:off x="5867400" y="50165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transformations; 5 expression nodes.</a:t>
            </a:r>
          </a:p>
        </p:txBody>
      </p:sp>
      <p:sp>
        <p:nvSpPr>
          <p:cNvPr id="33" name="capability_v1_s11_o33">
            <a:extLst xmlns:a="http://schemas.openxmlformats.org/drawingml/2006/main">
              <a:ext uri="{FF2B5EF4-FFF2-40B4-BE49-F238E27FC236}">
                <a16:creationId xmlns:a16="http://schemas.microsoft.com/office/drawing/2014/main" id="{68891B18-BA9D-40C7-8017-FFA39C03D73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992208926"/>
      </p:ext>
    </p:extLst>
  </p:cSld>
</p:sld>
</file>

<file path=ppt/slides/slide1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9" name="capability_v1_s12_o1">
            <a:extLst xmlns:a="http://schemas.openxmlformats.org/drawingml/2006/main">
              <a:ext uri="{FF2B5EF4-FFF2-40B4-BE49-F238E27FC236}">
                <a16:creationId xmlns:a16="http://schemas.microsoft.com/office/drawing/2014/main" id="{12D60F4E-1B81-4B05-9B03-AB0B7F6BBB2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The capability’s authoring context</a:t>
            </a:r>
          </a:p>
        </p:txBody>
      </p:sp>
      <p:sp>
        <p:nvSpPr>
          <p:cNvPr id="2" name="capability_v1_s12_o2">
            <a:extLst xmlns:a="http://schemas.openxmlformats.org/drawingml/2006/main">
              <a:ext uri="{FF2B5EF4-FFF2-40B4-BE49-F238E27FC236}">
                <a16:creationId xmlns:a16="http://schemas.microsoft.com/office/drawing/2014/main" id="{018CCF36-7C25-4596-A6F9-91BD165511F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ALTITUDES 7–11  ·  EACH LAYER ANSWERS A DIFFERENT QUESTION</a:t>
            </a:r>
          </a:p>
        </p:txBody>
      </p:sp>
      <p:sp>
        <p:nvSpPr>
          <p:cNvPr id="3" name="capability_v1_s12_o3">
            <a:extLst xmlns:a="http://schemas.openxmlformats.org/drawingml/2006/main">
              <a:ext uri="{FF2B5EF4-FFF2-40B4-BE49-F238E27FC236}">
                <a16:creationId xmlns:a16="http://schemas.microsoft.com/office/drawing/2014/main" id="{0B4B8E9F-A8AA-40FC-84F8-20FF772D701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12</a:t>
            </a:r>
          </a:p>
        </p:txBody>
      </p:sp>
      <p:sp>
        <p:nvSpPr>
          <p:cNvPr id="4" name="capability_v1_s12_o4">
            <a:extLst xmlns:a="http://schemas.openxmlformats.org/drawingml/2006/main">
              <a:ext uri="{FF2B5EF4-FFF2-40B4-BE49-F238E27FC236}">
                <a16:creationId xmlns:a16="http://schemas.microsoft.com/office/drawing/2014/main" id="{497CAF74-C359-4BAE-8406-4350949F127B}"/>
              </a:ext>
            </a:extLst>
          </p:cNvPr>
          <p:cNvSpPr>
            <a:spLocks xmlns:a="http://schemas.openxmlformats.org/drawingml/2006/main" noGrp="1"/>
          </p:cNvSpPr>
          <p:nvPr/>
        </p:nvSpPr>
        <p:spPr>
          <a:xfrm xmlns:a="http://schemas.openxmlformats.org/drawingml/2006/main">
            <a:off x="546100" y="16510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5" name="capability_v1_s12_o5">
            <a:extLst xmlns:a="http://schemas.openxmlformats.org/drawingml/2006/main">
              <a:ext uri="{FF2B5EF4-FFF2-40B4-BE49-F238E27FC236}">
                <a16:creationId xmlns:a16="http://schemas.microsoft.com/office/drawing/2014/main" id="{E8DC920F-09FE-4941-B237-548AD20D51D9}"/>
              </a:ext>
            </a:extLst>
          </p:cNvPr>
          <p:cNvSpPr>
            <a:spLocks xmlns:a="http://schemas.openxmlformats.org/drawingml/2006/main" noGrp="1"/>
          </p:cNvSpPr>
          <p:nvPr/>
        </p:nvSpPr>
        <p:spPr>
          <a:xfrm xmlns:a="http://schemas.openxmlformats.org/drawingml/2006/main">
            <a:off x="558800" y="17399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7</a:t>
            </a:r>
          </a:p>
        </p:txBody>
      </p:sp>
      <p:sp>
        <p:nvSpPr>
          <p:cNvPr id="6" name="capability_v1_s12_o6">
            <a:extLst xmlns:a="http://schemas.openxmlformats.org/drawingml/2006/main">
              <a:ext uri="{FF2B5EF4-FFF2-40B4-BE49-F238E27FC236}">
                <a16:creationId xmlns:a16="http://schemas.microsoft.com/office/drawing/2014/main" id="{FA371D14-0511-4060-BD7D-581595544411}"/>
              </a:ext>
            </a:extLst>
          </p:cNvPr>
          <p:cNvSpPr>
            <a:spLocks xmlns:a="http://schemas.openxmlformats.org/drawingml/2006/main" noGrp="1"/>
          </p:cNvSpPr>
          <p:nvPr/>
        </p:nvSpPr>
        <p:spPr>
          <a:xfrm xmlns:a="http://schemas.openxmlformats.org/drawingml/2006/main">
            <a:off x="1270000" y="16510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Execution authorities and ports</a:t>
            </a:r>
          </a:p>
        </p:txBody>
      </p:sp>
      <p:sp>
        <p:nvSpPr>
          <p:cNvPr id="7" name="capability_v1_s12_o7">
            <a:extLst xmlns:a="http://schemas.openxmlformats.org/drawingml/2006/main">
              <a:ext uri="{FF2B5EF4-FFF2-40B4-BE49-F238E27FC236}">
                <a16:creationId xmlns:a16="http://schemas.microsoft.com/office/drawing/2014/main" id="{C7009A31-4DA0-4856-A090-CB864D3846E3}"/>
              </a:ext>
            </a:extLst>
          </p:cNvPr>
          <p:cNvSpPr>
            <a:spLocks xmlns:a="http://schemas.openxmlformats.org/drawingml/2006/main" noGrp="1"/>
          </p:cNvSpPr>
          <p:nvPr/>
        </p:nvSpPr>
        <p:spPr>
          <a:xfrm xmlns:a="http://schemas.openxmlformats.org/drawingml/2006/main">
            <a:off x="5867400" y="16510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execution authorities; 1 declared operations.</a:t>
            </a:r>
          </a:p>
        </p:txBody>
      </p:sp>
      <p:sp>
        <p:nvSpPr>
          <p:cNvPr id="8" name="capability_v1_s12_o8">
            <a:extLst xmlns:a="http://schemas.openxmlformats.org/drawingml/2006/main">
              <a:ext uri="{FF2B5EF4-FFF2-40B4-BE49-F238E27FC236}">
                <a16:creationId xmlns:a16="http://schemas.microsoft.com/office/drawing/2014/main" id="{BFE792C1-8630-4F28-A4AB-D54EEAC3A3C1}"/>
              </a:ext>
            </a:extLst>
          </p:cNvPr>
          <p:cNvSpPr>
            <a:spLocks xmlns:a="http://schemas.openxmlformats.org/drawingml/2006/main" noGrp="1"/>
          </p:cNvSpPr>
          <p:nvPr/>
        </p:nvSpPr>
        <p:spPr>
          <a:xfrm xmlns:a="http://schemas.openxmlformats.org/drawingml/2006/main">
            <a:off x="762000" y="20828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9" name="capability_v1_s12_o9">
            <a:extLst xmlns:a="http://schemas.openxmlformats.org/drawingml/2006/main">
              <a:ext uri="{FF2B5EF4-FFF2-40B4-BE49-F238E27FC236}">
                <a16:creationId xmlns:a16="http://schemas.microsoft.com/office/drawing/2014/main" id="{30DC22C0-379A-4F48-85E1-875C502BE776}"/>
              </a:ext>
            </a:extLst>
          </p:cNvPr>
          <p:cNvSpPr>
            <a:spLocks xmlns:a="http://schemas.openxmlformats.org/drawingml/2006/main" noGrp="1"/>
          </p:cNvSpPr>
          <p:nvPr/>
        </p:nvSpPr>
        <p:spPr>
          <a:xfrm xmlns:a="http://schemas.openxmlformats.org/drawingml/2006/main">
            <a:off x="546100" y="23241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0" name="capability_v1_s12_o10">
            <a:extLst xmlns:a="http://schemas.openxmlformats.org/drawingml/2006/main">
              <a:ext uri="{FF2B5EF4-FFF2-40B4-BE49-F238E27FC236}">
                <a16:creationId xmlns:a16="http://schemas.microsoft.com/office/drawing/2014/main" id="{2DF026F3-1AD3-406F-A015-09F69F61E681}"/>
              </a:ext>
            </a:extLst>
          </p:cNvPr>
          <p:cNvSpPr>
            <a:spLocks xmlns:a="http://schemas.openxmlformats.org/drawingml/2006/main" noGrp="1"/>
          </p:cNvSpPr>
          <p:nvPr/>
        </p:nvSpPr>
        <p:spPr>
          <a:xfrm xmlns:a="http://schemas.openxmlformats.org/drawingml/2006/main">
            <a:off x="558800" y="24130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8</a:t>
            </a:r>
          </a:p>
        </p:txBody>
      </p:sp>
      <p:sp>
        <p:nvSpPr>
          <p:cNvPr id="11" name="capability_v1_s12_o11">
            <a:extLst xmlns:a="http://schemas.openxmlformats.org/drawingml/2006/main">
              <a:ext uri="{FF2B5EF4-FFF2-40B4-BE49-F238E27FC236}">
                <a16:creationId xmlns:a16="http://schemas.microsoft.com/office/drawing/2014/main" id="{4175DBEE-C48E-42EB-AF33-4FBF17204EC9}"/>
              </a:ext>
            </a:extLst>
          </p:cNvPr>
          <p:cNvSpPr>
            <a:spLocks xmlns:a="http://schemas.openxmlformats.org/drawingml/2006/main" noGrp="1"/>
          </p:cNvSpPr>
          <p:nvPr/>
        </p:nvSpPr>
        <p:spPr>
          <a:xfrm xmlns:a="http://schemas.openxmlformats.org/drawingml/2006/main">
            <a:off x="1270000" y="23241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Providers, bindings, overlays</a:t>
            </a:r>
          </a:p>
        </p:txBody>
      </p:sp>
      <p:sp>
        <p:nvSpPr>
          <p:cNvPr id="12" name="capability_v1_s12_o12">
            <a:extLst xmlns:a="http://schemas.openxmlformats.org/drawingml/2006/main">
              <a:ext uri="{FF2B5EF4-FFF2-40B4-BE49-F238E27FC236}">
                <a16:creationId xmlns:a16="http://schemas.microsoft.com/office/drawing/2014/main" id="{7F00A266-3E92-4F17-A9D5-9701C60DB00E}"/>
              </a:ext>
            </a:extLst>
          </p:cNvPr>
          <p:cNvSpPr>
            <a:spLocks xmlns:a="http://schemas.openxmlformats.org/drawingml/2006/main" noGrp="1"/>
          </p:cNvSpPr>
          <p:nvPr/>
        </p:nvSpPr>
        <p:spPr>
          <a:xfrm xmlns:a="http://schemas.openxmlformats.org/drawingml/2006/main">
            <a:off x="5867400" y="23241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2 port bindings in the selected interface authority.</a:t>
            </a:r>
          </a:p>
        </p:txBody>
      </p:sp>
      <p:sp>
        <p:nvSpPr>
          <p:cNvPr id="13" name="capability_v1_s12_o13">
            <a:extLst xmlns:a="http://schemas.openxmlformats.org/drawingml/2006/main">
              <a:ext uri="{FF2B5EF4-FFF2-40B4-BE49-F238E27FC236}">
                <a16:creationId xmlns:a16="http://schemas.microsoft.com/office/drawing/2014/main" id="{03345C91-CE23-484C-B494-BC63CB43376E}"/>
              </a:ext>
            </a:extLst>
          </p:cNvPr>
          <p:cNvSpPr>
            <a:spLocks xmlns:a="http://schemas.openxmlformats.org/drawingml/2006/main" noGrp="1"/>
          </p:cNvSpPr>
          <p:nvPr/>
        </p:nvSpPr>
        <p:spPr>
          <a:xfrm xmlns:a="http://schemas.openxmlformats.org/drawingml/2006/main">
            <a:off x="762000" y="27559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4" name="capability_v1_s12_o14">
            <a:extLst xmlns:a="http://schemas.openxmlformats.org/drawingml/2006/main">
              <a:ext uri="{FF2B5EF4-FFF2-40B4-BE49-F238E27FC236}">
                <a16:creationId xmlns:a16="http://schemas.microsoft.com/office/drawing/2014/main" id="{A3F42C0B-847F-469C-AB87-4FC4F2DA28DE}"/>
              </a:ext>
            </a:extLst>
          </p:cNvPr>
          <p:cNvSpPr>
            <a:spLocks xmlns:a="http://schemas.openxmlformats.org/drawingml/2006/main" noGrp="1"/>
          </p:cNvSpPr>
          <p:nvPr/>
        </p:nvSpPr>
        <p:spPr>
          <a:xfrm xmlns:a="http://schemas.openxmlformats.org/drawingml/2006/main">
            <a:off x="546100" y="29972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5" name="capability_v1_s12_o15">
            <a:extLst xmlns:a="http://schemas.openxmlformats.org/drawingml/2006/main">
              <a:ext uri="{FF2B5EF4-FFF2-40B4-BE49-F238E27FC236}">
                <a16:creationId xmlns:a16="http://schemas.microsoft.com/office/drawing/2014/main" id="{9A901B15-C982-4ADF-B57F-7A7C7BF2DAB7}"/>
              </a:ext>
            </a:extLst>
          </p:cNvPr>
          <p:cNvSpPr>
            <a:spLocks xmlns:a="http://schemas.openxmlformats.org/drawingml/2006/main" noGrp="1"/>
          </p:cNvSpPr>
          <p:nvPr/>
        </p:nvSpPr>
        <p:spPr>
          <a:xfrm xmlns:a="http://schemas.openxmlformats.org/drawingml/2006/main">
            <a:off x="558800" y="30861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9</a:t>
            </a:r>
          </a:p>
        </p:txBody>
      </p:sp>
      <p:sp>
        <p:nvSpPr>
          <p:cNvPr id="16" name="capability_v1_s12_o16">
            <a:extLst xmlns:a="http://schemas.openxmlformats.org/drawingml/2006/main">
              <a:ext uri="{FF2B5EF4-FFF2-40B4-BE49-F238E27FC236}">
                <a16:creationId xmlns:a16="http://schemas.microsoft.com/office/drawing/2014/main" id="{576B7B37-AE5A-4581-ADB6-0FC51FEE49DE}"/>
              </a:ext>
            </a:extLst>
          </p:cNvPr>
          <p:cNvSpPr>
            <a:spLocks xmlns:a="http://schemas.openxmlformats.org/drawingml/2006/main" noGrp="1"/>
          </p:cNvSpPr>
          <p:nvPr/>
        </p:nvSpPr>
        <p:spPr>
          <a:xfrm xmlns:a="http://schemas.openxmlformats.org/drawingml/2006/main">
            <a:off x="1270000" y="29972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Interface and CLI display</a:t>
            </a:r>
          </a:p>
        </p:txBody>
      </p:sp>
      <p:sp>
        <p:nvSpPr>
          <p:cNvPr id="17" name="capability_v1_s12_o17">
            <a:extLst xmlns:a="http://schemas.openxmlformats.org/drawingml/2006/main">
              <a:ext uri="{FF2B5EF4-FFF2-40B4-BE49-F238E27FC236}">
                <a16:creationId xmlns:a16="http://schemas.microsoft.com/office/drawing/2014/main" id="{2D97CD50-4F8C-498B-8A34-A8CACFB07E63}"/>
              </a:ext>
            </a:extLst>
          </p:cNvPr>
          <p:cNvSpPr>
            <a:spLocks xmlns:a="http://schemas.openxmlformats.org/drawingml/2006/main" noGrp="1"/>
          </p:cNvSpPr>
          <p:nvPr/>
        </p:nvSpPr>
        <p:spPr>
          <a:xfrm xmlns:a="http://schemas.openxmlformats.org/drawingml/2006/main">
            <a:off x="5867400" y="29972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interfaces with declared input, display and root selection.</a:t>
            </a:r>
          </a:p>
        </p:txBody>
      </p:sp>
      <p:sp>
        <p:nvSpPr>
          <p:cNvPr id="18" name="capability_v1_s12_o18">
            <a:extLst xmlns:a="http://schemas.openxmlformats.org/drawingml/2006/main">
              <a:ext uri="{FF2B5EF4-FFF2-40B4-BE49-F238E27FC236}">
                <a16:creationId xmlns:a16="http://schemas.microsoft.com/office/drawing/2014/main" id="{ED89C012-4A0B-46B6-B5C9-348555F3B45A}"/>
              </a:ext>
            </a:extLst>
          </p:cNvPr>
          <p:cNvSpPr>
            <a:spLocks xmlns:a="http://schemas.openxmlformats.org/drawingml/2006/main" noGrp="1"/>
          </p:cNvSpPr>
          <p:nvPr/>
        </p:nvSpPr>
        <p:spPr>
          <a:xfrm xmlns:a="http://schemas.openxmlformats.org/drawingml/2006/main">
            <a:off x="762000" y="34290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9" name="capability_v1_s12_o19">
            <a:extLst xmlns:a="http://schemas.openxmlformats.org/drawingml/2006/main">
              <a:ext uri="{FF2B5EF4-FFF2-40B4-BE49-F238E27FC236}">
                <a16:creationId xmlns:a16="http://schemas.microsoft.com/office/drawing/2014/main" id="{141D5222-61FA-4F53-B285-EFD3DBDEA924}"/>
              </a:ext>
            </a:extLst>
          </p:cNvPr>
          <p:cNvSpPr>
            <a:spLocks xmlns:a="http://schemas.openxmlformats.org/drawingml/2006/main" noGrp="1"/>
          </p:cNvSpPr>
          <p:nvPr/>
        </p:nvSpPr>
        <p:spPr>
          <a:xfrm xmlns:a="http://schemas.openxmlformats.org/drawingml/2006/main">
            <a:off x="546100" y="36703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A8B8CA"/>
            </a:solidFill>
          </a:ln>
        </p:spPr>
      </p:sp>
      <p:sp>
        <p:nvSpPr>
          <p:cNvPr id="20" name="capability_v1_s12_o20">
            <a:extLst xmlns:a="http://schemas.openxmlformats.org/drawingml/2006/main">
              <a:ext uri="{FF2B5EF4-FFF2-40B4-BE49-F238E27FC236}">
                <a16:creationId xmlns:a16="http://schemas.microsoft.com/office/drawing/2014/main" id="{8D1BA81A-06F5-464D-B297-3D2249DF6231}"/>
              </a:ext>
            </a:extLst>
          </p:cNvPr>
          <p:cNvSpPr>
            <a:spLocks xmlns:a="http://schemas.openxmlformats.org/drawingml/2006/main" noGrp="1"/>
          </p:cNvSpPr>
          <p:nvPr/>
        </p:nvSpPr>
        <p:spPr>
          <a:xfrm xmlns:a="http://schemas.openxmlformats.org/drawingml/2006/main">
            <a:off x="558800" y="37592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A8B8CA"/>
                </a:solidFill>
                <a:latin typeface="Arial"/>
                <a:ea typeface="Arial"/>
                <a:cs typeface="Arial"/>
              </a:defRPr>
            </a:defPPr>
          </a:lstStyle>
          <a:p xmlns:a="http://schemas.openxmlformats.org/drawingml/2006/main">
            <a:pPr algn="ctr">
              <a:lnSpc>
                <a:spcPct val="108000"/>
              </a:lnSpc>
              <a:buNone/>
              <a:defRPr sz="1000" b="1">
                <a:solidFill>
                  <a:srgbClr val="A8B8CA"/>
                </a:solidFill>
                <a:latin typeface="Arial"/>
                <a:ea typeface="Arial"/>
                <a:cs typeface="Arial"/>
              </a:defRPr>
            </a:pPr>
            <a:r>
              <a:rPr sz="1000" b="1">
                <a:solidFill>
                  <a:srgbClr val="A8B8CA"/>
                </a:solidFill>
                <a:latin typeface="Arial"/>
                <a:ea typeface="Arial"/>
                <a:cs typeface="Arial"/>
              </a:rPr>
              <a:t>10</a:t>
            </a:r>
          </a:p>
        </p:txBody>
      </p:sp>
      <p:sp>
        <p:nvSpPr>
          <p:cNvPr id="21" name="capability_v1_s12_o21">
            <a:extLst xmlns:a="http://schemas.openxmlformats.org/drawingml/2006/main">
              <a:ext uri="{FF2B5EF4-FFF2-40B4-BE49-F238E27FC236}">
                <a16:creationId xmlns:a16="http://schemas.microsoft.com/office/drawing/2014/main" id="{F03325AE-52BC-459C-8DED-6B413004DE92}"/>
              </a:ext>
            </a:extLst>
          </p:cNvPr>
          <p:cNvSpPr>
            <a:spLocks xmlns:a="http://schemas.openxmlformats.org/drawingml/2006/main" noGrp="1"/>
          </p:cNvSpPr>
          <p:nvPr/>
        </p:nvSpPr>
        <p:spPr>
          <a:xfrm xmlns:a="http://schemas.openxmlformats.org/drawingml/2006/main">
            <a:off x="1270000" y="36703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Fixtures and proof</a:t>
            </a:r>
          </a:p>
        </p:txBody>
      </p:sp>
      <p:sp>
        <p:nvSpPr>
          <p:cNvPr id="22" name="capability_v1_s12_o22">
            <a:extLst xmlns:a="http://schemas.openxmlformats.org/drawingml/2006/main">
              <a:ext uri="{FF2B5EF4-FFF2-40B4-BE49-F238E27FC236}">
                <a16:creationId xmlns:a16="http://schemas.microsoft.com/office/drawing/2014/main" id="{2384F04B-0BBD-4327-8BAB-EE1DB3AB5F97}"/>
              </a:ext>
            </a:extLst>
          </p:cNvPr>
          <p:cNvSpPr>
            <a:spLocks xmlns:a="http://schemas.openxmlformats.org/drawingml/2006/main" noGrp="1"/>
          </p:cNvSpPr>
          <p:nvPr/>
        </p:nvSpPr>
        <p:spPr>
          <a:xfrm xmlns:a="http://schemas.openxmlformats.org/drawingml/2006/main">
            <a:off x="5867400" y="36703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0 fixture case(s); 0 proof obligation(s). These are declarations, not test results.</a:t>
            </a:r>
          </a:p>
        </p:txBody>
      </p:sp>
      <p:sp>
        <p:nvSpPr>
          <p:cNvPr id="23" name="capability_v1_s12_o23">
            <a:extLst xmlns:a="http://schemas.openxmlformats.org/drawingml/2006/main">
              <a:ext uri="{FF2B5EF4-FFF2-40B4-BE49-F238E27FC236}">
                <a16:creationId xmlns:a16="http://schemas.microsoft.com/office/drawing/2014/main" id="{8EC5A0B3-A486-4AEE-9F65-B93369B1B84E}"/>
              </a:ext>
            </a:extLst>
          </p:cNvPr>
          <p:cNvSpPr>
            <a:spLocks xmlns:a="http://schemas.openxmlformats.org/drawingml/2006/main" noGrp="1"/>
          </p:cNvSpPr>
          <p:nvPr/>
        </p:nvSpPr>
        <p:spPr>
          <a:xfrm xmlns:a="http://schemas.openxmlformats.org/drawingml/2006/main">
            <a:off x="762000" y="41021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4" name="capability_v1_s12_o24">
            <a:extLst xmlns:a="http://schemas.openxmlformats.org/drawingml/2006/main">
              <a:ext uri="{FF2B5EF4-FFF2-40B4-BE49-F238E27FC236}">
                <a16:creationId xmlns:a16="http://schemas.microsoft.com/office/drawing/2014/main" id="{3199B044-D376-4BCD-8B0A-4527054199E5}"/>
              </a:ext>
            </a:extLst>
          </p:cNvPr>
          <p:cNvSpPr>
            <a:spLocks xmlns:a="http://schemas.openxmlformats.org/drawingml/2006/main" noGrp="1"/>
          </p:cNvSpPr>
          <p:nvPr/>
        </p:nvSpPr>
        <p:spPr>
          <a:xfrm xmlns:a="http://schemas.openxmlformats.org/drawingml/2006/main">
            <a:off x="546100" y="43434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5" name="capability_v1_s12_o25">
            <a:extLst xmlns:a="http://schemas.openxmlformats.org/drawingml/2006/main">
              <a:ext uri="{FF2B5EF4-FFF2-40B4-BE49-F238E27FC236}">
                <a16:creationId xmlns:a16="http://schemas.microsoft.com/office/drawing/2014/main" id="{7919B9CE-42BE-4FD9-9016-78B1528A9BAB}"/>
              </a:ext>
            </a:extLst>
          </p:cNvPr>
          <p:cNvSpPr>
            <a:spLocks xmlns:a="http://schemas.openxmlformats.org/drawingml/2006/main" noGrp="1"/>
          </p:cNvSpPr>
          <p:nvPr/>
        </p:nvSpPr>
        <p:spPr>
          <a:xfrm xmlns:a="http://schemas.openxmlformats.org/drawingml/2006/main">
            <a:off x="558800" y="44323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11</a:t>
            </a:r>
          </a:p>
        </p:txBody>
      </p:sp>
      <p:sp>
        <p:nvSpPr>
          <p:cNvPr id="26" name="capability_v1_s12_o26">
            <a:extLst xmlns:a="http://schemas.openxmlformats.org/drawingml/2006/main">
              <a:ext uri="{FF2B5EF4-FFF2-40B4-BE49-F238E27FC236}">
                <a16:creationId xmlns:a16="http://schemas.microsoft.com/office/drawing/2014/main" id="{0AADB459-542A-4DA3-B210-8DC365754193}"/>
              </a:ext>
            </a:extLst>
          </p:cNvPr>
          <p:cNvSpPr>
            <a:spLocks xmlns:a="http://schemas.openxmlformats.org/drawingml/2006/main" noGrp="1"/>
          </p:cNvSpPr>
          <p:nvPr/>
        </p:nvSpPr>
        <p:spPr>
          <a:xfrm xmlns:a="http://schemas.openxmlformats.org/drawingml/2006/main">
            <a:off x="1270000" y="43434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Alignment evaluation</a:t>
            </a:r>
          </a:p>
        </p:txBody>
      </p:sp>
      <p:sp>
        <p:nvSpPr>
          <p:cNvPr id="27" name="capability_v1_s12_o27">
            <a:extLst xmlns:a="http://schemas.openxmlformats.org/drawingml/2006/main">
              <a:ext uri="{FF2B5EF4-FFF2-40B4-BE49-F238E27FC236}">
                <a16:creationId xmlns:a16="http://schemas.microsoft.com/office/drawing/2014/main" id="{088287F6-CBC7-4B55-8482-B93FFA2C5242}"/>
              </a:ext>
            </a:extLst>
          </p:cNvPr>
          <p:cNvSpPr>
            <a:spLocks xmlns:a="http://schemas.openxmlformats.org/drawingml/2006/main" noGrp="1"/>
          </p:cNvSpPr>
          <p:nvPr/>
        </p:nvSpPr>
        <p:spPr>
          <a:xfrm xmlns:a="http://schemas.openxmlformats.org/drawingml/2006/main">
            <a:off x="5867400" y="43434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Reference checks are derived; no alignment receipt was read.</a:t>
            </a:r>
          </a:p>
        </p:txBody>
      </p:sp>
      <p:sp>
        <p:nvSpPr>
          <p:cNvPr id="28" name="capability_v1_s12_o28">
            <a:extLst xmlns:a="http://schemas.openxmlformats.org/drawingml/2006/main">
              <a:ext uri="{FF2B5EF4-FFF2-40B4-BE49-F238E27FC236}">
                <a16:creationId xmlns:a16="http://schemas.microsoft.com/office/drawing/2014/main" id="{6E743CCD-595B-4F2A-9B32-A94EB2EAA4F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807955954"/>
      </p:ext>
    </p:extLst>
  </p:cSld>
</p:sld>
</file>

<file path=ppt/slides/slide1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8" name="capability_v1_s13_o1">
            <a:extLst xmlns:a="http://schemas.openxmlformats.org/drawingml/2006/main">
              <a:ext uri="{FF2B5EF4-FFF2-40B4-BE49-F238E27FC236}">
                <a16:creationId xmlns:a16="http://schemas.microsoft.com/office/drawing/2014/main" id="{F7A25AD3-57EE-4F9F-BAD3-55ABC099D5AB}"/>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01 · Feature parse</a:t>
            </a:r>
          </a:p>
        </p:txBody>
      </p:sp>
      <p:sp>
        <p:nvSpPr>
          <p:cNvPr id="2" name="capability_v1_s13_o2">
            <a:extLst xmlns:a="http://schemas.openxmlformats.org/drawingml/2006/main">
              <a:ext uri="{FF2B5EF4-FFF2-40B4-BE49-F238E27FC236}">
                <a16:creationId xmlns:a16="http://schemas.microsoft.com/office/drawing/2014/main" id="{90428683-3970-43C2-AA49-FB247226BD2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need and feature frame this capability?</a:t>
            </a:r>
          </a:p>
        </p:txBody>
      </p:sp>
      <p:sp>
        <p:nvSpPr>
          <p:cNvPr id="3" name="capability_v1_s13_o3">
            <a:extLst xmlns:a="http://schemas.openxmlformats.org/drawingml/2006/main">
              <a:ext uri="{FF2B5EF4-FFF2-40B4-BE49-F238E27FC236}">
                <a16:creationId xmlns:a16="http://schemas.microsoft.com/office/drawing/2014/main" id="{DF48409C-340F-41BE-9EEC-A4A44A52720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13</a:t>
            </a:r>
          </a:p>
        </p:txBody>
      </p:sp>
      <p:sp>
        <p:nvSpPr>
          <p:cNvPr id="4" name="capability_v1_s13_o4">
            <a:extLst xmlns:a="http://schemas.openxmlformats.org/drawingml/2006/main">
              <a:ext uri="{FF2B5EF4-FFF2-40B4-BE49-F238E27FC236}">
                <a16:creationId xmlns:a16="http://schemas.microsoft.com/office/drawing/2014/main" id="{F0D8885D-2807-4C89-B85D-C8E0DFE096F2}"/>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13_o5">
            <a:extLst xmlns:a="http://schemas.openxmlformats.org/drawingml/2006/main">
              <a:ext uri="{FF2B5EF4-FFF2-40B4-BE49-F238E27FC236}">
                <a16:creationId xmlns:a16="http://schemas.microsoft.com/office/drawing/2014/main" id="{0AE952D3-D471-42D4-98E4-3E5D5AE91AC2}"/>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13_o6">
            <a:extLst xmlns:a="http://schemas.openxmlformats.org/drawingml/2006/main">
              <a:ext uri="{FF2B5EF4-FFF2-40B4-BE49-F238E27FC236}">
                <a16:creationId xmlns:a16="http://schemas.microsoft.com/office/drawing/2014/main" id="{D4C26DB7-7C25-4D2F-8748-0DAE0E4BAAB5}"/>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3_o7">
            <a:extLst xmlns:a="http://schemas.openxmlformats.org/drawingml/2006/main">
              <a:ext uri="{FF2B5EF4-FFF2-40B4-BE49-F238E27FC236}">
                <a16:creationId xmlns:a16="http://schemas.microsoft.com/office/drawing/2014/main" id="{E5B3EC6E-B920-46A2-B669-89C825124674}"/>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3_o8">
            <a:extLst xmlns:a="http://schemas.openxmlformats.org/drawingml/2006/main">
              <a:ext uri="{FF2B5EF4-FFF2-40B4-BE49-F238E27FC236}">
                <a16:creationId xmlns:a16="http://schemas.microsoft.com/office/drawing/2014/main" id="{313DDF2A-103F-4D5C-B83E-0091B9A43EAB}"/>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3_o9">
            <a:extLst xmlns:a="http://schemas.openxmlformats.org/drawingml/2006/main">
              <a:ext uri="{FF2B5EF4-FFF2-40B4-BE49-F238E27FC236}">
                <a16:creationId xmlns:a16="http://schemas.microsoft.com/office/drawing/2014/main" id="{DA4AF18D-BD82-4E02-A11B-F74526E8770D}"/>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read capability</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dsl source</a:t>
            </a:r>
          </a:p>
        </p:txBody>
      </p:sp>
      <p:sp>
        <p:nvSpPr>
          <p:cNvPr id="10" name="capability_v1_s13_o10">
            <a:extLst xmlns:a="http://schemas.openxmlformats.org/drawingml/2006/main">
              <a:ext uri="{FF2B5EF4-FFF2-40B4-BE49-F238E27FC236}">
                <a16:creationId xmlns:a16="http://schemas.microsoft.com/office/drawing/2014/main" id="{DFCAE84E-D4AC-4717-8707-D60D2215B89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1" name="capability_v1_s13_o11">
            <a:extLst xmlns:a="http://schemas.openxmlformats.org/drawingml/2006/main">
              <a:ext uri="{FF2B5EF4-FFF2-40B4-BE49-F238E27FC236}">
                <a16:creationId xmlns:a16="http://schemas.microsoft.com/office/drawing/2014/main" id="{03C0CC66-B24C-4FD2-BCC8-22CB303AAE84}"/>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12" name="capability_v1_s13_o12">
            <a:extLst xmlns:a="http://schemas.openxmlformats.org/drawingml/2006/main">
              <a:ext uri="{FF2B5EF4-FFF2-40B4-BE49-F238E27FC236}">
                <a16:creationId xmlns:a16="http://schemas.microsoft.com/office/drawing/2014/main" id="{3D1F2675-ED97-4D00-A1A1-E1FB7C0A7BED}"/>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3" name="capability_v1_s13_o13">
            <a:extLst xmlns:a="http://schemas.openxmlformats.org/drawingml/2006/main">
              <a:ext uri="{FF2B5EF4-FFF2-40B4-BE49-F238E27FC236}">
                <a16:creationId xmlns:a16="http://schemas.microsoft.com/office/drawing/2014/main" id="{AAE2B4EC-7F22-481C-AC91-9093B5568A4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14" name="capability_v1_s13_o14">
            <a:extLst xmlns:a="http://schemas.openxmlformats.org/drawingml/2006/main">
              <a:ext uri="{FF2B5EF4-FFF2-40B4-BE49-F238E27FC236}">
                <a16:creationId xmlns:a16="http://schemas.microsoft.com/office/drawing/2014/main" id="{DC06C3AA-FC00-4BF4-BD4C-19A96F10DC8F}"/>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DE0B0"/>
            </a:solidFill>
            <a:prstDash val="solid"/>
          </a:ln>
        </p:spPr>
      </p:sp>
      <p:sp>
        <p:nvSpPr>
          <p:cNvPr id="15" name="capability_v1_s13_o15">
            <a:extLst xmlns:a="http://schemas.openxmlformats.org/drawingml/2006/main">
              <a:ext uri="{FF2B5EF4-FFF2-40B4-BE49-F238E27FC236}">
                <a16:creationId xmlns:a16="http://schemas.microsoft.com/office/drawing/2014/main" id="{7657A59B-27B0-468D-9972-BE30772CFFA1}"/>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16" name="capability_v1_s13_o15_arrow">
            <a:extLst xmlns:a="http://schemas.openxmlformats.org/drawingml/2006/main">
              <a:ext uri="{FF2B5EF4-FFF2-40B4-BE49-F238E27FC236}">
                <a16:creationId xmlns:a16="http://schemas.microsoft.com/office/drawing/2014/main" id="{977F72A7-87F5-4CA0-BE0D-2C183AF60238}"/>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 name="capability_v1_s13_o16">
            <a:extLst xmlns:a="http://schemas.openxmlformats.org/drawingml/2006/main">
              <a:ext uri="{FF2B5EF4-FFF2-40B4-BE49-F238E27FC236}">
                <a16:creationId xmlns:a16="http://schemas.microsoft.com/office/drawing/2014/main" id="{166E754B-2AE3-4AA3-ABD1-65C193597D23}"/>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18" name="capability_v1_s13_o17">
            <a:extLst xmlns:a="http://schemas.openxmlformats.org/drawingml/2006/main">
              <a:ext uri="{FF2B5EF4-FFF2-40B4-BE49-F238E27FC236}">
                <a16:creationId xmlns:a16="http://schemas.microsoft.com/office/drawing/2014/main" id="{4A9F900D-FBCA-4862-8260-174C836FAE09}"/>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19" name="capability_v1_s13_o18">
            <a:extLst xmlns:a="http://schemas.openxmlformats.org/drawingml/2006/main">
              <a:ext uri="{FF2B5EF4-FFF2-40B4-BE49-F238E27FC236}">
                <a16:creationId xmlns:a16="http://schemas.microsoft.com/office/drawing/2014/main" id="{E3F2179A-EEA1-458C-9AE1-328F84615556}"/>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13_o19">
            <a:extLst xmlns:a="http://schemas.openxmlformats.org/drawingml/2006/main">
              <a:ext uri="{FF2B5EF4-FFF2-40B4-BE49-F238E27FC236}">
                <a16:creationId xmlns:a16="http://schemas.microsoft.com/office/drawing/2014/main" id="{A2795941-E1C4-47AE-8066-20967E026BBA}"/>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21" name="capability_v1_s13_o20">
            <a:extLst xmlns:a="http://schemas.openxmlformats.org/drawingml/2006/main">
              <a:ext uri="{FF2B5EF4-FFF2-40B4-BE49-F238E27FC236}">
                <a16:creationId xmlns:a16="http://schemas.microsoft.com/office/drawing/2014/main" id="{D161C028-49E2-426A-82D8-D13A19AE4DDE}"/>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2" name="capability_v1_s13_o21">
            <a:extLst xmlns:a="http://schemas.openxmlformats.org/drawingml/2006/main">
              <a:ext uri="{FF2B5EF4-FFF2-40B4-BE49-F238E27FC236}">
                <a16:creationId xmlns:a16="http://schemas.microsoft.com/office/drawing/2014/main" id="{98A95E8C-7813-4B93-A3B5-B0B4BC088569}"/>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3" name="capability_v1_s13_o22">
            <a:extLst xmlns:a="http://schemas.openxmlformats.org/drawingml/2006/main">
              <a:ext uri="{FF2B5EF4-FFF2-40B4-BE49-F238E27FC236}">
                <a16:creationId xmlns:a16="http://schemas.microsoft.com/office/drawing/2014/main" id="{C838E055-C337-4AF3-8AF5-900C4D2C3F4C}"/>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4" name="capability_v1_s13_o23">
            <a:extLst xmlns:a="http://schemas.openxmlformats.org/drawingml/2006/main">
              <a:ext uri="{FF2B5EF4-FFF2-40B4-BE49-F238E27FC236}">
                <a16:creationId xmlns:a16="http://schemas.microsoft.com/office/drawing/2014/main" id="{844CDBA4-91D5-4579-95AF-1DB107CC25AF}"/>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Write the configured text to</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standard output</a:t>
            </a:r>
          </a:p>
        </p:txBody>
      </p:sp>
      <p:sp>
        <p:nvSpPr>
          <p:cNvPr id="25" name="capability_v1_s13_o24">
            <a:extLst xmlns:a="http://schemas.openxmlformats.org/drawingml/2006/main">
              <a:ext uri="{FF2B5EF4-FFF2-40B4-BE49-F238E27FC236}">
                <a16:creationId xmlns:a16="http://schemas.microsoft.com/office/drawing/2014/main" id="{A6A179E4-9F12-421C-A3EF-B29BBAB69720}"/>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linked feature writeup; version selection retained in notes</a:t>
            </a:r>
          </a:p>
        </p:txBody>
      </p:sp>
      <p:sp>
        <p:nvSpPr>
          <p:cNvPr id="26" name="capability_v1_s13_o25">
            <a:extLst xmlns:a="http://schemas.openxmlformats.org/drawingml/2006/main">
              <a:ext uri="{FF2B5EF4-FFF2-40B4-BE49-F238E27FC236}">
                <a16:creationId xmlns:a16="http://schemas.microsoft.com/office/drawing/2014/main" id="{71F3CCA3-E3D3-461B-A828-CA1B9F7136A6}"/>
              </a:ext>
            </a:extLst>
          </p:cNvPr>
          <p:cNvSpPr>
            <a:spLocks xmlns:a="http://schemas.openxmlformats.org/drawingml/2006/main" noGrp="1"/>
          </p:cNvSpPr>
          <p:nvPr/>
        </p:nvSpPr>
        <p:spPr>
          <a:xfrm xmlns:a="http://schemas.openxmlformats.org/drawingml/2006/main">
            <a:off x="863600" y="4533900"/>
            <a:ext cx="5397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600" b="0">
                <a:solidFill>
                  <a:srgbClr val="F4F7FB"/>
                </a:solidFill>
                <a:latin typeface="Arial"/>
                <a:ea typeface="Arial"/>
                <a:cs typeface="Arial"/>
              </a:defRPr>
            </a:defPPr>
          </a:lstStyle>
          <a:p xmlns:a="http://schemas.openxmlformats.org/drawingml/2006/main">
            <a:pPr algn="l">
              <a:lnSpc>
                <a:spcPct val="108000"/>
              </a:lnSpc>
              <a:buNone/>
              <a:defRPr sz="1600" b="0">
                <a:solidFill>
                  <a:srgbClr val="F4F7FB"/>
                </a:solidFill>
                <a:latin typeface="Arial"/>
                <a:ea typeface="Arial"/>
                <a:cs typeface="Arial"/>
              </a:defRPr>
            </a:pPr>
            <a:r>
              <a:rPr sz="1600" b="0">
                <a:solidFill>
                  <a:srgbClr val="F4F7FB"/>
                </a:solidFill>
                <a:latin typeface="Arial"/>
                <a:ea typeface="Arial"/>
                <a:cs typeface="Arial"/>
              </a:rPr>
              <a:t>A caller supplies a name and receives the configured greeting with that name substituted.</a:t>
            </a:r>
          </a:p>
        </p:txBody>
      </p:sp>
      <p:sp>
        <p:nvSpPr>
          <p:cNvPr id="27" name="capability_v1_s13_o26">
            <a:extLst xmlns:a="http://schemas.openxmlformats.org/drawingml/2006/main">
              <a:ext uri="{FF2B5EF4-FFF2-40B4-BE49-F238E27FC236}">
                <a16:creationId xmlns:a16="http://schemas.microsoft.com/office/drawing/2014/main" id="{7B23A394-7166-4136-8A32-9E6C6F8EC4C5}"/>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490186423"/>
      </p:ext>
    </p:extLst>
  </p:cSld>
</p:sld>
</file>

<file path=ppt/slides/slide1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6" name="capability_v1_s14_o1">
            <a:extLst xmlns:a="http://schemas.openxmlformats.org/drawingml/2006/main">
              <a:ext uri="{FF2B5EF4-FFF2-40B4-BE49-F238E27FC236}">
                <a16:creationId xmlns:a16="http://schemas.microsoft.com/office/drawing/2014/main" id="{8CB6E97D-C96F-4B8C-B9AB-12BC2C29E65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Retained feature writeup</a:t>
            </a:r>
          </a:p>
        </p:txBody>
      </p:sp>
      <p:sp>
        <p:nvSpPr>
          <p:cNvPr id="2" name="capability_v1_s14_o2">
            <a:extLst xmlns:a="http://schemas.openxmlformats.org/drawingml/2006/main">
              <a:ext uri="{FF2B5EF4-FFF2-40B4-BE49-F238E27FC236}">
                <a16:creationId xmlns:a16="http://schemas.microsoft.com/office/drawing/2014/main" id="{533D26AD-3ECB-438A-A973-D6D93BD40D3A}"/>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features/read-capability-dsl-source.feature</a:t>
            </a:r>
          </a:p>
        </p:txBody>
      </p:sp>
      <p:sp>
        <p:nvSpPr>
          <p:cNvPr id="3" name="capability_v1_s14_o3">
            <a:extLst xmlns:a="http://schemas.openxmlformats.org/drawingml/2006/main">
              <a:ext uri="{FF2B5EF4-FFF2-40B4-BE49-F238E27FC236}">
                <a16:creationId xmlns:a16="http://schemas.microsoft.com/office/drawing/2014/main" id="{8C224EF8-7149-4E4D-81C6-9BE227E2C8B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14</a:t>
            </a:r>
          </a:p>
        </p:txBody>
      </p:sp>
      <p:sp>
        <p:nvSpPr>
          <p:cNvPr id="4" name="capability_v1_s14_o4">
            <a:extLst xmlns:a="http://schemas.openxmlformats.org/drawingml/2006/main">
              <a:ext uri="{FF2B5EF4-FFF2-40B4-BE49-F238E27FC236}">
                <a16:creationId xmlns:a16="http://schemas.microsoft.com/office/drawing/2014/main" id="{F85DA4CC-ED54-489B-97CA-E371BCD65E72}"/>
              </a:ext>
            </a:extLst>
          </p:cNvPr>
          <p:cNvSpPr>
            <a:spLocks xmlns:a="http://schemas.openxmlformats.org/drawingml/2006/main" noGrp="1"/>
          </p:cNvSpPr>
          <p:nvPr/>
        </p:nvSpPr>
        <p:spPr>
          <a:xfrm xmlns:a="http://schemas.openxmlformats.org/drawingml/2006/main">
            <a:off x="736600" y="1968500"/>
            <a:ext cx="106934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Feature: Write the configured text to standard output</a:t>
            </a:r>
          </a:p>
          <a:p xmlns:a="http://schemas.openxmlformats.org/drawingml/2006/main">
            <a:r>
              <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Scenario: Write the database-defined message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Given the message configured in the database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When the sda-json-cli.v1 standard-output interface executes with that message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Then the caller observes the greeting for the supplied name on standard output</a:t>
            </a:r>
          </a:p>
        </p:txBody>
      </p:sp>
      <p:sp>
        <p:nvSpPr>
          <p:cNvPr id="5" name="capability_v1_s14_o5">
            <a:extLst xmlns:a="http://schemas.openxmlformats.org/drawingml/2006/main">
              <a:ext uri="{FF2B5EF4-FFF2-40B4-BE49-F238E27FC236}">
                <a16:creationId xmlns:a16="http://schemas.microsoft.com/office/drawing/2014/main" id="{0BF0E64B-D1C8-4032-B6DE-65E9BC87310E}"/>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45157451"/>
      </p:ext>
    </p:extLst>
  </p:cSld>
</p:sld>
</file>

<file path=ppt/slides/slide1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15_o1">
            <a:extLst xmlns:a="http://schemas.openxmlformats.org/drawingml/2006/main">
              <a:ext uri="{FF2B5EF4-FFF2-40B4-BE49-F238E27FC236}">
                <a16:creationId xmlns:a16="http://schemas.microsoft.com/office/drawing/2014/main" id="{AAB6FB64-E6D7-4A17-9925-9FAABC3971E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Read capability dsl source</a:t>
            </a:r>
          </a:p>
        </p:txBody>
      </p:sp>
      <p:sp>
        <p:nvSpPr>
          <p:cNvPr id="2" name="capability_v1_s15_o2">
            <a:extLst xmlns:a="http://schemas.openxmlformats.org/drawingml/2006/main">
              <a:ext uri="{FF2B5EF4-FFF2-40B4-BE49-F238E27FC236}">
                <a16:creationId xmlns:a16="http://schemas.microsoft.com/office/drawing/2014/main" id="{44BFB035-219B-4B3E-8FA7-A5B062C2164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FEATURE SCENARIO / read-capability-dsl-source / VERSION 113594</a:t>
            </a:r>
          </a:p>
        </p:txBody>
      </p:sp>
      <p:sp>
        <p:nvSpPr>
          <p:cNvPr id="3" name="capability_v1_s15_o3">
            <a:extLst xmlns:a="http://schemas.openxmlformats.org/drawingml/2006/main">
              <a:ext uri="{FF2B5EF4-FFF2-40B4-BE49-F238E27FC236}">
                <a16:creationId xmlns:a16="http://schemas.microsoft.com/office/drawing/2014/main" id="{796B65D4-E01C-4D93-8088-ACCAAE8D7F4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15</a:t>
            </a:r>
          </a:p>
        </p:txBody>
      </p:sp>
      <p:sp>
        <p:nvSpPr>
          <p:cNvPr id="4" name="capability_v1_s15_o4">
            <a:extLst xmlns:a="http://schemas.openxmlformats.org/drawingml/2006/main">
              <a:ext uri="{FF2B5EF4-FFF2-40B4-BE49-F238E27FC236}">
                <a16:creationId xmlns:a16="http://schemas.microsoft.com/office/drawing/2014/main" id="{CA1B908B-132C-4766-B07F-93A05C584B1D}"/>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Given</a:t>
            </a:r>
          </a:p>
        </p:txBody>
      </p:sp>
      <p:sp>
        <p:nvSpPr>
          <p:cNvPr id="5" name="capability_v1_s15_o5">
            <a:extLst xmlns:a="http://schemas.openxmlformats.org/drawingml/2006/main">
              <a:ext uri="{FF2B5EF4-FFF2-40B4-BE49-F238E27FC236}">
                <a16:creationId xmlns:a16="http://schemas.microsoft.com/office/drawing/2014/main" id="{9809F363-E9E8-4A7A-82A3-B4A7FAC3CBCA}"/>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15_o6">
            <a:extLst xmlns:a="http://schemas.openxmlformats.org/drawingml/2006/main">
              <a:ext uri="{FF2B5EF4-FFF2-40B4-BE49-F238E27FC236}">
                <a16:creationId xmlns:a16="http://schemas.microsoft.com/office/drawing/2014/main" id="{78B86AE7-D80E-4DBD-B060-FDED9AAD89DF}"/>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capabilities authored from DSL exist in the estate with retained</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sources</a:t>
            </a:r>
          </a:p>
        </p:txBody>
      </p:sp>
      <p:sp>
        <p:nvSpPr>
          <p:cNvPr id="7" name="capability_v1_s15_o7">
            <a:extLst xmlns:a="http://schemas.openxmlformats.org/drawingml/2006/main">
              <a:ext uri="{FF2B5EF4-FFF2-40B4-BE49-F238E27FC236}">
                <a16:creationId xmlns:a16="http://schemas.microsoft.com/office/drawing/2014/main" id="{FBE0CC35-3867-4713-A375-695BE29D5DBE}"/>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When</a:t>
            </a:r>
          </a:p>
        </p:txBody>
      </p:sp>
      <p:sp>
        <p:nvSpPr>
          <p:cNvPr id="8" name="capability_v1_s15_o8">
            <a:extLst xmlns:a="http://schemas.openxmlformats.org/drawingml/2006/main">
              <a:ext uri="{FF2B5EF4-FFF2-40B4-BE49-F238E27FC236}">
                <a16:creationId xmlns:a16="http://schemas.microsoft.com/office/drawing/2014/main" id="{9A153134-DB0A-4AEF-9474-792C436ACD6E}"/>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15_o9">
            <a:extLst xmlns:a="http://schemas.openxmlformats.org/drawingml/2006/main">
              <a:ext uri="{FF2B5EF4-FFF2-40B4-BE49-F238E27FC236}">
                <a16:creationId xmlns:a16="http://schemas.microsoft.com/office/drawing/2014/main" id="{CE002679-013C-4ADB-A7CD-DA7338B48311}"/>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the retained sources are read over rows</a:t>
            </a:r>
          </a:p>
        </p:txBody>
      </p:sp>
      <p:sp>
        <p:nvSpPr>
          <p:cNvPr id="10" name="capability_v1_s15_o10">
            <a:extLst xmlns:a="http://schemas.openxmlformats.org/drawingml/2006/main">
              <a:ext uri="{FF2B5EF4-FFF2-40B4-BE49-F238E27FC236}">
                <a16:creationId xmlns:a16="http://schemas.microsoft.com/office/drawing/2014/main" id="{9DDD9368-F80F-4E04-9068-B50AC4259C3C}"/>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Then</a:t>
            </a:r>
          </a:p>
        </p:txBody>
      </p:sp>
      <p:sp>
        <p:nvSpPr>
          <p:cNvPr id="11" name="capability_v1_s15_o11">
            <a:extLst xmlns:a="http://schemas.openxmlformats.org/drawingml/2006/main">
              <a:ext uri="{FF2B5EF4-FFF2-40B4-BE49-F238E27FC236}">
                <a16:creationId xmlns:a16="http://schemas.microsoft.com/office/drawing/2014/main" id="{D4729C64-2C00-4584-A20D-F50B9FD43775}"/>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1_s15_o12">
            <a:extLst xmlns:a="http://schemas.openxmlformats.org/drawingml/2006/main">
              <a:ext uri="{FF2B5EF4-FFF2-40B4-BE49-F238E27FC236}">
                <a16:creationId xmlns:a16="http://schemas.microsoft.com/office/drawing/2014/main" id="{970A26E9-3E87-44B8-BEA4-21783FDE41A2}"/>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exact source bytes, digests and authoring references return</a:t>
            </a:r>
          </a:p>
        </p:txBody>
      </p:sp>
      <p:sp>
        <p:nvSpPr>
          <p:cNvPr id="13" name="capability_v1_s15_o13">
            <a:extLst xmlns:a="http://schemas.openxmlformats.org/drawingml/2006/main">
              <a:ext uri="{FF2B5EF4-FFF2-40B4-BE49-F238E27FC236}">
                <a16:creationId xmlns:a16="http://schemas.microsoft.com/office/drawing/2014/main" id="{C6D2652C-DDF6-4B6E-8D81-61D6F0AFB0EF}"/>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080957867"/>
      </p:ext>
    </p:extLst>
  </p:cSld>
</p:sld>
</file>

<file path=ppt/slides/slide1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1_s16_o1">
            <a:extLst xmlns:a="http://schemas.openxmlformats.org/drawingml/2006/main">
              <a:ext uri="{FF2B5EF4-FFF2-40B4-BE49-F238E27FC236}">
                <a16:creationId xmlns:a16="http://schemas.microsoft.com/office/drawing/2014/main" id="{CE78E2FA-7058-4FF0-A92B-48EEAE0774CB}"/>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02 · Capability meaning</a:t>
            </a:r>
          </a:p>
        </p:txBody>
      </p:sp>
      <p:sp>
        <p:nvSpPr>
          <p:cNvPr id="2" name="capability_v1_s16_o2">
            <a:extLst xmlns:a="http://schemas.openxmlformats.org/drawingml/2006/main">
              <a:ext uri="{FF2B5EF4-FFF2-40B4-BE49-F238E27FC236}">
                <a16:creationId xmlns:a16="http://schemas.microsoft.com/office/drawing/2014/main" id="{D2F5D5D7-0089-4B62-9662-5C372E8D11B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Who needs the capability, for what purpose and outcome?</a:t>
            </a:r>
          </a:p>
        </p:txBody>
      </p:sp>
      <p:sp>
        <p:nvSpPr>
          <p:cNvPr id="3" name="capability_v1_s16_o3">
            <a:extLst xmlns:a="http://schemas.openxmlformats.org/drawingml/2006/main">
              <a:ext uri="{FF2B5EF4-FFF2-40B4-BE49-F238E27FC236}">
                <a16:creationId xmlns:a16="http://schemas.microsoft.com/office/drawing/2014/main" id="{8575D4A0-3110-45F8-A0B4-30CEBF61D37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16</a:t>
            </a:r>
          </a:p>
        </p:txBody>
      </p:sp>
      <p:sp>
        <p:nvSpPr>
          <p:cNvPr id="4" name="capability_v1_s16_o4">
            <a:extLst xmlns:a="http://schemas.openxmlformats.org/drawingml/2006/main">
              <a:ext uri="{FF2B5EF4-FFF2-40B4-BE49-F238E27FC236}">
                <a16:creationId xmlns:a16="http://schemas.microsoft.com/office/drawing/2014/main" id="{F4C81B45-F89A-4E60-9E84-04B2BFA74CE4}"/>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16_o5">
            <a:extLst xmlns:a="http://schemas.openxmlformats.org/drawingml/2006/main">
              <a:ext uri="{FF2B5EF4-FFF2-40B4-BE49-F238E27FC236}">
                <a16:creationId xmlns:a16="http://schemas.microsoft.com/office/drawing/2014/main" id="{0BB93BF6-5A55-416F-96B5-C12F79C7F1F2}"/>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16_o6">
            <a:extLst xmlns:a="http://schemas.openxmlformats.org/drawingml/2006/main">
              <a:ext uri="{FF2B5EF4-FFF2-40B4-BE49-F238E27FC236}">
                <a16:creationId xmlns:a16="http://schemas.microsoft.com/office/drawing/2014/main" id="{70C4D251-7071-4242-81EF-E64FE6B8EB57}"/>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6_o7">
            <a:extLst xmlns:a="http://schemas.openxmlformats.org/drawingml/2006/main">
              <a:ext uri="{FF2B5EF4-FFF2-40B4-BE49-F238E27FC236}">
                <a16:creationId xmlns:a16="http://schemas.microsoft.com/office/drawing/2014/main" id="{348648D2-B81E-4F9F-9A22-943BEAEC8C1D}"/>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6_o8">
            <a:extLst xmlns:a="http://schemas.openxmlformats.org/drawingml/2006/main">
              <a:ext uri="{FF2B5EF4-FFF2-40B4-BE49-F238E27FC236}">
                <a16:creationId xmlns:a16="http://schemas.microsoft.com/office/drawing/2014/main" id="{B8B543D9-8E81-4ADE-A26C-AD1C29709BF2}"/>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6_o9">
            <a:extLst xmlns:a="http://schemas.openxmlformats.org/drawingml/2006/main">
              <a:ext uri="{FF2B5EF4-FFF2-40B4-BE49-F238E27FC236}">
                <a16:creationId xmlns:a16="http://schemas.microsoft.com/office/drawing/2014/main" id="{C7DA109C-A13D-46F1-AD3D-5CA391BF0F91}"/>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read capability</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dsl source</a:t>
            </a:r>
          </a:p>
        </p:txBody>
      </p:sp>
      <p:sp>
        <p:nvSpPr>
          <p:cNvPr id="10" name="capability_v1_s16_o10">
            <a:extLst xmlns:a="http://schemas.openxmlformats.org/drawingml/2006/main">
              <a:ext uri="{FF2B5EF4-FFF2-40B4-BE49-F238E27FC236}">
                <a16:creationId xmlns:a16="http://schemas.microsoft.com/office/drawing/2014/main" id="{6DE71CB5-CCC0-4B1C-AB56-B63CE99037C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16_o11">
            <a:extLst xmlns:a="http://schemas.openxmlformats.org/drawingml/2006/main">
              <a:ext uri="{FF2B5EF4-FFF2-40B4-BE49-F238E27FC236}">
                <a16:creationId xmlns:a16="http://schemas.microsoft.com/office/drawing/2014/main" id="{33A4D1E4-A2DC-4AD7-AB01-D0F8B8876C3B}"/>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16_o12">
            <a:extLst xmlns:a="http://schemas.openxmlformats.org/drawingml/2006/main">
              <a:ext uri="{FF2B5EF4-FFF2-40B4-BE49-F238E27FC236}">
                <a16:creationId xmlns:a16="http://schemas.microsoft.com/office/drawing/2014/main" id="{B67BFD18-80F0-4941-AB3C-562C8D9B63AC}"/>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16_o13">
            <a:extLst xmlns:a="http://schemas.openxmlformats.org/drawingml/2006/main">
              <a:ext uri="{FF2B5EF4-FFF2-40B4-BE49-F238E27FC236}">
                <a16:creationId xmlns:a16="http://schemas.microsoft.com/office/drawing/2014/main" id="{D7953FE0-44FC-4888-8B7C-68BB42A33C6E}"/>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16_o14">
            <a:extLst xmlns:a="http://schemas.openxmlformats.org/drawingml/2006/main">
              <a:ext uri="{FF2B5EF4-FFF2-40B4-BE49-F238E27FC236}">
                <a16:creationId xmlns:a16="http://schemas.microsoft.com/office/drawing/2014/main" id="{0FFD44AD-2F40-4B82-A21B-132155D78826}"/>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16_o15">
            <a:extLst xmlns:a="http://schemas.openxmlformats.org/drawingml/2006/main">
              <a:ext uri="{FF2B5EF4-FFF2-40B4-BE49-F238E27FC236}">
                <a16:creationId xmlns:a16="http://schemas.microsoft.com/office/drawing/2014/main" id="{FF2A39AD-4CC4-431A-8687-1B40805D24E1}"/>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16_o15_arrow">
            <a:extLst xmlns:a="http://schemas.openxmlformats.org/drawingml/2006/main">
              <a:ext uri="{FF2B5EF4-FFF2-40B4-BE49-F238E27FC236}">
                <a16:creationId xmlns:a16="http://schemas.microsoft.com/office/drawing/2014/main" id="{6F91D6E1-3E82-4861-8E79-FF52AA763052}"/>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16_o16">
            <a:extLst xmlns:a="http://schemas.openxmlformats.org/drawingml/2006/main">
              <a:ext uri="{FF2B5EF4-FFF2-40B4-BE49-F238E27FC236}">
                <a16:creationId xmlns:a16="http://schemas.microsoft.com/office/drawing/2014/main" id="{DDFB694C-E594-4509-B5A9-97877CEC8681}"/>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16_o17">
            <a:extLst xmlns:a="http://schemas.openxmlformats.org/drawingml/2006/main">
              <a:ext uri="{FF2B5EF4-FFF2-40B4-BE49-F238E27FC236}">
                <a16:creationId xmlns:a16="http://schemas.microsoft.com/office/drawing/2014/main" id="{E456CC8F-0A59-458C-B630-020CB9D71317}"/>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16_o18">
            <a:extLst xmlns:a="http://schemas.openxmlformats.org/drawingml/2006/main">
              <a:ext uri="{FF2B5EF4-FFF2-40B4-BE49-F238E27FC236}">
                <a16:creationId xmlns:a16="http://schemas.microsoft.com/office/drawing/2014/main" id="{F88CB550-EC0D-4D05-A89D-4F2073DF35DC}"/>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16_o19">
            <a:extLst xmlns:a="http://schemas.openxmlformats.org/drawingml/2006/main">
              <a:ext uri="{FF2B5EF4-FFF2-40B4-BE49-F238E27FC236}">
                <a16:creationId xmlns:a16="http://schemas.microsoft.com/office/drawing/2014/main" id="{D3B5BAD6-A847-434F-9CD3-FB57A5DD07B1}"/>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16_o20">
            <a:extLst xmlns:a="http://schemas.openxmlformats.org/drawingml/2006/main">
              <a:ext uri="{FF2B5EF4-FFF2-40B4-BE49-F238E27FC236}">
                <a16:creationId xmlns:a16="http://schemas.microsoft.com/office/drawing/2014/main" id="{8F97A082-B64C-4981-985A-198885D173D8}"/>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16_o21">
            <a:extLst xmlns:a="http://schemas.openxmlformats.org/drawingml/2006/main">
              <a:ext uri="{FF2B5EF4-FFF2-40B4-BE49-F238E27FC236}">
                <a16:creationId xmlns:a16="http://schemas.microsoft.com/office/drawing/2014/main" id="{51C8F0C6-4930-4E24-B63D-DCA2F35E15E6}"/>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16_o22">
            <a:extLst xmlns:a="http://schemas.openxmlformats.org/drawingml/2006/main">
              <a:ext uri="{FF2B5EF4-FFF2-40B4-BE49-F238E27FC236}">
                <a16:creationId xmlns:a16="http://schemas.microsoft.com/office/drawing/2014/main" id="{3FBDDC53-F2D9-4D14-B783-321EC2DC0A33}"/>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16_o23">
            <a:extLst xmlns:a="http://schemas.openxmlformats.org/drawingml/2006/main">
              <a:ext uri="{FF2B5EF4-FFF2-40B4-BE49-F238E27FC236}">
                <a16:creationId xmlns:a16="http://schemas.microsoft.com/office/drawing/2014/main" id="{3F3C62C1-71B2-445A-93D4-80979222CB0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caller</a:t>
            </a:r>
          </a:p>
        </p:txBody>
      </p:sp>
      <p:sp>
        <p:nvSpPr>
          <p:cNvPr id="25" name="capability_v1_s16_o24">
            <a:extLst xmlns:a="http://schemas.openxmlformats.org/drawingml/2006/main">
              <a:ext uri="{FF2B5EF4-FFF2-40B4-BE49-F238E27FC236}">
                <a16:creationId xmlns:a16="http://schemas.microsoft.com/office/drawing/2014/main" id="{07EAF9CC-B40A-455D-8802-F43E2973187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6" name="capability_v1_s16_o25">
            <a:extLst xmlns:a="http://schemas.openxmlformats.org/drawingml/2006/main">
              <a:ext uri="{FF2B5EF4-FFF2-40B4-BE49-F238E27FC236}">
                <a16:creationId xmlns:a16="http://schemas.microsoft.com/office/drawing/2014/main" id="{8D5844F7-5F3B-46D4-B2D9-92EC4DD7DF30}"/>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27" name="capability_v1_s16_o26">
            <a:extLst xmlns:a="http://schemas.openxmlformats.org/drawingml/2006/main">
              <a:ext uri="{FF2B5EF4-FFF2-40B4-BE49-F238E27FC236}">
                <a16:creationId xmlns:a16="http://schemas.microsoft.com/office/drawing/2014/main" id="{D654F942-7C4E-4FCE-BCEB-09F67CCA094C}"/>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8" name="capability_v1_s16_o27">
            <a:extLst xmlns:a="http://schemas.openxmlformats.org/drawingml/2006/main">
              <a:ext uri="{FF2B5EF4-FFF2-40B4-BE49-F238E27FC236}">
                <a16:creationId xmlns:a16="http://schemas.microsoft.com/office/drawing/2014/main" id="{55AC5EFB-370F-4D7B-9C2E-6AEE1773888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29" name="capability_v1_s16_o28">
            <a:extLst xmlns:a="http://schemas.openxmlformats.org/drawingml/2006/main">
              <a:ext uri="{FF2B5EF4-FFF2-40B4-BE49-F238E27FC236}">
                <a16:creationId xmlns:a16="http://schemas.microsoft.com/office/drawing/2014/main" id="{4E623B7F-219E-4FA2-BD48-B676D52788E8}"/>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5A7FF"/>
            </a:solidFill>
            <a:prstDash val="solid"/>
          </a:ln>
        </p:spPr>
      </p:sp>
      <p:sp>
        <p:nvSpPr>
          <p:cNvPr id="30" name="capability_v1_s16_o29">
            <a:extLst xmlns:a="http://schemas.openxmlformats.org/drawingml/2006/main">
              <a:ext uri="{FF2B5EF4-FFF2-40B4-BE49-F238E27FC236}">
                <a16:creationId xmlns:a16="http://schemas.microsoft.com/office/drawing/2014/main" id="{8CF9CE67-9604-4D25-9924-F70D3FC63936}"/>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31" name="capability_v1_s16_o29_arrow">
            <a:extLst xmlns:a="http://schemas.openxmlformats.org/drawingml/2006/main">
              <a:ext uri="{FF2B5EF4-FFF2-40B4-BE49-F238E27FC236}">
                <a16:creationId xmlns:a16="http://schemas.microsoft.com/office/drawing/2014/main" id="{A9C7A800-054D-42A5-A543-94ADE518C5D6}"/>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32" name="capability_v1_s16_o30">
            <a:extLst xmlns:a="http://schemas.openxmlformats.org/drawingml/2006/main">
              <a:ext uri="{FF2B5EF4-FFF2-40B4-BE49-F238E27FC236}">
                <a16:creationId xmlns:a16="http://schemas.microsoft.com/office/drawing/2014/main" id="{4BA328D0-8CE7-44A8-965D-35A4CAE36216}"/>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33" name="capability_v1_s16_o31">
            <a:extLst xmlns:a="http://schemas.openxmlformats.org/drawingml/2006/main">
              <a:ext uri="{FF2B5EF4-FFF2-40B4-BE49-F238E27FC236}">
                <a16:creationId xmlns:a16="http://schemas.microsoft.com/office/drawing/2014/main" id="{AB3BBC4F-F949-4EA1-A3A6-24BB518EFE2A}"/>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34" name="capability_v1_s16_o32">
            <a:extLst xmlns:a="http://schemas.openxmlformats.org/drawingml/2006/main">
              <a:ext uri="{FF2B5EF4-FFF2-40B4-BE49-F238E27FC236}">
                <a16:creationId xmlns:a16="http://schemas.microsoft.com/office/drawing/2014/main" id="{5B011317-7DD4-44DE-ADB0-63931C5D9A11}"/>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16_o33">
            <a:extLst xmlns:a="http://schemas.openxmlformats.org/drawingml/2006/main">
              <a:ext uri="{FF2B5EF4-FFF2-40B4-BE49-F238E27FC236}">
                <a16:creationId xmlns:a16="http://schemas.microsoft.com/office/drawing/2014/main" id="{4878CB98-6E68-4BE1-BA3C-F05B5D2182E0}"/>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36" name="capability_v1_s16_o34">
            <a:extLst xmlns:a="http://schemas.openxmlformats.org/drawingml/2006/main">
              <a:ext uri="{FF2B5EF4-FFF2-40B4-BE49-F238E27FC236}">
                <a16:creationId xmlns:a16="http://schemas.microsoft.com/office/drawing/2014/main" id="{993240D6-1B6B-433B-8C53-FD3DA33F17C7}"/>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37" name="capability_v1_s16_o35">
            <a:extLst xmlns:a="http://schemas.openxmlformats.org/drawingml/2006/main">
              <a:ext uri="{FF2B5EF4-FFF2-40B4-BE49-F238E27FC236}">
                <a16:creationId xmlns:a16="http://schemas.microsoft.com/office/drawing/2014/main" id="{75B464D9-076D-4543-997C-5C9224A8113E}"/>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8" name="capability_v1_s16_o36">
            <a:extLst xmlns:a="http://schemas.openxmlformats.org/drawingml/2006/main">
              <a:ext uri="{FF2B5EF4-FFF2-40B4-BE49-F238E27FC236}">
                <a16:creationId xmlns:a16="http://schemas.microsoft.com/office/drawing/2014/main" id="{80EC6EB9-F998-43B3-9C06-E77CFC9E1860}"/>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9" name="capability_v1_s16_o37">
            <a:extLst xmlns:a="http://schemas.openxmlformats.org/drawingml/2006/main">
              <a:ext uri="{FF2B5EF4-FFF2-40B4-BE49-F238E27FC236}">
                <a16:creationId xmlns:a16="http://schemas.microsoft.com/office/drawing/2014/main" id="{6812741F-CB53-4033-A30D-789B817760FD}"/>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Read the DSL authoring sources</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retained at capability authoring t…</a:t>
            </a:r>
          </a:p>
        </p:txBody>
      </p:sp>
      <p:sp>
        <p:nvSpPr>
          <p:cNvPr id="40" name="capability_v1_s16_o38">
            <a:extLst xmlns:a="http://schemas.openxmlformats.org/drawingml/2006/main">
              <a:ext uri="{FF2B5EF4-FFF2-40B4-BE49-F238E27FC236}">
                <a16:creationId xmlns:a16="http://schemas.microsoft.com/office/drawing/2014/main" id="{BF961DAF-BAC1-4E4B-AACE-85BEC36F418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1_s16_o39">
            <a:extLst xmlns:a="http://schemas.openxmlformats.org/drawingml/2006/main">
              <a:ext uri="{FF2B5EF4-FFF2-40B4-BE49-F238E27FC236}">
                <a16:creationId xmlns:a16="http://schemas.microsoft.com/office/drawing/2014/main" id="{36E51436-8E9B-4437-ADD5-39925BF1AC53}"/>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1_s16_o40">
            <a:extLst xmlns:a="http://schemas.openxmlformats.org/drawingml/2006/main">
              <a:ext uri="{FF2B5EF4-FFF2-40B4-BE49-F238E27FC236}">
                <a16:creationId xmlns:a16="http://schemas.microsoft.com/office/drawing/2014/main" id="{0AD38441-CA2C-49CB-9608-A8261984D541}"/>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1_s16_o41">
            <a:extLst xmlns:a="http://schemas.openxmlformats.org/drawingml/2006/main">
              <a:ext uri="{FF2B5EF4-FFF2-40B4-BE49-F238E27FC236}">
                <a16:creationId xmlns:a16="http://schemas.microsoft.com/office/drawing/2014/main" id="{285EF327-4A5E-4F56-AC2F-4BC7BAAADA6E}"/>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1_s16_o42">
            <a:extLst xmlns:a="http://schemas.openxmlformats.org/drawingml/2006/main">
              <a:ext uri="{FF2B5EF4-FFF2-40B4-BE49-F238E27FC236}">
                <a16:creationId xmlns:a16="http://schemas.microsoft.com/office/drawing/2014/main" id="{7475AEE6-8AAD-4CDB-AE9E-3347D7DA38FC}"/>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1_s16_o43">
            <a:extLst xmlns:a="http://schemas.openxmlformats.org/drawingml/2006/main">
              <a:ext uri="{FF2B5EF4-FFF2-40B4-BE49-F238E27FC236}">
                <a16:creationId xmlns:a16="http://schemas.microsoft.com/office/drawing/2014/main" id="{9F7381E2-C878-45D4-A790-0D6561DA5ABD}"/>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1_s16_o43_arrow">
            <a:extLst xmlns:a="http://schemas.openxmlformats.org/drawingml/2006/main">
              <a:ext uri="{FF2B5EF4-FFF2-40B4-BE49-F238E27FC236}">
                <a16:creationId xmlns:a16="http://schemas.microsoft.com/office/drawing/2014/main" id="{82DC8A9C-B74D-4E0B-84C4-A4B068FF81F3}"/>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1_s16_o44">
            <a:extLst xmlns:a="http://schemas.openxmlformats.org/drawingml/2006/main">
              <a:ext uri="{FF2B5EF4-FFF2-40B4-BE49-F238E27FC236}">
                <a16:creationId xmlns:a16="http://schemas.microsoft.com/office/drawing/2014/main" id="{E6064240-1699-43B5-908D-E9D092D68F76}"/>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1_s16_o45">
            <a:extLst xmlns:a="http://schemas.openxmlformats.org/drawingml/2006/main">
              <a:ext uri="{FF2B5EF4-FFF2-40B4-BE49-F238E27FC236}">
                <a16:creationId xmlns:a16="http://schemas.microsoft.com/office/drawing/2014/main" id="{75D287F4-CADB-474A-A280-D1C5FDEA4AC0}"/>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1_s16_o46">
            <a:extLst xmlns:a="http://schemas.openxmlformats.org/drawingml/2006/main">
              <a:ext uri="{FF2B5EF4-FFF2-40B4-BE49-F238E27FC236}">
                <a16:creationId xmlns:a16="http://schemas.microsoft.com/office/drawing/2014/main" id="{5AF5E073-1F32-4CB1-901F-DECCEA139C48}"/>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1_s16_o47">
            <a:extLst xmlns:a="http://schemas.openxmlformats.org/drawingml/2006/main">
              <a:ext uri="{FF2B5EF4-FFF2-40B4-BE49-F238E27FC236}">
                <a16:creationId xmlns:a16="http://schemas.microsoft.com/office/drawing/2014/main" id="{482D386A-2293-4F17-85FB-95CB1922802C}"/>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1_s16_o48">
            <a:extLst xmlns:a="http://schemas.openxmlformats.org/drawingml/2006/main">
              <a:ext uri="{FF2B5EF4-FFF2-40B4-BE49-F238E27FC236}">
                <a16:creationId xmlns:a16="http://schemas.microsoft.com/office/drawing/2014/main" id="{7B6C5B7D-1CBF-4539-AED2-802CE55695CA}"/>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1_s16_o49">
            <a:extLst xmlns:a="http://schemas.openxmlformats.org/drawingml/2006/main">
              <a:ext uri="{FF2B5EF4-FFF2-40B4-BE49-F238E27FC236}">
                <a16:creationId xmlns:a16="http://schemas.microsoft.com/office/drawing/2014/main" id="{0356D0B5-9D77-41A7-A26C-22EE0722E245}"/>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1_s16_o50">
            <a:extLst xmlns:a="http://schemas.openxmlformats.org/drawingml/2006/main">
              <a:ext uri="{FF2B5EF4-FFF2-40B4-BE49-F238E27FC236}">
                <a16:creationId xmlns:a16="http://schemas.microsoft.com/office/drawing/2014/main" id="{29FB703A-5245-4D24-9188-5C926BAB2646}"/>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1_s16_o51">
            <a:extLst xmlns:a="http://schemas.openxmlformats.org/drawingml/2006/main">
              <a:ext uri="{FF2B5EF4-FFF2-40B4-BE49-F238E27FC236}">
                <a16:creationId xmlns:a16="http://schemas.microsoft.com/office/drawing/2014/main" id="{838661D8-EE8F-4E07-B3F9-08E7BE4C58A7}"/>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The retained sources READ; an</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invalid request refuses</a:t>
            </a:r>
          </a:p>
        </p:txBody>
      </p:sp>
      <p:sp>
        <p:nvSpPr>
          <p:cNvPr id="55" name="capability_v1_s16_o52">
            <a:extLst xmlns:a="http://schemas.openxmlformats.org/drawingml/2006/main">
              <a:ext uri="{FF2B5EF4-FFF2-40B4-BE49-F238E27FC236}">
                <a16:creationId xmlns:a16="http://schemas.microsoft.com/office/drawing/2014/main" id="{2D9597E6-415F-4B7A-B6F7-0FFA7DC72676}"/>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retained meaning fields</a:t>
            </a:r>
          </a:p>
        </p:txBody>
      </p:sp>
      <p:sp>
        <p:nvSpPr>
          <p:cNvPr id="56" name="capability_v1_s16_o53">
            <a:extLst xmlns:a="http://schemas.openxmlformats.org/drawingml/2006/main">
              <a:ext uri="{FF2B5EF4-FFF2-40B4-BE49-F238E27FC236}">
                <a16:creationId xmlns:a16="http://schemas.microsoft.com/office/drawing/2014/main" id="{F0B449DE-3232-4F73-A816-16CD64FAB75D}"/>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559936225"/>
      </p:ext>
    </p:extLst>
  </p:cSld>
</p:sld>
</file>

<file path=ppt/slides/slide1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1" name="capability_v1_s17_o1">
            <a:extLst xmlns:a="http://schemas.openxmlformats.org/drawingml/2006/main">
              <a:ext uri="{FF2B5EF4-FFF2-40B4-BE49-F238E27FC236}">
                <a16:creationId xmlns:a16="http://schemas.microsoft.com/office/drawing/2014/main" id="{815DE87B-5248-4825-B6D1-AA047BF42E0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Experience and observable conditions</a:t>
            </a:r>
          </a:p>
        </p:txBody>
      </p:sp>
      <p:sp>
        <p:nvSpPr>
          <p:cNvPr id="2" name="capability_v1_s17_o2">
            <a:extLst xmlns:a="http://schemas.openxmlformats.org/drawingml/2006/main">
              <a:ext uri="{FF2B5EF4-FFF2-40B4-BE49-F238E27FC236}">
                <a16:creationId xmlns:a16="http://schemas.microsoft.com/office/drawing/2014/main" id="{D74E0485-2A9C-426C-B10B-7E2ACB7ACFB8}"/>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SELECTED CAPABILITY DECLARATION</a:t>
            </a:r>
          </a:p>
        </p:txBody>
      </p:sp>
      <p:sp>
        <p:nvSpPr>
          <p:cNvPr id="3" name="capability_v1_s17_o3">
            <a:extLst xmlns:a="http://schemas.openxmlformats.org/drawingml/2006/main">
              <a:ext uri="{FF2B5EF4-FFF2-40B4-BE49-F238E27FC236}">
                <a16:creationId xmlns:a16="http://schemas.microsoft.com/office/drawing/2014/main" id="{7F4BDE11-3A85-4980-9869-CE656E1C3E4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17</a:t>
            </a:r>
          </a:p>
        </p:txBody>
      </p:sp>
      <p:sp>
        <p:nvSpPr>
          <p:cNvPr id="4" name="capability_v1_s17_o4">
            <a:extLst xmlns:a="http://schemas.openxmlformats.org/drawingml/2006/main">
              <a:ext uri="{FF2B5EF4-FFF2-40B4-BE49-F238E27FC236}">
                <a16:creationId xmlns:a16="http://schemas.microsoft.com/office/drawing/2014/main" id="{68F4F337-BAD0-4A8E-B77D-A522802FFC91}"/>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Promise</a:t>
            </a:r>
          </a:p>
        </p:txBody>
      </p:sp>
      <p:sp>
        <p:nvSpPr>
          <p:cNvPr id="5" name="capability_v1_s17_o5">
            <a:extLst xmlns:a="http://schemas.openxmlformats.org/drawingml/2006/main">
              <a:ext uri="{FF2B5EF4-FFF2-40B4-BE49-F238E27FC236}">
                <a16:creationId xmlns:a16="http://schemas.microsoft.com/office/drawing/2014/main" id="{D01F1CD8-ADB8-499F-8885-FBA590074B6A}"/>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6" name="capability_v1_s17_o6">
            <a:extLst xmlns:a="http://schemas.openxmlformats.org/drawingml/2006/main">
              <a:ext uri="{FF2B5EF4-FFF2-40B4-BE49-F238E27FC236}">
                <a16:creationId xmlns:a16="http://schemas.microsoft.com/office/drawing/2014/main" id="{CC818FB5-E581-430E-9C1B-CA7B622EA62F}"/>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 the DSL authoring sources retained at capability authoring</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time, byte-exact with digests and authoring references</a:t>
            </a:r>
          </a:p>
        </p:txBody>
      </p:sp>
      <p:sp>
        <p:nvSpPr>
          <p:cNvPr id="7" name="capability_v1_s17_o7">
            <a:extLst xmlns:a="http://schemas.openxmlformats.org/drawingml/2006/main">
              <a:ext uri="{FF2B5EF4-FFF2-40B4-BE49-F238E27FC236}">
                <a16:creationId xmlns:a16="http://schemas.microsoft.com/office/drawing/2014/main" id="{7F2A1C87-4BB1-453E-A344-22170D9B893A}"/>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Condition</a:t>
            </a:r>
          </a:p>
        </p:txBody>
      </p:sp>
      <p:sp>
        <p:nvSpPr>
          <p:cNvPr id="8" name="capability_v1_s17_o8">
            <a:extLst xmlns:a="http://schemas.openxmlformats.org/drawingml/2006/main">
              <a:ext uri="{FF2B5EF4-FFF2-40B4-BE49-F238E27FC236}">
                <a16:creationId xmlns:a16="http://schemas.microsoft.com/office/drawing/2014/main" id="{6AE58EE9-B8DE-46FC-9A53-F6E152DC3269}"/>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17_o9">
            <a:extLst xmlns:a="http://schemas.openxmlformats.org/drawingml/2006/main">
              <a:ext uri="{FF2B5EF4-FFF2-40B4-BE49-F238E27FC236}">
                <a16:creationId xmlns:a16="http://schemas.microsoft.com/office/drawing/2014/main" id="{1A73E76E-9A1A-4EA4-9704-38081D230F90}"/>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 no retained statement.</a:t>
            </a:r>
          </a:p>
        </p:txBody>
      </p:sp>
      <p:sp>
        <p:nvSpPr>
          <p:cNvPr id="10" name="capability_v1_s17_o10">
            <a:extLst xmlns:a="http://schemas.openxmlformats.org/drawingml/2006/main">
              <a:ext uri="{FF2B5EF4-FFF2-40B4-BE49-F238E27FC236}">
                <a16:creationId xmlns:a16="http://schemas.microsoft.com/office/drawing/2014/main" id="{76FBFA7A-A2A2-440D-AD4C-C6730F018214}"/>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089535100"/>
      </p:ext>
    </p:extLst>
  </p:cSld>
</p:sld>
</file>

<file path=ppt/slides/slide1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4" name="capability_v1_s18_o1">
            <a:extLst xmlns:a="http://schemas.openxmlformats.org/drawingml/2006/main">
              <a:ext uri="{FF2B5EF4-FFF2-40B4-BE49-F238E27FC236}">
                <a16:creationId xmlns:a16="http://schemas.microsoft.com/office/drawing/2014/main" id="{27349DBA-A1F5-42D7-A886-6189D96B2FE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03 · Scenario inputs/events/outcomes</a:t>
            </a:r>
          </a:p>
        </p:txBody>
      </p:sp>
      <p:sp>
        <p:nvSpPr>
          <p:cNvPr id="2" name="capability_v1_s18_o2">
            <a:extLst xmlns:a="http://schemas.openxmlformats.org/drawingml/2006/main">
              <a:ext uri="{FF2B5EF4-FFF2-40B4-BE49-F238E27FC236}">
                <a16:creationId xmlns:a16="http://schemas.microsoft.com/office/drawing/2014/main" id="{A02C8E22-ACDC-46A9-A4C4-7467A8ECB48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enters, what happens, and what can leave?</a:t>
            </a:r>
          </a:p>
        </p:txBody>
      </p:sp>
      <p:sp>
        <p:nvSpPr>
          <p:cNvPr id="3" name="capability_v1_s18_o3">
            <a:extLst xmlns:a="http://schemas.openxmlformats.org/drawingml/2006/main">
              <a:ext uri="{FF2B5EF4-FFF2-40B4-BE49-F238E27FC236}">
                <a16:creationId xmlns:a16="http://schemas.microsoft.com/office/drawing/2014/main" id="{8594BA00-CC76-4800-8A62-2A1C1CDFCA5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18</a:t>
            </a:r>
          </a:p>
        </p:txBody>
      </p:sp>
      <p:sp>
        <p:nvSpPr>
          <p:cNvPr id="4" name="capability_v1_s18_o4">
            <a:extLst xmlns:a="http://schemas.openxmlformats.org/drawingml/2006/main">
              <a:ext uri="{FF2B5EF4-FFF2-40B4-BE49-F238E27FC236}">
                <a16:creationId xmlns:a16="http://schemas.microsoft.com/office/drawing/2014/main" id="{191B9AB8-2E0A-44FE-8EBC-2F4543E572D6}"/>
              </a:ext>
            </a:extLst>
          </p:cNvPr>
          <p:cNvSpPr>
            <a:spLocks xmlns:a="http://schemas.openxmlformats.org/drawingml/2006/main" noGrp="1"/>
          </p:cNvSpPr>
          <p:nvPr/>
        </p:nvSpPr>
        <p:spPr>
          <a:xfrm xmlns:a="http://schemas.openxmlformats.org/drawingml/2006/main">
            <a:off x="939800" y="2984500"/>
            <a:ext cx="2984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5" name="capability_v1_s18_o5">
            <a:extLst xmlns:a="http://schemas.openxmlformats.org/drawingml/2006/main">
              <a:ext uri="{FF2B5EF4-FFF2-40B4-BE49-F238E27FC236}">
                <a16:creationId xmlns:a16="http://schemas.microsoft.com/office/drawing/2014/main" id="{5F8874CB-A2B0-4827-84FB-7F69B38CE099}"/>
              </a:ext>
            </a:extLst>
          </p:cNvPr>
          <p:cNvSpPr>
            <a:spLocks xmlns:a="http://schemas.openxmlformats.org/drawingml/2006/main" noGrp="1"/>
          </p:cNvSpPr>
          <p:nvPr/>
        </p:nvSpPr>
        <p:spPr>
          <a:xfrm xmlns:a="http://schemas.openxmlformats.org/drawingml/2006/main">
            <a:off x="889000" y="2921000"/>
            <a:ext cx="2984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F6B94D"/>
            </a:solidFill>
          </a:ln>
        </p:spPr>
      </p:sp>
      <p:sp>
        <p:nvSpPr>
          <p:cNvPr id="6" name="capability_v1_s18_o6">
            <a:extLst xmlns:a="http://schemas.openxmlformats.org/drawingml/2006/main">
              <a:ext uri="{FF2B5EF4-FFF2-40B4-BE49-F238E27FC236}">
                <a16:creationId xmlns:a16="http://schemas.microsoft.com/office/drawing/2014/main" id="{83EE8A0D-66F1-4371-A11E-A6719A3F6638}"/>
              </a:ext>
            </a:extLst>
          </p:cNvPr>
          <p:cNvSpPr>
            <a:spLocks xmlns:a="http://schemas.openxmlformats.org/drawingml/2006/main" noGrp="1"/>
          </p:cNvSpPr>
          <p:nvPr/>
        </p:nvSpPr>
        <p:spPr>
          <a:xfrm xmlns:a="http://schemas.openxmlformats.org/drawingml/2006/main">
            <a:off x="952500" y="2984500"/>
            <a:ext cx="28575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7" name="capability_v1_s18_o7">
            <a:extLst xmlns:a="http://schemas.openxmlformats.org/drawingml/2006/main">
              <a:ext uri="{FF2B5EF4-FFF2-40B4-BE49-F238E27FC236}">
                <a16:creationId xmlns:a16="http://schemas.microsoft.com/office/drawing/2014/main" id="{0EF338C1-ED18-413D-9127-08AC49883CA4}"/>
              </a:ext>
            </a:extLst>
          </p:cNvPr>
          <p:cNvSpPr>
            <a:spLocks xmlns:a="http://schemas.openxmlformats.org/drawingml/2006/main" noGrp="1"/>
          </p:cNvSpPr>
          <p:nvPr/>
        </p:nvSpPr>
        <p:spPr>
          <a:xfrm xmlns:a="http://schemas.openxmlformats.org/drawingml/2006/main">
            <a:off x="8001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8" name="capability_v1_s18_o8">
            <a:extLst xmlns:a="http://schemas.openxmlformats.org/drawingml/2006/main">
              <a:ext uri="{FF2B5EF4-FFF2-40B4-BE49-F238E27FC236}">
                <a16:creationId xmlns:a16="http://schemas.microsoft.com/office/drawing/2014/main" id="{948679C6-C353-4CBC-BACD-8EA35BF5F33A}"/>
              </a:ext>
            </a:extLst>
          </p:cNvPr>
          <p:cNvSpPr>
            <a:spLocks xmlns:a="http://schemas.openxmlformats.org/drawingml/2006/main" noGrp="1"/>
          </p:cNvSpPr>
          <p:nvPr/>
        </p:nvSpPr>
        <p:spPr>
          <a:xfrm xmlns:a="http://schemas.openxmlformats.org/drawingml/2006/main">
            <a:off x="38735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9" name="capability_v1_s18_o9">
            <a:extLst xmlns:a="http://schemas.openxmlformats.org/drawingml/2006/main">
              <a:ext uri="{FF2B5EF4-FFF2-40B4-BE49-F238E27FC236}">
                <a16:creationId xmlns:a16="http://schemas.microsoft.com/office/drawing/2014/main" id="{227DB353-6431-4CFF-BCCA-9B9740140A7C}"/>
              </a:ext>
            </a:extLst>
          </p:cNvPr>
          <p:cNvSpPr>
            <a:spLocks xmlns:a="http://schemas.openxmlformats.org/drawingml/2006/main" noGrp="1"/>
          </p:cNvSpPr>
          <p:nvPr/>
        </p:nvSpPr>
        <p:spPr>
          <a:xfrm xmlns:a="http://schemas.openxmlformats.org/drawingml/2006/main">
            <a:off x="952500" y="3073400"/>
            <a:ext cx="2857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read capability</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dsl source request</a:t>
            </a:r>
          </a:p>
        </p:txBody>
      </p:sp>
      <p:sp>
        <p:nvSpPr>
          <p:cNvPr id="10" name="capability_v1_s18_o10">
            <a:extLst xmlns:a="http://schemas.openxmlformats.org/drawingml/2006/main">
              <a:ext uri="{FF2B5EF4-FFF2-40B4-BE49-F238E27FC236}">
                <a16:creationId xmlns:a16="http://schemas.microsoft.com/office/drawing/2014/main" id="{9A6292DD-E275-4999-B29F-1CDD47ACA729}"/>
              </a:ext>
            </a:extLst>
          </p:cNvPr>
          <p:cNvSpPr>
            <a:spLocks xmlns:a="http://schemas.openxmlformats.org/drawingml/2006/main" noGrp="1"/>
          </p:cNvSpPr>
          <p:nvPr/>
        </p:nvSpPr>
        <p:spPr>
          <a:xfrm xmlns:a="http://schemas.openxmlformats.org/drawingml/2006/main">
            <a:off x="4749800" y="2984500"/>
            <a:ext cx="2857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11" name="capability_v1_s18_o11">
            <a:extLst xmlns:a="http://schemas.openxmlformats.org/drawingml/2006/main">
              <a:ext uri="{FF2B5EF4-FFF2-40B4-BE49-F238E27FC236}">
                <a16:creationId xmlns:a16="http://schemas.microsoft.com/office/drawing/2014/main" id="{44A41F2E-AF14-474A-9AD0-C5E934CD4D0D}"/>
              </a:ext>
            </a:extLst>
          </p:cNvPr>
          <p:cNvSpPr>
            <a:spLocks xmlns:a="http://schemas.openxmlformats.org/drawingml/2006/main" noGrp="1"/>
          </p:cNvSpPr>
          <p:nvPr/>
        </p:nvSpPr>
        <p:spPr>
          <a:xfrm xmlns:a="http://schemas.openxmlformats.org/drawingml/2006/main">
            <a:off x="4699000" y="2921000"/>
            <a:ext cx="2857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5A7FF"/>
            </a:solidFill>
          </a:ln>
        </p:spPr>
      </p:sp>
      <p:sp>
        <p:nvSpPr>
          <p:cNvPr id="12" name="capability_v1_s18_o12">
            <a:extLst xmlns:a="http://schemas.openxmlformats.org/drawingml/2006/main">
              <a:ext uri="{FF2B5EF4-FFF2-40B4-BE49-F238E27FC236}">
                <a16:creationId xmlns:a16="http://schemas.microsoft.com/office/drawing/2014/main" id="{A3AB33B9-2A33-4584-9C59-D64D0CA534F0}"/>
              </a:ext>
            </a:extLst>
          </p:cNvPr>
          <p:cNvSpPr>
            <a:spLocks xmlns:a="http://schemas.openxmlformats.org/drawingml/2006/main" noGrp="1"/>
          </p:cNvSpPr>
          <p:nvPr/>
        </p:nvSpPr>
        <p:spPr>
          <a:xfrm xmlns:a="http://schemas.openxmlformats.org/drawingml/2006/main">
            <a:off x="4762500" y="2984500"/>
            <a:ext cx="27305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13" name="capability_v1_s18_o13">
            <a:extLst xmlns:a="http://schemas.openxmlformats.org/drawingml/2006/main">
              <a:ext uri="{FF2B5EF4-FFF2-40B4-BE49-F238E27FC236}">
                <a16:creationId xmlns:a16="http://schemas.microsoft.com/office/drawing/2014/main" id="{8869F4D9-E6A0-4387-9652-45EE9268BC98}"/>
              </a:ext>
            </a:extLst>
          </p:cNvPr>
          <p:cNvSpPr>
            <a:spLocks xmlns:a="http://schemas.openxmlformats.org/drawingml/2006/main" noGrp="1"/>
          </p:cNvSpPr>
          <p:nvPr/>
        </p:nvSpPr>
        <p:spPr>
          <a:xfrm xmlns:a="http://schemas.openxmlformats.org/drawingml/2006/main">
            <a:off x="46101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14" name="capability_v1_s18_o14">
            <a:extLst xmlns:a="http://schemas.openxmlformats.org/drawingml/2006/main">
              <a:ext uri="{FF2B5EF4-FFF2-40B4-BE49-F238E27FC236}">
                <a16:creationId xmlns:a16="http://schemas.microsoft.com/office/drawing/2014/main" id="{0596AAAA-AD97-4723-B7E1-D12526BDA863}"/>
              </a:ext>
            </a:extLst>
          </p:cNvPr>
          <p:cNvSpPr>
            <a:spLocks xmlns:a="http://schemas.openxmlformats.org/drawingml/2006/main" noGrp="1"/>
          </p:cNvSpPr>
          <p:nvPr/>
        </p:nvSpPr>
        <p:spPr>
          <a:xfrm xmlns:a="http://schemas.openxmlformats.org/drawingml/2006/main">
            <a:off x="75565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15" name="capability_v1_s18_o15">
            <a:extLst xmlns:a="http://schemas.openxmlformats.org/drawingml/2006/main">
              <a:ext uri="{FF2B5EF4-FFF2-40B4-BE49-F238E27FC236}">
                <a16:creationId xmlns:a16="http://schemas.microsoft.com/office/drawing/2014/main" id="{605B7901-66E7-49F7-8B21-92815B844FCB}"/>
              </a:ext>
            </a:extLst>
          </p:cNvPr>
          <p:cNvSpPr>
            <a:spLocks xmlns:a="http://schemas.openxmlformats.org/drawingml/2006/main" noGrp="1"/>
          </p:cNvSpPr>
          <p:nvPr/>
        </p:nvSpPr>
        <p:spPr>
          <a:xfrm xmlns:a="http://schemas.openxmlformats.org/drawingml/2006/main">
            <a:off x="4762500" y="3073400"/>
            <a:ext cx="2730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read capability</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dsl source</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requested</a:t>
            </a:r>
          </a:p>
        </p:txBody>
      </p:sp>
      <p:sp>
        <p:nvSpPr>
          <p:cNvPr id="16" name="capability_v1_s18_o16">
            <a:extLst xmlns:a="http://schemas.openxmlformats.org/drawingml/2006/main">
              <a:ext uri="{FF2B5EF4-FFF2-40B4-BE49-F238E27FC236}">
                <a16:creationId xmlns:a16="http://schemas.microsoft.com/office/drawing/2014/main" id="{8C375A68-BA4B-4C4B-A75A-3369D91489FC}"/>
              </a:ext>
            </a:extLst>
          </p:cNvPr>
          <p:cNvSpPr>
            <a:spLocks xmlns:a="http://schemas.openxmlformats.org/drawingml/2006/main" noGrp="1"/>
          </p:cNvSpPr>
          <p:nvPr/>
        </p:nvSpPr>
        <p:spPr>
          <a:xfrm xmlns:a="http://schemas.openxmlformats.org/drawingml/2006/main">
            <a:off x="8496300" y="2984500"/>
            <a:ext cx="2857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17" name="capability_v1_s18_o17">
            <a:extLst xmlns:a="http://schemas.openxmlformats.org/drawingml/2006/main">
              <a:ext uri="{FF2B5EF4-FFF2-40B4-BE49-F238E27FC236}">
                <a16:creationId xmlns:a16="http://schemas.microsoft.com/office/drawing/2014/main" id="{359FC4AC-A6C2-4AED-AABE-841D30B44A89}"/>
              </a:ext>
            </a:extLst>
          </p:cNvPr>
          <p:cNvSpPr>
            <a:spLocks xmlns:a="http://schemas.openxmlformats.org/drawingml/2006/main" noGrp="1"/>
          </p:cNvSpPr>
          <p:nvPr/>
        </p:nvSpPr>
        <p:spPr>
          <a:xfrm xmlns:a="http://schemas.openxmlformats.org/drawingml/2006/main">
            <a:off x="8445500" y="2921000"/>
            <a:ext cx="2857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DE0B0"/>
            </a:solidFill>
          </a:ln>
        </p:spPr>
      </p:sp>
      <p:sp>
        <p:nvSpPr>
          <p:cNvPr id="18" name="capability_v1_s18_o18">
            <a:extLst xmlns:a="http://schemas.openxmlformats.org/drawingml/2006/main">
              <a:ext uri="{FF2B5EF4-FFF2-40B4-BE49-F238E27FC236}">
                <a16:creationId xmlns:a16="http://schemas.microsoft.com/office/drawing/2014/main" id="{CC13DCFE-0B4D-4AD3-8FDE-02B4090F2C66}"/>
              </a:ext>
            </a:extLst>
          </p:cNvPr>
          <p:cNvSpPr>
            <a:spLocks xmlns:a="http://schemas.openxmlformats.org/drawingml/2006/main" noGrp="1"/>
          </p:cNvSpPr>
          <p:nvPr/>
        </p:nvSpPr>
        <p:spPr>
          <a:xfrm xmlns:a="http://schemas.openxmlformats.org/drawingml/2006/main">
            <a:off x="8509000" y="2984500"/>
            <a:ext cx="27305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19" name="capability_v1_s18_o19">
            <a:extLst xmlns:a="http://schemas.openxmlformats.org/drawingml/2006/main">
              <a:ext uri="{FF2B5EF4-FFF2-40B4-BE49-F238E27FC236}">
                <a16:creationId xmlns:a16="http://schemas.microsoft.com/office/drawing/2014/main" id="{7B19C13F-BBBD-43C7-8232-2B14D55E31A0}"/>
              </a:ext>
            </a:extLst>
          </p:cNvPr>
          <p:cNvSpPr>
            <a:spLocks xmlns:a="http://schemas.openxmlformats.org/drawingml/2006/main" noGrp="1"/>
          </p:cNvSpPr>
          <p:nvPr/>
        </p:nvSpPr>
        <p:spPr>
          <a:xfrm xmlns:a="http://schemas.openxmlformats.org/drawingml/2006/main">
            <a:off x="83566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0" name="capability_v1_s18_o20">
            <a:extLst xmlns:a="http://schemas.openxmlformats.org/drawingml/2006/main">
              <a:ext uri="{FF2B5EF4-FFF2-40B4-BE49-F238E27FC236}">
                <a16:creationId xmlns:a16="http://schemas.microsoft.com/office/drawing/2014/main" id="{4314AF53-23F6-4AE5-98E8-0F1A1CB143E2}"/>
              </a:ext>
            </a:extLst>
          </p:cNvPr>
          <p:cNvSpPr>
            <a:spLocks xmlns:a="http://schemas.openxmlformats.org/drawingml/2006/main" noGrp="1"/>
          </p:cNvSpPr>
          <p:nvPr/>
        </p:nvSpPr>
        <p:spPr>
          <a:xfrm xmlns:a="http://schemas.openxmlformats.org/drawingml/2006/main">
            <a:off x="113030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1" name="capability_v1_s18_o21">
            <a:extLst xmlns:a="http://schemas.openxmlformats.org/drawingml/2006/main">
              <a:ext uri="{FF2B5EF4-FFF2-40B4-BE49-F238E27FC236}">
                <a16:creationId xmlns:a16="http://schemas.microsoft.com/office/drawing/2014/main" id="{682AD009-1B88-4688-B4B5-13ECBC090BEA}"/>
              </a:ext>
            </a:extLst>
          </p:cNvPr>
          <p:cNvSpPr>
            <a:spLocks xmlns:a="http://schemas.openxmlformats.org/drawingml/2006/main" noGrp="1"/>
          </p:cNvSpPr>
          <p:nvPr/>
        </p:nvSpPr>
        <p:spPr>
          <a:xfrm xmlns:a="http://schemas.openxmlformats.org/drawingml/2006/main">
            <a:off x="8509000" y="3073400"/>
            <a:ext cx="2730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read capability</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dsl source</a:t>
            </a:r>
          </a:p>
        </p:txBody>
      </p:sp>
      <p:sp>
        <p:nvSpPr>
          <p:cNvPr id="22" name="capability_v1_s18_o22">
            <a:extLst xmlns:a="http://schemas.openxmlformats.org/drawingml/2006/main">
              <a:ext uri="{FF2B5EF4-FFF2-40B4-BE49-F238E27FC236}">
                <a16:creationId xmlns:a16="http://schemas.microsoft.com/office/drawing/2014/main" id="{901A033B-E7D1-45EB-901C-BDCA673825CD}"/>
              </a:ext>
            </a:extLst>
          </p:cNvPr>
          <p:cNvSpPr>
            <a:spLocks xmlns:a="http://schemas.openxmlformats.org/drawingml/2006/main" noGrp="1"/>
          </p:cNvSpPr>
          <p:nvPr/>
        </p:nvSpPr>
        <p:spPr>
          <a:xfrm xmlns:a="http://schemas.openxmlformats.org/drawingml/2006/main">
            <a:off x="3962400" y="3492500"/>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95250">
            <a:solidFill>
              <a:srgbClr val="F6B94D">
                <a:alpha val="7000"/>
              </a:srgbClr>
            </a:solidFill>
            <a:prstDash val="solid"/>
          </a:ln>
        </p:spPr>
      </p:sp>
      <p:sp>
        <p:nvSpPr>
          <p:cNvPr id="23" name="capability_v1_s18_o23">
            <a:extLst xmlns:a="http://schemas.openxmlformats.org/drawingml/2006/main">
              <a:ext uri="{FF2B5EF4-FFF2-40B4-BE49-F238E27FC236}">
                <a16:creationId xmlns:a16="http://schemas.microsoft.com/office/drawing/2014/main" id="{BC41FB3B-8161-4E4B-BE66-57B748618338}"/>
              </a:ext>
            </a:extLst>
          </p:cNvPr>
          <p:cNvSpPr>
            <a:spLocks xmlns:a="http://schemas.openxmlformats.org/drawingml/2006/main" noGrp="1"/>
          </p:cNvSpPr>
          <p:nvPr/>
        </p:nvSpPr>
        <p:spPr>
          <a:xfrm xmlns:a="http://schemas.openxmlformats.org/drawingml/2006/main">
            <a:off x="3962400" y="3492500"/>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31750">
            <a:solidFill>
              <a:srgbClr val="F6B94D"/>
            </a:solidFill>
            <a:prstDash val="solid"/>
          </a:ln>
        </p:spPr>
      </p:sp>
      <p:sp>
        <p:nvSpPr>
          <p:cNvPr id="24" name="capability_v1_s18_o23_arrow">
            <a:extLst xmlns:a="http://schemas.openxmlformats.org/drawingml/2006/main">
              <a:ext uri="{FF2B5EF4-FFF2-40B4-BE49-F238E27FC236}">
                <a16:creationId xmlns:a16="http://schemas.microsoft.com/office/drawing/2014/main" id="{5FC8630E-44AC-4AC4-8A75-99905675E7BB}"/>
              </a:ext>
            </a:extLst>
          </p:cNvPr>
          <p:cNvSpPr>
            <a:spLocks xmlns:a="http://schemas.openxmlformats.org/drawingml/2006/main" noGrp="1"/>
          </p:cNvSpPr>
          <p:nvPr/>
        </p:nvSpPr>
        <p:spPr>
          <a:xfrm xmlns:a="http://schemas.openxmlformats.org/drawingml/2006/main">
            <a:off x="4533900" y="345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25" name="capability_v1_s18_o24">
            <a:extLst xmlns:a="http://schemas.openxmlformats.org/drawingml/2006/main">
              <a:ext uri="{FF2B5EF4-FFF2-40B4-BE49-F238E27FC236}">
                <a16:creationId xmlns:a16="http://schemas.microsoft.com/office/drawing/2014/main" id="{D772826B-EF95-4DD2-B77B-281A59733C74}"/>
              </a:ext>
            </a:extLst>
          </p:cNvPr>
          <p:cNvSpPr>
            <a:spLocks xmlns:a="http://schemas.openxmlformats.org/drawingml/2006/main" noGrp="1"/>
          </p:cNvSpPr>
          <p:nvPr/>
        </p:nvSpPr>
        <p:spPr>
          <a:xfrm xmlns:a="http://schemas.openxmlformats.org/drawingml/2006/main">
            <a:off x="7645400" y="3492500"/>
            <a:ext cx="711200" cy="95"/>
          </a:xfrm>
          <a:custGeom xmlns:a="http://schemas.openxmlformats.org/drawingml/2006/main">
            <a:pathLst>
              <a:path w="711200" h="95">
                <a:moveTo>
                  <a:pt x="0" y="0"/>
                </a:moveTo>
                <a:lnTo>
                  <a:pt x="7112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6" name="capability_v1_s18_o25">
            <a:extLst xmlns:a="http://schemas.openxmlformats.org/drawingml/2006/main">
              <a:ext uri="{FF2B5EF4-FFF2-40B4-BE49-F238E27FC236}">
                <a16:creationId xmlns:a16="http://schemas.microsoft.com/office/drawing/2014/main" id="{7DB3D990-5BA0-4046-83D3-717B1C396517}"/>
              </a:ext>
            </a:extLst>
          </p:cNvPr>
          <p:cNvSpPr>
            <a:spLocks xmlns:a="http://schemas.openxmlformats.org/drawingml/2006/main" noGrp="1"/>
          </p:cNvSpPr>
          <p:nvPr/>
        </p:nvSpPr>
        <p:spPr>
          <a:xfrm xmlns:a="http://schemas.openxmlformats.org/drawingml/2006/main">
            <a:off x="7645400" y="3492500"/>
            <a:ext cx="711200" cy="95"/>
          </a:xfrm>
          <a:custGeom xmlns:a="http://schemas.openxmlformats.org/drawingml/2006/main">
            <a:pathLst>
              <a:path w="711200" h="95">
                <a:moveTo>
                  <a:pt x="0" y="0"/>
                </a:moveTo>
                <a:lnTo>
                  <a:pt x="711200" y="0"/>
                </a:lnTo>
              </a:path>
            </a:pathLst>
          </a:custGeom>
          <a:noFill xmlns:a="http://schemas.openxmlformats.org/drawingml/2006/main"/>
          <a:ln xmlns:a="http://schemas.openxmlformats.org/drawingml/2006/main" w="31750">
            <a:solidFill>
              <a:srgbClr val="4DE0B0"/>
            </a:solidFill>
            <a:prstDash val="solid"/>
          </a:ln>
        </p:spPr>
      </p:sp>
      <p:sp>
        <p:nvSpPr>
          <p:cNvPr id="27" name="capability_v1_s18_o25_arrow">
            <a:extLst xmlns:a="http://schemas.openxmlformats.org/drawingml/2006/main">
              <a:ext uri="{FF2B5EF4-FFF2-40B4-BE49-F238E27FC236}">
                <a16:creationId xmlns:a16="http://schemas.microsoft.com/office/drawing/2014/main" id="{65848A1C-F5F8-423F-B989-0939445D10B1}"/>
              </a:ext>
            </a:extLst>
          </p:cNvPr>
          <p:cNvSpPr>
            <a:spLocks xmlns:a="http://schemas.openxmlformats.org/drawingml/2006/main" noGrp="1"/>
          </p:cNvSpPr>
          <p:nvPr/>
        </p:nvSpPr>
        <p:spPr>
          <a:xfrm xmlns:a="http://schemas.openxmlformats.org/drawingml/2006/main">
            <a:off x="8280400" y="345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28" name="capability_v1_s18_o26">
            <a:extLst xmlns:a="http://schemas.openxmlformats.org/drawingml/2006/main">
              <a:ext uri="{FF2B5EF4-FFF2-40B4-BE49-F238E27FC236}">
                <a16:creationId xmlns:a16="http://schemas.microsoft.com/office/drawing/2014/main" id="{50D5DF1B-FF1D-4B50-8947-946525901ABC}"/>
              </a:ext>
            </a:extLst>
          </p:cNvPr>
          <p:cNvSpPr>
            <a:spLocks xmlns:a="http://schemas.openxmlformats.org/drawingml/2006/main" noGrp="1"/>
          </p:cNvSpPr>
          <p:nvPr/>
        </p:nvSpPr>
        <p:spPr>
          <a:xfrm xmlns:a="http://schemas.openxmlformats.org/drawingml/2006/main">
            <a:off x="8890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6B94D"/>
                </a:solidFill>
                <a:latin typeface="Arial"/>
                <a:ea typeface="Arial"/>
                <a:cs typeface="Arial"/>
              </a:defRPr>
            </a:defPPr>
          </a:lstStyle>
          <a:p xmlns:a="http://schemas.openxmlformats.org/drawingml/2006/main">
            <a:pPr algn="l">
              <a:lnSpc>
                <a:spcPct val="108000"/>
              </a:lnSpc>
              <a:buNone/>
              <a:defRPr sz="1300" b="0">
                <a:solidFill>
                  <a:srgbClr val="F6B94D"/>
                </a:solidFill>
                <a:latin typeface="Arial"/>
                <a:ea typeface="Arial"/>
                <a:cs typeface="Arial"/>
              </a:defRPr>
            </a:pPr>
            <a:r>
              <a:rPr sz="1300" b="0">
                <a:solidFill>
                  <a:srgbClr val="F6B94D"/>
                </a:solidFill>
                <a:latin typeface="Arial"/>
                <a:ea typeface="Arial"/>
                <a:cs typeface="Arial"/>
              </a:rPr>
              <a:t>GIVEN / INPUT</a:t>
            </a:r>
          </a:p>
        </p:txBody>
      </p:sp>
      <p:sp>
        <p:nvSpPr>
          <p:cNvPr id="29" name="capability_v1_s18_o27">
            <a:extLst xmlns:a="http://schemas.openxmlformats.org/drawingml/2006/main">
              <a:ext uri="{FF2B5EF4-FFF2-40B4-BE49-F238E27FC236}">
                <a16:creationId xmlns:a16="http://schemas.microsoft.com/office/drawing/2014/main" id="{3FB97DBD-78C1-4173-BEE3-224D2821595F}"/>
              </a:ext>
            </a:extLst>
          </p:cNvPr>
          <p:cNvSpPr>
            <a:spLocks xmlns:a="http://schemas.openxmlformats.org/drawingml/2006/main" noGrp="1"/>
          </p:cNvSpPr>
          <p:nvPr/>
        </p:nvSpPr>
        <p:spPr>
          <a:xfrm xmlns:a="http://schemas.openxmlformats.org/drawingml/2006/main">
            <a:off x="46990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5A7FF"/>
                </a:solidFill>
                <a:latin typeface="Arial"/>
                <a:ea typeface="Arial"/>
                <a:cs typeface="Arial"/>
              </a:defRPr>
            </a:defPPr>
          </a:lstStyle>
          <a:p xmlns:a="http://schemas.openxmlformats.org/drawingml/2006/main">
            <a:pPr algn="l">
              <a:lnSpc>
                <a:spcPct val="108000"/>
              </a:lnSpc>
              <a:buNone/>
              <a:defRPr sz="1300" b="0">
                <a:solidFill>
                  <a:srgbClr val="45A7FF"/>
                </a:solidFill>
                <a:latin typeface="Arial"/>
                <a:ea typeface="Arial"/>
                <a:cs typeface="Arial"/>
              </a:defRPr>
            </a:pPr>
            <a:r>
              <a:rPr sz="1300" b="0">
                <a:solidFill>
                  <a:srgbClr val="45A7FF"/>
                </a:solidFill>
                <a:latin typeface="Arial"/>
                <a:ea typeface="Arial"/>
                <a:cs typeface="Arial"/>
              </a:rPr>
              <a:t>WHEN / EVENT</a:t>
            </a:r>
          </a:p>
        </p:txBody>
      </p:sp>
      <p:sp>
        <p:nvSpPr>
          <p:cNvPr id="30" name="capability_v1_s18_o28">
            <a:extLst xmlns:a="http://schemas.openxmlformats.org/drawingml/2006/main">
              <a:ext uri="{FF2B5EF4-FFF2-40B4-BE49-F238E27FC236}">
                <a16:creationId xmlns:a16="http://schemas.microsoft.com/office/drawing/2014/main" id="{4657ADA6-5CC8-40E8-B19C-3A85E66DEC83}"/>
              </a:ext>
            </a:extLst>
          </p:cNvPr>
          <p:cNvSpPr>
            <a:spLocks xmlns:a="http://schemas.openxmlformats.org/drawingml/2006/main" noGrp="1"/>
          </p:cNvSpPr>
          <p:nvPr/>
        </p:nvSpPr>
        <p:spPr>
          <a:xfrm xmlns:a="http://schemas.openxmlformats.org/drawingml/2006/main">
            <a:off x="84455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DE0B0"/>
                </a:solidFill>
                <a:latin typeface="Arial"/>
                <a:ea typeface="Arial"/>
                <a:cs typeface="Arial"/>
              </a:defRPr>
            </a:defPPr>
          </a:lstStyle>
          <a:p xmlns:a="http://schemas.openxmlformats.org/drawingml/2006/main">
            <a:pPr algn="l">
              <a:lnSpc>
                <a:spcPct val="108000"/>
              </a:lnSpc>
              <a:buNone/>
              <a:defRPr sz="1300" b="0">
                <a:solidFill>
                  <a:srgbClr val="4DE0B0"/>
                </a:solidFill>
                <a:latin typeface="Arial"/>
                <a:ea typeface="Arial"/>
                <a:cs typeface="Arial"/>
              </a:defRPr>
            </a:pPr>
            <a:r>
              <a:rPr sz="1300" b="0">
                <a:solidFill>
                  <a:srgbClr val="4DE0B0"/>
                </a:solidFill>
                <a:latin typeface="Arial"/>
                <a:ea typeface="Arial"/>
                <a:cs typeface="Arial"/>
              </a:rPr>
              <a:t>THEN / OUTCOME</a:t>
            </a:r>
          </a:p>
        </p:txBody>
      </p:sp>
      <p:sp>
        <p:nvSpPr>
          <p:cNvPr id="31" name="capability_v1_s18_o29">
            <a:extLst xmlns:a="http://schemas.openxmlformats.org/drawingml/2006/main">
              <a:ext uri="{FF2B5EF4-FFF2-40B4-BE49-F238E27FC236}">
                <a16:creationId xmlns:a16="http://schemas.microsoft.com/office/drawing/2014/main" id="{6F7E9BB6-DC26-4FED-B862-BE5049D49E84}"/>
              </a:ext>
            </a:extLst>
          </p:cNvPr>
          <p:cNvSpPr>
            <a:spLocks xmlns:a="http://schemas.openxmlformats.org/drawingml/2006/main" noGrp="1"/>
          </p:cNvSpPr>
          <p:nvPr/>
        </p:nvSpPr>
        <p:spPr>
          <a:xfrm xmlns:a="http://schemas.openxmlformats.org/drawingml/2006/main">
            <a:off x="825500" y="4432300"/>
            <a:ext cx="3429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read capability dsl source</a:t>
            </a:r>
          </a:p>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request</a:t>
            </a:r>
          </a:p>
        </p:txBody>
      </p:sp>
      <p:sp>
        <p:nvSpPr>
          <p:cNvPr id="32" name="capability_v1_s18_o30">
            <a:extLst xmlns:a="http://schemas.openxmlformats.org/drawingml/2006/main">
              <a:ext uri="{FF2B5EF4-FFF2-40B4-BE49-F238E27FC236}">
                <a16:creationId xmlns:a16="http://schemas.microsoft.com/office/drawing/2014/main" id="{E56B7928-FF6E-488C-904E-E2054CF0A0D5}"/>
              </a:ext>
            </a:extLst>
          </p:cNvPr>
          <p:cNvSpPr>
            <a:spLocks xmlns:a="http://schemas.openxmlformats.org/drawingml/2006/main" noGrp="1"/>
          </p:cNvSpPr>
          <p:nvPr/>
        </p:nvSpPr>
        <p:spPr>
          <a:xfrm xmlns:a="http://schemas.openxmlformats.org/drawingml/2006/main">
            <a:off x="8280400" y="4432300"/>
            <a:ext cx="3302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read capability dsl source</a:t>
            </a:r>
          </a:p>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result</a:t>
            </a:r>
          </a:p>
        </p:txBody>
      </p:sp>
      <p:sp>
        <p:nvSpPr>
          <p:cNvPr id="33" name="capability_v1_s18_o31">
            <a:extLst xmlns:a="http://schemas.openxmlformats.org/drawingml/2006/main">
              <a:ext uri="{FF2B5EF4-FFF2-40B4-BE49-F238E27FC236}">
                <a16:creationId xmlns:a16="http://schemas.microsoft.com/office/drawing/2014/main" id="{36402960-1269-4139-A4EB-04999BC17490}"/>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041549640"/>
      </p:ext>
    </p:extLst>
  </p:cSld>
</p:sld>
</file>

<file path=ppt/slides/slide1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19_o1">
            <a:extLst xmlns:a="http://schemas.openxmlformats.org/drawingml/2006/main">
              <a:ext uri="{FF2B5EF4-FFF2-40B4-BE49-F238E27FC236}">
                <a16:creationId xmlns:a16="http://schemas.microsoft.com/office/drawing/2014/main" id="{53D37CAF-4A23-4CF6-8537-062F2270728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Read capability dsl source</a:t>
            </a:r>
          </a:p>
        </p:txBody>
      </p:sp>
      <p:sp>
        <p:nvSpPr>
          <p:cNvPr id="2" name="capability_v1_s19_o2">
            <a:extLst xmlns:a="http://schemas.openxmlformats.org/drawingml/2006/main">
              <a:ext uri="{FF2B5EF4-FFF2-40B4-BE49-F238E27FC236}">
                <a16:creationId xmlns:a16="http://schemas.microsoft.com/office/drawing/2014/main" id="{F64DB3ED-6ADB-4BFB-8E19-BE13A9B51EC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SELECTED SCENARIO / read-capability-dsl-source / VERSION 113594</a:t>
            </a:r>
          </a:p>
        </p:txBody>
      </p:sp>
      <p:sp>
        <p:nvSpPr>
          <p:cNvPr id="3" name="capability_v1_s19_o3">
            <a:extLst xmlns:a="http://schemas.openxmlformats.org/drawingml/2006/main">
              <a:ext uri="{FF2B5EF4-FFF2-40B4-BE49-F238E27FC236}">
                <a16:creationId xmlns:a16="http://schemas.microsoft.com/office/drawing/2014/main" id="{592B046E-3B06-438C-BEAA-2062DE58521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19</a:t>
            </a:r>
          </a:p>
        </p:txBody>
      </p:sp>
      <p:sp>
        <p:nvSpPr>
          <p:cNvPr id="4" name="capability_v1_s19_o4">
            <a:extLst xmlns:a="http://schemas.openxmlformats.org/drawingml/2006/main">
              <a:ext uri="{FF2B5EF4-FFF2-40B4-BE49-F238E27FC236}">
                <a16:creationId xmlns:a16="http://schemas.microsoft.com/office/drawing/2014/main" id="{71A0B02B-96BB-4F0D-94D5-396A56481A68}"/>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Given</a:t>
            </a:r>
          </a:p>
        </p:txBody>
      </p:sp>
      <p:sp>
        <p:nvSpPr>
          <p:cNvPr id="5" name="capability_v1_s19_o5">
            <a:extLst xmlns:a="http://schemas.openxmlformats.org/drawingml/2006/main">
              <a:ext uri="{FF2B5EF4-FFF2-40B4-BE49-F238E27FC236}">
                <a16:creationId xmlns:a16="http://schemas.microsoft.com/office/drawing/2014/main" id="{B9472742-9304-4F9F-B8EF-D5429B0BC02D}"/>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19_o6">
            <a:extLst xmlns:a="http://schemas.openxmlformats.org/drawingml/2006/main">
              <a:ext uri="{FF2B5EF4-FFF2-40B4-BE49-F238E27FC236}">
                <a16:creationId xmlns:a16="http://schemas.microsoft.com/office/drawing/2014/main" id="{F303D366-BA86-4B1E-89B8-CE84DA825CB5}"/>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capabilities authored from DSL exist in the estate with retained</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sources</a:t>
            </a:r>
          </a:p>
        </p:txBody>
      </p:sp>
      <p:sp>
        <p:nvSpPr>
          <p:cNvPr id="7" name="capability_v1_s19_o7">
            <a:extLst xmlns:a="http://schemas.openxmlformats.org/drawingml/2006/main">
              <a:ext uri="{FF2B5EF4-FFF2-40B4-BE49-F238E27FC236}">
                <a16:creationId xmlns:a16="http://schemas.microsoft.com/office/drawing/2014/main" id="{348AA978-83B3-41C6-B273-4ECF469F4032}"/>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When</a:t>
            </a:r>
          </a:p>
        </p:txBody>
      </p:sp>
      <p:sp>
        <p:nvSpPr>
          <p:cNvPr id="8" name="capability_v1_s19_o8">
            <a:extLst xmlns:a="http://schemas.openxmlformats.org/drawingml/2006/main">
              <a:ext uri="{FF2B5EF4-FFF2-40B4-BE49-F238E27FC236}">
                <a16:creationId xmlns:a16="http://schemas.microsoft.com/office/drawing/2014/main" id="{390F0550-4DF4-4293-9BE2-0DD99413A2A1}"/>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19_o9">
            <a:extLst xmlns:a="http://schemas.openxmlformats.org/drawingml/2006/main">
              <a:ext uri="{FF2B5EF4-FFF2-40B4-BE49-F238E27FC236}">
                <a16:creationId xmlns:a16="http://schemas.microsoft.com/office/drawing/2014/main" id="{DB6C84E6-01CC-4FDF-90BE-226BBDB95B39}"/>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the retained sources are read over rows</a:t>
            </a:r>
          </a:p>
        </p:txBody>
      </p:sp>
      <p:sp>
        <p:nvSpPr>
          <p:cNvPr id="10" name="capability_v1_s19_o10">
            <a:extLst xmlns:a="http://schemas.openxmlformats.org/drawingml/2006/main">
              <a:ext uri="{FF2B5EF4-FFF2-40B4-BE49-F238E27FC236}">
                <a16:creationId xmlns:a16="http://schemas.microsoft.com/office/drawing/2014/main" id="{6B0158D3-7B36-477C-B85F-A731F3052297}"/>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Then</a:t>
            </a:r>
          </a:p>
        </p:txBody>
      </p:sp>
      <p:sp>
        <p:nvSpPr>
          <p:cNvPr id="11" name="capability_v1_s19_o11">
            <a:extLst xmlns:a="http://schemas.openxmlformats.org/drawingml/2006/main">
              <a:ext uri="{FF2B5EF4-FFF2-40B4-BE49-F238E27FC236}">
                <a16:creationId xmlns:a16="http://schemas.microsoft.com/office/drawing/2014/main" id="{7C9734A7-9018-4C1D-A58B-AA6176F2E76B}"/>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1_s19_o12">
            <a:extLst xmlns:a="http://schemas.openxmlformats.org/drawingml/2006/main">
              <a:ext uri="{FF2B5EF4-FFF2-40B4-BE49-F238E27FC236}">
                <a16:creationId xmlns:a16="http://schemas.microsoft.com/office/drawing/2014/main" id="{E3874A4E-0FAC-467B-8D86-54AB42775811}"/>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exact source bytes, digests and authoring references return</a:t>
            </a:r>
          </a:p>
        </p:txBody>
      </p:sp>
      <p:sp>
        <p:nvSpPr>
          <p:cNvPr id="13" name="capability_v1_s19_o13">
            <a:extLst xmlns:a="http://schemas.openxmlformats.org/drawingml/2006/main">
              <a:ext uri="{FF2B5EF4-FFF2-40B4-BE49-F238E27FC236}">
                <a16:creationId xmlns:a16="http://schemas.microsoft.com/office/drawing/2014/main" id="{17E66002-48F5-488E-AFE6-1E8AE024F7C5}"/>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412408379"/>
      </p:ext>
    </p:extLst>
  </p:cSld>
</p:sld>
</file>

<file path=ppt/slides/slide2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42" name="capability_v1_s20_o1">
            <a:extLst xmlns:a="http://schemas.openxmlformats.org/drawingml/2006/main">
              <a:ext uri="{FF2B5EF4-FFF2-40B4-BE49-F238E27FC236}">
                <a16:creationId xmlns:a16="http://schemas.microsoft.com/office/drawing/2014/main" id="{2AF84319-5EE2-47E7-AFAB-FBEAB235F3B1}"/>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04 · Contracts and schemas</a:t>
            </a:r>
          </a:p>
        </p:txBody>
      </p:sp>
      <p:sp>
        <p:nvSpPr>
          <p:cNvPr id="2" name="capability_v1_s20_o2">
            <a:extLst xmlns:a="http://schemas.openxmlformats.org/drawingml/2006/main">
              <a:ext uri="{FF2B5EF4-FFF2-40B4-BE49-F238E27FC236}">
                <a16:creationId xmlns:a16="http://schemas.microsoft.com/office/drawing/2014/main" id="{C000E40F-F289-49C8-8BBC-4758A2DF2615}"/>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makes each input or outcome well formed?</a:t>
            </a:r>
          </a:p>
        </p:txBody>
      </p:sp>
      <p:sp>
        <p:nvSpPr>
          <p:cNvPr id="3" name="capability_v1_s20_o3">
            <a:extLst xmlns:a="http://schemas.openxmlformats.org/drawingml/2006/main">
              <a:ext uri="{FF2B5EF4-FFF2-40B4-BE49-F238E27FC236}">
                <a16:creationId xmlns:a16="http://schemas.microsoft.com/office/drawing/2014/main" id="{12F38137-500B-4D6A-85E4-78E95428E79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20</a:t>
            </a:r>
          </a:p>
        </p:txBody>
      </p:sp>
      <p:sp>
        <p:nvSpPr>
          <p:cNvPr id="4" name="capability_v1_s20_o4">
            <a:extLst xmlns:a="http://schemas.openxmlformats.org/drawingml/2006/main">
              <a:ext uri="{FF2B5EF4-FFF2-40B4-BE49-F238E27FC236}">
                <a16:creationId xmlns:a16="http://schemas.microsoft.com/office/drawing/2014/main" id="{3235EAAE-D53E-4C86-B3BC-1AEB91913864}"/>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0_o5">
            <a:extLst xmlns:a="http://schemas.openxmlformats.org/drawingml/2006/main">
              <a:ext uri="{FF2B5EF4-FFF2-40B4-BE49-F238E27FC236}">
                <a16:creationId xmlns:a16="http://schemas.microsoft.com/office/drawing/2014/main" id="{8DCFB285-EF4D-4686-9350-C8CAF7A54F7E}"/>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0_o6">
            <a:extLst xmlns:a="http://schemas.openxmlformats.org/drawingml/2006/main">
              <a:ext uri="{FF2B5EF4-FFF2-40B4-BE49-F238E27FC236}">
                <a16:creationId xmlns:a16="http://schemas.microsoft.com/office/drawing/2014/main" id="{3133BC8E-49EA-4E04-A18B-9E92E439DAFB}"/>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0_o7">
            <a:extLst xmlns:a="http://schemas.openxmlformats.org/drawingml/2006/main">
              <a:ext uri="{FF2B5EF4-FFF2-40B4-BE49-F238E27FC236}">
                <a16:creationId xmlns:a16="http://schemas.microsoft.com/office/drawing/2014/main" id="{7D1C7A37-B89F-4898-9B75-2F9C1A1384FB}"/>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0_o8">
            <a:extLst xmlns:a="http://schemas.openxmlformats.org/drawingml/2006/main">
              <a:ext uri="{FF2B5EF4-FFF2-40B4-BE49-F238E27FC236}">
                <a16:creationId xmlns:a16="http://schemas.microsoft.com/office/drawing/2014/main" id="{2160E3EA-21B1-4E74-B715-602930BF3F98}"/>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0_o9">
            <a:extLst xmlns:a="http://schemas.openxmlformats.org/drawingml/2006/main">
              <a:ext uri="{FF2B5EF4-FFF2-40B4-BE49-F238E27FC236}">
                <a16:creationId xmlns:a16="http://schemas.microsoft.com/office/drawing/2014/main" id="{2C25E630-0A4E-4F3A-B184-15B469516045}"/>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Scenario contracts</a:t>
            </a:r>
          </a:p>
        </p:txBody>
      </p:sp>
      <p:sp>
        <p:nvSpPr>
          <p:cNvPr id="10" name="capability_v1_s20_o10">
            <a:extLst xmlns:a="http://schemas.openxmlformats.org/drawingml/2006/main">
              <a:ext uri="{FF2B5EF4-FFF2-40B4-BE49-F238E27FC236}">
                <a16:creationId xmlns:a16="http://schemas.microsoft.com/office/drawing/2014/main" id="{A7799C73-0D69-4111-AB41-43E5965CEF1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1" name="capability_v1_s20_o11">
            <a:extLst xmlns:a="http://schemas.openxmlformats.org/drawingml/2006/main">
              <a:ext uri="{FF2B5EF4-FFF2-40B4-BE49-F238E27FC236}">
                <a16:creationId xmlns:a16="http://schemas.microsoft.com/office/drawing/2014/main" id="{573A1A76-416B-41C2-8B47-0BD6D459431F}"/>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12" name="capability_v1_s20_o12">
            <a:extLst xmlns:a="http://schemas.openxmlformats.org/drawingml/2006/main">
              <a:ext uri="{FF2B5EF4-FFF2-40B4-BE49-F238E27FC236}">
                <a16:creationId xmlns:a16="http://schemas.microsoft.com/office/drawing/2014/main" id="{25EE567D-1634-493D-8D1E-20EAE91EB745}"/>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3" name="capability_v1_s20_o13">
            <a:extLst xmlns:a="http://schemas.openxmlformats.org/drawingml/2006/main">
              <a:ext uri="{FF2B5EF4-FFF2-40B4-BE49-F238E27FC236}">
                <a16:creationId xmlns:a16="http://schemas.microsoft.com/office/drawing/2014/main" id="{CF5D4168-02C1-49AB-8625-D1205974DCB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14" name="capability_v1_s20_o14">
            <a:extLst xmlns:a="http://schemas.openxmlformats.org/drawingml/2006/main">
              <a:ext uri="{FF2B5EF4-FFF2-40B4-BE49-F238E27FC236}">
                <a16:creationId xmlns:a16="http://schemas.microsoft.com/office/drawing/2014/main" id="{722CE08D-35C3-47CE-B0D1-8D890999B164}"/>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A98AF2"/>
            </a:solidFill>
            <a:prstDash val="solid"/>
          </a:ln>
        </p:spPr>
      </p:sp>
      <p:sp>
        <p:nvSpPr>
          <p:cNvPr id="15" name="capability_v1_s20_o15">
            <a:extLst xmlns:a="http://schemas.openxmlformats.org/drawingml/2006/main">
              <a:ext uri="{FF2B5EF4-FFF2-40B4-BE49-F238E27FC236}">
                <a16:creationId xmlns:a16="http://schemas.microsoft.com/office/drawing/2014/main" id="{57563619-4BC5-4388-998D-AB40E89D0616}"/>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16" name="capability_v1_s20_o15_arrow">
            <a:extLst xmlns:a="http://schemas.openxmlformats.org/drawingml/2006/main">
              <a:ext uri="{FF2B5EF4-FFF2-40B4-BE49-F238E27FC236}">
                <a16:creationId xmlns:a16="http://schemas.microsoft.com/office/drawing/2014/main" id="{AAC2EDA7-0D15-48B0-A053-1E6D3D305B46}"/>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7" name="capability_v1_s20_o16">
            <a:extLst xmlns:a="http://schemas.openxmlformats.org/drawingml/2006/main">
              <a:ext uri="{FF2B5EF4-FFF2-40B4-BE49-F238E27FC236}">
                <a16:creationId xmlns:a16="http://schemas.microsoft.com/office/drawing/2014/main" id="{AAC9AB69-819A-4882-99BB-E14E54E9E74F}"/>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18" name="capability_v1_s20_o17">
            <a:extLst xmlns:a="http://schemas.openxmlformats.org/drawingml/2006/main">
              <a:ext uri="{FF2B5EF4-FFF2-40B4-BE49-F238E27FC236}">
                <a16:creationId xmlns:a16="http://schemas.microsoft.com/office/drawing/2014/main" id="{EA0BA934-E8DC-408D-B4CF-0575C8DB2170}"/>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19" name="capability_v1_s20_o18">
            <a:extLst xmlns:a="http://schemas.openxmlformats.org/drawingml/2006/main">
              <a:ext uri="{FF2B5EF4-FFF2-40B4-BE49-F238E27FC236}">
                <a16:creationId xmlns:a16="http://schemas.microsoft.com/office/drawing/2014/main" id="{5EA7E7FA-657C-4C1F-B7CE-A0D69E1CB5D6}"/>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0_o19">
            <a:extLst xmlns:a="http://schemas.openxmlformats.org/drawingml/2006/main">
              <a:ext uri="{FF2B5EF4-FFF2-40B4-BE49-F238E27FC236}">
                <a16:creationId xmlns:a16="http://schemas.microsoft.com/office/drawing/2014/main" id="{2796BD00-FB3D-4A38-9B06-040F5077C6A1}"/>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21" name="capability_v1_s20_o20">
            <a:extLst xmlns:a="http://schemas.openxmlformats.org/drawingml/2006/main">
              <a:ext uri="{FF2B5EF4-FFF2-40B4-BE49-F238E27FC236}">
                <a16:creationId xmlns:a16="http://schemas.microsoft.com/office/drawing/2014/main" id="{8864B797-8890-4F84-BEA7-9E475F0F93FE}"/>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22" name="capability_v1_s20_o21">
            <a:extLst xmlns:a="http://schemas.openxmlformats.org/drawingml/2006/main">
              <a:ext uri="{FF2B5EF4-FFF2-40B4-BE49-F238E27FC236}">
                <a16:creationId xmlns:a16="http://schemas.microsoft.com/office/drawing/2014/main" id="{25F37AA7-6650-4EAA-BD67-1F471BC69F3F}"/>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3" name="capability_v1_s20_o22">
            <a:extLst xmlns:a="http://schemas.openxmlformats.org/drawingml/2006/main">
              <a:ext uri="{FF2B5EF4-FFF2-40B4-BE49-F238E27FC236}">
                <a16:creationId xmlns:a16="http://schemas.microsoft.com/office/drawing/2014/main" id="{2B7D9C76-A813-46AB-8EC8-20814E473563}"/>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4" name="capability_v1_s20_o23">
            <a:extLst xmlns:a="http://schemas.openxmlformats.org/drawingml/2006/main">
              <a:ext uri="{FF2B5EF4-FFF2-40B4-BE49-F238E27FC236}">
                <a16:creationId xmlns:a16="http://schemas.microsoft.com/office/drawing/2014/main" id="{4C61EE72-7956-4D49-846F-A3D2C9DC0D63}"/>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read capability dsl source request</a:t>
            </a:r>
          </a:p>
        </p:txBody>
      </p:sp>
      <p:sp>
        <p:nvSpPr>
          <p:cNvPr id="25" name="capability_v1_s20_o24">
            <a:extLst xmlns:a="http://schemas.openxmlformats.org/drawingml/2006/main">
              <a:ext uri="{FF2B5EF4-FFF2-40B4-BE49-F238E27FC236}">
                <a16:creationId xmlns:a16="http://schemas.microsoft.com/office/drawing/2014/main" id="{9CB7FFD3-8F57-41CA-A010-E47AE227D85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20_o25">
            <a:extLst xmlns:a="http://schemas.openxmlformats.org/drawingml/2006/main">
              <a:ext uri="{FF2B5EF4-FFF2-40B4-BE49-F238E27FC236}">
                <a16:creationId xmlns:a16="http://schemas.microsoft.com/office/drawing/2014/main" id="{0D7D07F9-3977-4EFA-AC52-44CBFF348557}"/>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20_o26">
            <a:extLst xmlns:a="http://schemas.openxmlformats.org/drawingml/2006/main">
              <a:ext uri="{FF2B5EF4-FFF2-40B4-BE49-F238E27FC236}">
                <a16:creationId xmlns:a16="http://schemas.microsoft.com/office/drawing/2014/main" id="{31A50E03-C3A8-4147-ADF6-041D1883E37F}"/>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20_o27">
            <a:extLst xmlns:a="http://schemas.openxmlformats.org/drawingml/2006/main">
              <a:ext uri="{FF2B5EF4-FFF2-40B4-BE49-F238E27FC236}">
                <a16:creationId xmlns:a16="http://schemas.microsoft.com/office/drawing/2014/main" id="{4B1528D5-01E5-4700-AC42-52D11CF8C9C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20_o28">
            <a:extLst xmlns:a="http://schemas.openxmlformats.org/drawingml/2006/main">
              <a:ext uri="{FF2B5EF4-FFF2-40B4-BE49-F238E27FC236}">
                <a16:creationId xmlns:a16="http://schemas.microsoft.com/office/drawing/2014/main" id="{F3F4DC26-7525-4601-88D5-443D0BB96805}"/>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20_o29">
            <a:extLst xmlns:a="http://schemas.openxmlformats.org/drawingml/2006/main">
              <a:ext uri="{FF2B5EF4-FFF2-40B4-BE49-F238E27FC236}">
                <a16:creationId xmlns:a16="http://schemas.microsoft.com/office/drawing/2014/main" id="{DE0A430C-8C19-4CF0-9A6D-336D8A82F21D}"/>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20_o29_arrow">
            <a:extLst xmlns:a="http://schemas.openxmlformats.org/drawingml/2006/main">
              <a:ext uri="{FF2B5EF4-FFF2-40B4-BE49-F238E27FC236}">
                <a16:creationId xmlns:a16="http://schemas.microsoft.com/office/drawing/2014/main" id="{5BFDE207-CD60-4D60-8177-7A72265A36E2}"/>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20_o30">
            <a:extLst xmlns:a="http://schemas.openxmlformats.org/drawingml/2006/main">
              <a:ext uri="{FF2B5EF4-FFF2-40B4-BE49-F238E27FC236}">
                <a16:creationId xmlns:a16="http://schemas.microsoft.com/office/drawing/2014/main" id="{3C9B5527-47BC-4005-B4FF-9C6FB6D1D804}"/>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20_o31">
            <a:extLst xmlns:a="http://schemas.openxmlformats.org/drawingml/2006/main">
              <a:ext uri="{FF2B5EF4-FFF2-40B4-BE49-F238E27FC236}">
                <a16:creationId xmlns:a16="http://schemas.microsoft.com/office/drawing/2014/main" id="{A48FEDFA-9CE8-4634-89C1-10DEDD7E7B77}"/>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20_o32">
            <a:extLst xmlns:a="http://schemas.openxmlformats.org/drawingml/2006/main">
              <a:ext uri="{FF2B5EF4-FFF2-40B4-BE49-F238E27FC236}">
                <a16:creationId xmlns:a16="http://schemas.microsoft.com/office/drawing/2014/main" id="{7BE11EE3-339B-4BF8-BF4C-C6360B1C25E1}"/>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20_o33">
            <a:extLst xmlns:a="http://schemas.openxmlformats.org/drawingml/2006/main">
              <a:ext uri="{FF2B5EF4-FFF2-40B4-BE49-F238E27FC236}">
                <a16:creationId xmlns:a16="http://schemas.microsoft.com/office/drawing/2014/main" id="{1E197C28-05B3-474B-8670-4A52404249D4}"/>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20_o34">
            <a:extLst xmlns:a="http://schemas.openxmlformats.org/drawingml/2006/main">
              <a:ext uri="{FF2B5EF4-FFF2-40B4-BE49-F238E27FC236}">
                <a16:creationId xmlns:a16="http://schemas.microsoft.com/office/drawing/2014/main" id="{B0AC6207-F67E-4E68-BC8F-CF7819B8E6CC}"/>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20_o35">
            <a:extLst xmlns:a="http://schemas.openxmlformats.org/drawingml/2006/main">
              <a:ext uri="{FF2B5EF4-FFF2-40B4-BE49-F238E27FC236}">
                <a16:creationId xmlns:a16="http://schemas.microsoft.com/office/drawing/2014/main" id="{CC70BB78-89EF-4FCE-91F4-82A78D148F2D}"/>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20_o36">
            <a:extLst xmlns:a="http://schemas.openxmlformats.org/drawingml/2006/main">
              <a:ext uri="{FF2B5EF4-FFF2-40B4-BE49-F238E27FC236}">
                <a16:creationId xmlns:a16="http://schemas.microsoft.com/office/drawing/2014/main" id="{7133ACC7-2E68-47FF-A5A0-8E16D47B0019}"/>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20_o37">
            <a:extLst xmlns:a="http://schemas.openxmlformats.org/drawingml/2006/main">
              <a:ext uri="{FF2B5EF4-FFF2-40B4-BE49-F238E27FC236}">
                <a16:creationId xmlns:a16="http://schemas.microsoft.com/office/drawing/2014/main" id="{9B4AD7E2-D23F-4461-8A08-56D0B9196D43}"/>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read capability dsl source result</a:t>
            </a:r>
          </a:p>
        </p:txBody>
      </p:sp>
      <p:sp>
        <p:nvSpPr>
          <p:cNvPr id="40" name="capability_v1_s20_o38">
            <a:extLst xmlns:a="http://schemas.openxmlformats.org/drawingml/2006/main">
              <a:ext uri="{FF2B5EF4-FFF2-40B4-BE49-F238E27FC236}">
                <a16:creationId xmlns:a16="http://schemas.microsoft.com/office/drawing/2014/main" id="{6F8E8C7C-9E0B-466C-8D07-B7A94C5169F0}"/>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schema identities; required fields and digests in notes</a:t>
            </a:r>
          </a:p>
        </p:txBody>
      </p:sp>
      <p:sp>
        <p:nvSpPr>
          <p:cNvPr id="41" name="capability_v1_s20_o39">
            <a:extLst xmlns:a="http://schemas.openxmlformats.org/drawingml/2006/main">
              <a:ext uri="{FF2B5EF4-FFF2-40B4-BE49-F238E27FC236}">
                <a16:creationId xmlns:a16="http://schemas.microsoft.com/office/drawing/2014/main" id="{6A10E787-E91E-42D7-9C5C-D93BF7B262D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736072203"/>
      </p:ext>
    </p:extLst>
  </p:cSld>
</p:sld>
</file>

<file path=ppt/slides/slide2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21_o1">
            <a:extLst xmlns:a="http://schemas.openxmlformats.org/drawingml/2006/main">
              <a:ext uri="{FF2B5EF4-FFF2-40B4-BE49-F238E27FC236}">
                <a16:creationId xmlns:a16="http://schemas.microsoft.com/office/drawing/2014/main" id="{DD84DF3C-8F6E-4451-808A-683DBD07FC2B}"/>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1_o2">
            <a:extLst xmlns:a="http://schemas.openxmlformats.org/drawingml/2006/main">
              <a:ext uri="{FF2B5EF4-FFF2-40B4-BE49-F238E27FC236}">
                <a16:creationId xmlns:a16="http://schemas.microsoft.com/office/drawing/2014/main" id="{9F3C0392-74BD-43EE-8EBE-12EE34F3D02C}"/>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read-capability-dsl-source-request.v1 / extra fields: false</a:t>
            </a:r>
          </a:p>
        </p:txBody>
      </p:sp>
      <p:sp>
        <p:nvSpPr>
          <p:cNvPr id="3" name="capability_v1_s21_o3">
            <a:extLst xmlns:a="http://schemas.openxmlformats.org/drawingml/2006/main">
              <a:ext uri="{FF2B5EF4-FFF2-40B4-BE49-F238E27FC236}">
                <a16:creationId xmlns:a16="http://schemas.microsoft.com/office/drawing/2014/main" id="{75805DFD-C4F0-4CC5-A5AC-EFA5B446B51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21</a:t>
            </a:r>
          </a:p>
        </p:txBody>
      </p:sp>
      <p:sp>
        <p:nvSpPr>
          <p:cNvPr id="4" name="capability_v1_s21_o4">
            <a:extLst xmlns:a="http://schemas.openxmlformats.org/drawingml/2006/main">
              <a:ext uri="{FF2B5EF4-FFF2-40B4-BE49-F238E27FC236}">
                <a16:creationId xmlns:a16="http://schemas.microsoft.com/office/drawing/2014/main" id="{9BEEBCC0-63CD-48FD-A7E5-AAD82FA26FEB}"/>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A98AF2"/>
                </a:solidFill>
                <a:latin typeface="Arial"/>
                <a:ea typeface="Arial"/>
                <a:cs typeface="Arial"/>
              </a:defRPr>
            </a:defPPr>
          </a:lstStyle>
          <a:p xmlns:a="http://schemas.openxmlformats.org/drawingml/2006/main">
            <a:pPr algn="l">
              <a:lnSpc>
                <a:spcPct val="108000"/>
              </a:lnSpc>
              <a:buNone/>
              <a:defRPr sz="1400" b="1">
                <a:solidFill>
                  <a:srgbClr val="A98AF2"/>
                </a:solidFill>
                <a:latin typeface="Arial"/>
                <a:ea typeface="Arial"/>
                <a:cs typeface="Arial"/>
              </a:defRPr>
            </a:pPr>
            <a:r>
              <a:rPr sz="1400" b="1">
                <a:solidFill>
                  <a:srgbClr val="A98AF2"/>
                </a:solidFill>
                <a:latin typeface="Arial"/>
                <a:ea typeface="Arial"/>
                <a:cs typeface="Arial"/>
              </a:rPr>
              <a:t>$/capabilityId</a:t>
            </a:r>
          </a:p>
        </p:txBody>
      </p:sp>
      <p:sp>
        <p:nvSpPr>
          <p:cNvPr id="5" name="capability_v1_s21_o5">
            <a:extLst xmlns:a="http://schemas.openxmlformats.org/drawingml/2006/main">
              <a:ext uri="{FF2B5EF4-FFF2-40B4-BE49-F238E27FC236}">
                <a16:creationId xmlns:a16="http://schemas.microsoft.com/office/drawing/2014/main" id="{76A4DE00-CE89-4C07-A1EB-F0897D9B20E8}"/>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A98AF2"/>
            </a:solidFill>
            <a:prstDash val="solid"/>
          </a:ln>
        </p:spPr>
      </p:sp>
      <p:sp>
        <p:nvSpPr>
          <p:cNvPr id="6" name="capability_v1_s21_o6">
            <a:extLst xmlns:a="http://schemas.openxmlformats.org/drawingml/2006/main">
              <a:ext uri="{FF2B5EF4-FFF2-40B4-BE49-F238E27FC236}">
                <a16:creationId xmlns:a16="http://schemas.microsoft.com/office/drawing/2014/main" id="{C8FA1157-A08A-4862-BC61-55CF27F9B6DC}"/>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string; optional; minLength: 1; maxLength: 200</a:t>
            </a:r>
          </a:p>
        </p:txBody>
      </p:sp>
      <p:sp>
        <p:nvSpPr>
          <p:cNvPr id="7" name="capability_v1_s21_o7">
            <a:extLst xmlns:a="http://schemas.openxmlformats.org/drawingml/2006/main">
              <a:ext uri="{FF2B5EF4-FFF2-40B4-BE49-F238E27FC236}">
                <a16:creationId xmlns:a16="http://schemas.microsoft.com/office/drawing/2014/main" id="{844F7B7F-AFC1-443C-81C4-40C3BE8422F2}"/>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291832421"/>
      </p:ext>
    </p:extLst>
  </p:cSld>
</p:sld>
</file>

<file path=ppt/slides/slide2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1" name="capability_v1_s22_o1">
            <a:extLst xmlns:a="http://schemas.openxmlformats.org/drawingml/2006/main">
              <a:ext uri="{FF2B5EF4-FFF2-40B4-BE49-F238E27FC236}">
                <a16:creationId xmlns:a16="http://schemas.microsoft.com/office/drawing/2014/main" id="{64A398F4-B4B6-4CB7-942F-7A29523F3F3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2_o2">
            <a:extLst xmlns:a="http://schemas.openxmlformats.org/drawingml/2006/main">
              <a:ext uri="{FF2B5EF4-FFF2-40B4-BE49-F238E27FC236}">
                <a16:creationId xmlns:a16="http://schemas.microsoft.com/office/drawing/2014/main" id="{9E445D13-7E66-4776-95DE-E769AA4F7CFC}"/>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read-capability-dsl-source-result.v1 / extra fields: schema default</a:t>
            </a:r>
          </a:p>
        </p:txBody>
      </p:sp>
      <p:sp>
        <p:nvSpPr>
          <p:cNvPr id="3" name="capability_v1_s22_o3">
            <a:extLst xmlns:a="http://schemas.openxmlformats.org/drawingml/2006/main">
              <a:ext uri="{FF2B5EF4-FFF2-40B4-BE49-F238E27FC236}">
                <a16:creationId xmlns:a16="http://schemas.microsoft.com/office/drawing/2014/main" id="{8E81E06E-09A6-44C2-A5D6-B851391F87D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22</a:t>
            </a:r>
          </a:p>
        </p:txBody>
      </p:sp>
      <p:sp>
        <p:nvSpPr>
          <p:cNvPr id="4" name="capability_v1_s22_o4">
            <a:extLst xmlns:a="http://schemas.openxmlformats.org/drawingml/2006/main">
              <a:ext uri="{FF2B5EF4-FFF2-40B4-BE49-F238E27FC236}">
                <a16:creationId xmlns:a16="http://schemas.microsoft.com/office/drawing/2014/main" id="{8656D376-F688-4FAD-9227-3BA4CDC56228}"/>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$/contractId</a:t>
            </a:r>
          </a:p>
        </p:txBody>
      </p:sp>
      <p:sp>
        <p:nvSpPr>
          <p:cNvPr id="5" name="capability_v1_s22_o5">
            <a:extLst xmlns:a="http://schemas.openxmlformats.org/drawingml/2006/main">
              <a:ext uri="{FF2B5EF4-FFF2-40B4-BE49-F238E27FC236}">
                <a16:creationId xmlns:a16="http://schemas.microsoft.com/office/drawing/2014/main" id="{115465A1-DC88-4DF0-8A3E-B0F0A85F76B8}"/>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2_o6">
            <a:extLst xmlns:a="http://schemas.openxmlformats.org/drawingml/2006/main">
              <a:ext uri="{FF2B5EF4-FFF2-40B4-BE49-F238E27FC236}">
                <a16:creationId xmlns:a16="http://schemas.microsoft.com/office/drawing/2014/main" id="{BF41968D-190D-4BFA-BE5C-0D1A497B093B}"/>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7" name="capability_v1_s22_o7">
            <a:extLst xmlns:a="http://schemas.openxmlformats.org/drawingml/2006/main">
              <a:ext uri="{FF2B5EF4-FFF2-40B4-BE49-F238E27FC236}">
                <a16:creationId xmlns:a16="http://schemas.microsoft.com/office/drawing/2014/main" id="{A5F031B1-44F5-46E5-BB23-6B53DFD9BE94}"/>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$/status</a:t>
            </a:r>
          </a:p>
        </p:txBody>
      </p:sp>
      <p:sp>
        <p:nvSpPr>
          <p:cNvPr id="8" name="capability_v1_s22_o8">
            <a:extLst xmlns:a="http://schemas.openxmlformats.org/drawingml/2006/main">
              <a:ext uri="{FF2B5EF4-FFF2-40B4-BE49-F238E27FC236}">
                <a16:creationId xmlns:a16="http://schemas.microsoft.com/office/drawing/2014/main" id="{953285EB-608C-4867-B732-F41BA23209C6}"/>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2_o9">
            <a:extLst xmlns:a="http://schemas.openxmlformats.org/drawingml/2006/main">
              <a:ext uri="{FF2B5EF4-FFF2-40B4-BE49-F238E27FC236}">
                <a16:creationId xmlns:a16="http://schemas.microsoft.com/office/drawing/2014/main" id="{4804CE92-1C64-4D56-852B-0D23F0F0584A}"/>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10" name="capability_v1_s22_o10">
            <a:extLst xmlns:a="http://schemas.openxmlformats.org/drawingml/2006/main">
              <a:ext uri="{FF2B5EF4-FFF2-40B4-BE49-F238E27FC236}">
                <a16:creationId xmlns:a16="http://schemas.microsoft.com/office/drawing/2014/main" id="{DFD45C7E-883F-48C7-8055-02A8D04E03BD}"/>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981776570"/>
      </p:ext>
    </p:extLst>
  </p:cSld>
</p:sld>
</file>

<file path=ppt/slides/slide2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1_s23_o1">
            <a:extLst xmlns:a="http://schemas.openxmlformats.org/drawingml/2006/main">
              <a:ext uri="{FF2B5EF4-FFF2-40B4-BE49-F238E27FC236}">
                <a16:creationId xmlns:a16="http://schemas.microsoft.com/office/drawing/2014/main" id="{CC9AF278-93D4-4FAA-9C31-EE330C94960F}"/>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05 · Semantic authority envelope</a:t>
            </a:r>
          </a:p>
        </p:txBody>
      </p:sp>
      <p:sp>
        <p:nvSpPr>
          <p:cNvPr id="2" name="capability_v1_s23_o2">
            <a:extLst xmlns:a="http://schemas.openxmlformats.org/drawingml/2006/main">
              <a:ext uri="{FF2B5EF4-FFF2-40B4-BE49-F238E27FC236}">
                <a16:creationId xmlns:a16="http://schemas.microsoft.com/office/drawing/2014/main" id="{FF0E0A6D-1092-4D97-A068-B66C7D28979F}"/>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selected definitions establish the meaning?</a:t>
            </a:r>
          </a:p>
        </p:txBody>
      </p:sp>
      <p:sp>
        <p:nvSpPr>
          <p:cNvPr id="3" name="capability_v1_s23_o3">
            <a:extLst xmlns:a="http://schemas.openxmlformats.org/drawingml/2006/main">
              <a:ext uri="{FF2B5EF4-FFF2-40B4-BE49-F238E27FC236}">
                <a16:creationId xmlns:a16="http://schemas.microsoft.com/office/drawing/2014/main" id="{1438BFAE-36D9-4778-B181-8BA121D9668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23</a:t>
            </a:r>
          </a:p>
        </p:txBody>
      </p:sp>
      <p:sp>
        <p:nvSpPr>
          <p:cNvPr id="4" name="capability_v1_s23_o4">
            <a:extLst xmlns:a="http://schemas.openxmlformats.org/drawingml/2006/main">
              <a:ext uri="{FF2B5EF4-FFF2-40B4-BE49-F238E27FC236}">
                <a16:creationId xmlns:a16="http://schemas.microsoft.com/office/drawing/2014/main" id="{B895E7B2-E4A7-47AC-99A4-5C083C5BB549}"/>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3_o5">
            <a:extLst xmlns:a="http://schemas.openxmlformats.org/drawingml/2006/main">
              <a:ext uri="{FF2B5EF4-FFF2-40B4-BE49-F238E27FC236}">
                <a16:creationId xmlns:a16="http://schemas.microsoft.com/office/drawing/2014/main" id="{159C5187-838D-49B7-8452-8862984837F0}"/>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3_o6">
            <a:extLst xmlns:a="http://schemas.openxmlformats.org/drawingml/2006/main">
              <a:ext uri="{FF2B5EF4-FFF2-40B4-BE49-F238E27FC236}">
                <a16:creationId xmlns:a16="http://schemas.microsoft.com/office/drawing/2014/main" id="{8C455355-835B-4435-B8EE-E501E34565AD}"/>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3_o7">
            <a:extLst xmlns:a="http://schemas.openxmlformats.org/drawingml/2006/main">
              <a:ext uri="{FF2B5EF4-FFF2-40B4-BE49-F238E27FC236}">
                <a16:creationId xmlns:a16="http://schemas.microsoft.com/office/drawing/2014/main" id="{A2E64312-DBFF-4AEC-AC80-55A85781A3D4}"/>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3_o8">
            <a:extLst xmlns:a="http://schemas.openxmlformats.org/drawingml/2006/main">
              <a:ext uri="{FF2B5EF4-FFF2-40B4-BE49-F238E27FC236}">
                <a16:creationId xmlns:a16="http://schemas.microsoft.com/office/drawing/2014/main" id="{DC1A9F14-64CD-40F3-A006-9125CFC78148}"/>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3_o9">
            <a:extLst xmlns:a="http://schemas.openxmlformats.org/drawingml/2006/main">
              <a:ext uri="{FF2B5EF4-FFF2-40B4-BE49-F238E27FC236}">
                <a16:creationId xmlns:a16="http://schemas.microsoft.com/office/drawing/2014/main" id="{E9CE9CB3-BBEA-47C4-B84B-11C98F6B371D}"/>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Estate 34</a:t>
            </a:r>
          </a:p>
        </p:txBody>
      </p:sp>
      <p:sp>
        <p:nvSpPr>
          <p:cNvPr id="10" name="capability_v1_s23_o10">
            <a:extLst xmlns:a="http://schemas.openxmlformats.org/drawingml/2006/main">
              <a:ext uri="{FF2B5EF4-FFF2-40B4-BE49-F238E27FC236}">
                <a16:creationId xmlns:a16="http://schemas.microsoft.com/office/drawing/2014/main" id="{A07D586A-EDB5-47DC-8CA7-70BA778F65D6}"/>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23_o11">
            <a:extLst xmlns:a="http://schemas.openxmlformats.org/drawingml/2006/main">
              <a:ext uri="{FF2B5EF4-FFF2-40B4-BE49-F238E27FC236}">
                <a16:creationId xmlns:a16="http://schemas.microsoft.com/office/drawing/2014/main" id="{933C7DCE-77A4-4075-9654-6B97EA17DD8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23_o12">
            <a:extLst xmlns:a="http://schemas.openxmlformats.org/drawingml/2006/main">
              <a:ext uri="{FF2B5EF4-FFF2-40B4-BE49-F238E27FC236}">
                <a16:creationId xmlns:a16="http://schemas.microsoft.com/office/drawing/2014/main" id="{EEF58231-0531-480C-9F98-BD44D3890A89}"/>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23_o13">
            <a:extLst xmlns:a="http://schemas.openxmlformats.org/drawingml/2006/main">
              <a:ext uri="{FF2B5EF4-FFF2-40B4-BE49-F238E27FC236}">
                <a16:creationId xmlns:a16="http://schemas.microsoft.com/office/drawing/2014/main" id="{D901C65E-56FF-4227-BD77-8292FD69CFBB}"/>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23_o14">
            <a:extLst xmlns:a="http://schemas.openxmlformats.org/drawingml/2006/main">
              <a:ext uri="{FF2B5EF4-FFF2-40B4-BE49-F238E27FC236}">
                <a16:creationId xmlns:a16="http://schemas.microsoft.com/office/drawing/2014/main" id="{B11D380A-A12F-4785-B627-5BAEDAB6468A}"/>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23_o15">
            <a:extLst xmlns:a="http://schemas.openxmlformats.org/drawingml/2006/main">
              <a:ext uri="{FF2B5EF4-FFF2-40B4-BE49-F238E27FC236}">
                <a16:creationId xmlns:a16="http://schemas.microsoft.com/office/drawing/2014/main" id="{5AEFD49A-F2FF-4B12-BC9C-DF0C8C207B3D}"/>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23_o15_arrow">
            <a:extLst xmlns:a="http://schemas.openxmlformats.org/drawingml/2006/main">
              <a:ext uri="{FF2B5EF4-FFF2-40B4-BE49-F238E27FC236}">
                <a16:creationId xmlns:a16="http://schemas.microsoft.com/office/drawing/2014/main" id="{0B7F429D-44A2-4820-96B0-029C7153EC93}"/>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23_o16">
            <a:extLst xmlns:a="http://schemas.openxmlformats.org/drawingml/2006/main">
              <a:ext uri="{FF2B5EF4-FFF2-40B4-BE49-F238E27FC236}">
                <a16:creationId xmlns:a16="http://schemas.microsoft.com/office/drawing/2014/main" id="{536278D0-8918-4C4E-B562-9DF7BD2EB20B}"/>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23_o17">
            <a:extLst xmlns:a="http://schemas.openxmlformats.org/drawingml/2006/main">
              <a:ext uri="{FF2B5EF4-FFF2-40B4-BE49-F238E27FC236}">
                <a16:creationId xmlns:a16="http://schemas.microsoft.com/office/drawing/2014/main" id="{5402EB13-50D6-4939-9E9F-4A7567274B8E}"/>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23_o18">
            <a:extLst xmlns:a="http://schemas.openxmlformats.org/drawingml/2006/main">
              <a:ext uri="{FF2B5EF4-FFF2-40B4-BE49-F238E27FC236}">
                <a16:creationId xmlns:a16="http://schemas.microsoft.com/office/drawing/2014/main" id="{63FC8F29-D04E-4B48-B75C-A248774C0D17}"/>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3_o19">
            <a:extLst xmlns:a="http://schemas.openxmlformats.org/drawingml/2006/main">
              <a:ext uri="{FF2B5EF4-FFF2-40B4-BE49-F238E27FC236}">
                <a16:creationId xmlns:a16="http://schemas.microsoft.com/office/drawing/2014/main" id="{8475021B-D0EB-41E3-B784-91D25018EDF1}"/>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23_o20">
            <a:extLst xmlns:a="http://schemas.openxmlformats.org/drawingml/2006/main">
              <a:ext uri="{FF2B5EF4-FFF2-40B4-BE49-F238E27FC236}">
                <a16:creationId xmlns:a16="http://schemas.microsoft.com/office/drawing/2014/main" id="{BB5F0BD2-C188-4D83-8834-E527782525E3}"/>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23_o21">
            <a:extLst xmlns:a="http://schemas.openxmlformats.org/drawingml/2006/main">
              <a:ext uri="{FF2B5EF4-FFF2-40B4-BE49-F238E27FC236}">
                <a16:creationId xmlns:a16="http://schemas.microsoft.com/office/drawing/2014/main" id="{406C0357-4E37-4C2A-877F-DE224B6ADE99}"/>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23_o22">
            <a:extLst xmlns:a="http://schemas.openxmlformats.org/drawingml/2006/main">
              <a:ext uri="{FF2B5EF4-FFF2-40B4-BE49-F238E27FC236}">
                <a16:creationId xmlns:a16="http://schemas.microsoft.com/office/drawing/2014/main" id="{72208B16-D88F-4776-B7A7-BE024747F17C}"/>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23_o23">
            <a:extLst xmlns:a="http://schemas.openxmlformats.org/drawingml/2006/main">
              <a:ext uri="{FF2B5EF4-FFF2-40B4-BE49-F238E27FC236}">
                <a16:creationId xmlns:a16="http://schemas.microsoft.com/office/drawing/2014/main" id="{64407E87-9E1A-4B56-BE6E-0172DE55FDD5}"/>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Capability version 4852209</a:t>
            </a:r>
          </a:p>
        </p:txBody>
      </p:sp>
      <p:sp>
        <p:nvSpPr>
          <p:cNvPr id="25" name="capability_v1_s23_o24">
            <a:extLst xmlns:a="http://schemas.openxmlformats.org/drawingml/2006/main">
              <a:ext uri="{FF2B5EF4-FFF2-40B4-BE49-F238E27FC236}">
                <a16:creationId xmlns:a16="http://schemas.microsoft.com/office/drawing/2014/main" id="{75D93ADE-F2D6-47C6-AE1C-E257344E7D3B}"/>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23_o25">
            <a:extLst xmlns:a="http://schemas.openxmlformats.org/drawingml/2006/main">
              <a:ext uri="{FF2B5EF4-FFF2-40B4-BE49-F238E27FC236}">
                <a16:creationId xmlns:a16="http://schemas.microsoft.com/office/drawing/2014/main" id="{09B6EC5F-82AC-4FEA-88EA-EBF6FA103757}"/>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23_o26">
            <a:extLst xmlns:a="http://schemas.openxmlformats.org/drawingml/2006/main">
              <a:ext uri="{FF2B5EF4-FFF2-40B4-BE49-F238E27FC236}">
                <a16:creationId xmlns:a16="http://schemas.microsoft.com/office/drawing/2014/main" id="{61FA3BCF-9697-4D16-AA23-D59460F52EE0}"/>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23_o27">
            <a:extLst xmlns:a="http://schemas.openxmlformats.org/drawingml/2006/main">
              <a:ext uri="{FF2B5EF4-FFF2-40B4-BE49-F238E27FC236}">
                <a16:creationId xmlns:a16="http://schemas.microsoft.com/office/drawing/2014/main" id="{79068964-B4C1-4FB4-8666-E89BAD9E3003}"/>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23_o28">
            <a:extLst xmlns:a="http://schemas.openxmlformats.org/drawingml/2006/main">
              <a:ext uri="{FF2B5EF4-FFF2-40B4-BE49-F238E27FC236}">
                <a16:creationId xmlns:a16="http://schemas.microsoft.com/office/drawing/2014/main" id="{1697FFBB-4310-46DB-8DE2-4669661BE3B5}"/>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23_o29">
            <a:extLst xmlns:a="http://schemas.openxmlformats.org/drawingml/2006/main">
              <a:ext uri="{FF2B5EF4-FFF2-40B4-BE49-F238E27FC236}">
                <a16:creationId xmlns:a16="http://schemas.microsoft.com/office/drawing/2014/main" id="{B288A3A7-39CB-42D8-9471-2DE56D1A4C17}"/>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23_o29_arrow">
            <a:extLst xmlns:a="http://schemas.openxmlformats.org/drawingml/2006/main">
              <a:ext uri="{FF2B5EF4-FFF2-40B4-BE49-F238E27FC236}">
                <a16:creationId xmlns:a16="http://schemas.microsoft.com/office/drawing/2014/main" id="{5EEE0549-F675-42EE-B07D-7971B39F5471}"/>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23_o30">
            <a:extLst xmlns:a="http://schemas.openxmlformats.org/drawingml/2006/main">
              <a:ext uri="{FF2B5EF4-FFF2-40B4-BE49-F238E27FC236}">
                <a16:creationId xmlns:a16="http://schemas.microsoft.com/office/drawing/2014/main" id="{407861E9-4CB4-4C2C-8BE2-3531F7D0B589}"/>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23_o31">
            <a:extLst xmlns:a="http://schemas.openxmlformats.org/drawingml/2006/main">
              <a:ext uri="{FF2B5EF4-FFF2-40B4-BE49-F238E27FC236}">
                <a16:creationId xmlns:a16="http://schemas.microsoft.com/office/drawing/2014/main" id="{1F1BA860-071F-429E-83AD-9978E168501C}"/>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23_o32">
            <a:extLst xmlns:a="http://schemas.openxmlformats.org/drawingml/2006/main">
              <a:ext uri="{FF2B5EF4-FFF2-40B4-BE49-F238E27FC236}">
                <a16:creationId xmlns:a16="http://schemas.microsoft.com/office/drawing/2014/main" id="{EF644B9D-23B0-46C2-B45E-26316DC55801}"/>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23_o33">
            <a:extLst xmlns:a="http://schemas.openxmlformats.org/drawingml/2006/main">
              <a:ext uri="{FF2B5EF4-FFF2-40B4-BE49-F238E27FC236}">
                <a16:creationId xmlns:a16="http://schemas.microsoft.com/office/drawing/2014/main" id="{61E159E1-D3EA-4490-AB7D-50270B0234AD}"/>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23_o34">
            <a:extLst xmlns:a="http://schemas.openxmlformats.org/drawingml/2006/main">
              <a:ext uri="{FF2B5EF4-FFF2-40B4-BE49-F238E27FC236}">
                <a16:creationId xmlns:a16="http://schemas.microsoft.com/office/drawing/2014/main" id="{91C4E60B-E681-472F-B779-6EB8DE337C8D}"/>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23_o35">
            <a:extLst xmlns:a="http://schemas.openxmlformats.org/drawingml/2006/main">
              <a:ext uri="{FF2B5EF4-FFF2-40B4-BE49-F238E27FC236}">
                <a16:creationId xmlns:a16="http://schemas.microsoft.com/office/drawing/2014/main" id="{E800EC8A-32C1-4F24-9E36-E24F4DC434DA}"/>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23_o36">
            <a:extLst xmlns:a="http://schemas.openxmlformats.org/drawingml/2006/main">
              <a:ext uri="{FF2B5EF4-FFF2-40B4-BE49-F238E27FC236}">
                <a16:creationId xmlns:a16="http://schemas.microsoft.com/office/drawing/2014/main" id="{9E989C10-A4FF-4059-A2B2-81DFDF74BEDA}"/>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23_o37">
            <a:extLst xmlns:a="http://schemas.openxmlformats.org/drawingml/2006/main">
              <a:ext uri="{FF2B5EF4-FFF2-40B4-BE49-F238E27FC236}">
                <a16:creationId xmlns:a16="http://schemas.microsoft.com/office/drawing/2014/main" id="{B0B40D61-B373-4DE2-A74D-1B3113D9359D}"/>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Definition 242218</a:t>
            </a:r>
          </a:p>
        </p:txBody>
      </p:sp>
      <p:sp>
        <p:nvSpPr>
          <p:cNvPr id="40" name="capability_v1_s23_o38">
            <a:extLst xmlns:a="http://schemas.openxmlformats.org/drawingml/2006/main">
              <a:ext uri="{FF2B5EF4-FFF2-40B4-BE49-F238E27FC236}">
                <a16:creationId xmlns:a16="http://schemas.microsoft.com/office/drawing/2014/main" id="{10AAD6BC-1FD3-4605-8FB2-BCBEA4A9C7D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1_s23_o39">
            <a:extLst xmlns:a="http://schemas.openxmlformats.org/drawingml/2006/main">
              <a:ext uri="{FF2B5EF4-FFF2-40B4-BE49-F238E27FC236}">
                <a16:creationId xmlns:a16="http://schemas.microsoft.com/office/drawing/2014/main" id="{A532D416-CF5F-4B4E-AE5D-F0357A2C1D11}"/>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1_s23_o40">
            <a:extLst xmlns:a="http://schemas.openxmlformats.org/drawingml/2006/main">
              <a:ext uri="{FF2B5EF4-FFF2-40B4-BE49-F238E27FC236}">
                <a16:creationId xmlns:a16="http://schemas.microsoft.com/office/drawing/2014/main" id="{D01AFE9B-523F-4741-AADA-D3C16DCAE32A}"/>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1_s23_o41">
            <a:extLst xmlns:a="http://schemas.openxmlformats.org/drawingml/2006/main">
              <a:ext uri="{FF2B5EF4-FFF2-40B4-BE49-F238E27FC236}">
                <a16:creationId xmlns:a16="http://schemas.microsoft.com/office/drawing/2014/main" id="{2821E856-94B8-48D8-9320-3A71C1E5B49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1_s23_o42">
            <a:extLst xmlns:a="http://schemas.openxmlformats.org/drawingml/2006/main">
              <a:ext uri="{FF2B5EF4-FFF2-40B4-BE49-F238E27FC236}">
                <a16:creationId xmlns:a16="http://schemas.microsoft.com/office/drawing/2014/main" id="{0EFCB8B8-2D47-4CEF-A805-B48031D6A3C3}"/>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1_s23_o43">
            <a:extLst xmlns:a="http://schemas.openxmlformats.org/drawingml/2006/main">
              <a:ext uri="{FF2B5EF4-FFF2-40B4-BE49-F238E27FC236}">
                <a16:creationId xmlns:a16="http://schemas.microsoft.com/office/drawing/2014/main" id="{4172592D-8384-4868-B5B2-0A22E346BB22}"/>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1_s23_o43_arrow">
            <a:extLst xmlns:a="http://schemas.openxmlformats.org/drawingml/2006/main">
              <a:ext uri="{FF2B5EF4-FFF2-40B4-BE49-F238E27FC236}">
                <a16:creationId xmlns:a16="http://schemas.microsoft.com/office/drawing/2014/main" id="{56177055-9B58-45CB-AFB7-D93F5A1B725D}"/>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1_s23_o44">
            <a:extLst xmlns:a="http://schemas.openxmlformats.org/drawingml/2006/main">
              <a:ext uri="{FF2B5EF4-FFF2-40B4-BE49-F238E27FC236}">
                <a16:creationId xmlns:a16="http://schemas.microsoft.com/office/drawing/2014/main" id="{14D059E4-E599-4CEF-A4B3-949E213DF2E3}"/>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1_s23_o45">
            <a:extLst xmlns:a="http://schemas.openxmlformats.org/drawingml/2006/main">
              <a:ext uri="{FF2B5EF4-FFF2-40B4-BE49-F238E27FC236}">
                <a16:creationId xmlns:a16="http://schemas.microsoft.com/office/drawing/2014/main" id="{4FB707AE-9649-4381-935E-26325172330B}"/>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1_s23_o46">
            <a:extLst xmlns:a="http://schemas.openxmlformats.org/drawingml/2006/main">
              <a:ext uri="{FF2B5EF4-FFF2-40B4-BE49-F238E27FC236}">
                <a16:creationId xmlns:a16="http://schemas.microsoft.com/office/drawing/2014/main" id="{4339244F-D029-4DC7-AA9C-F19EC80B3787}"/>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1_s23_o47">
            <a:extLst xmlns:a="http://schemas.openxmlformats.org/drawingml/2006/main">
              <a:ext uri="{FF2B5EF4-FFF2-40B4-BE49-F238E27FC236}">
                <a16:creationId xmlns:a16="http://schemas.microsoft.com/office/drawing/2014/main" id="{1332C8BD-E3EE-4946-8C42-936246677B66}"/>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1_s23_o48">
            <a:extLst xmlns:a="http://schemas.openxmlformats.org/drawingml/2006/main">
              <a:ext uri="{FF2B5EF4-FFF2-40B4-BE49-F238E27FC236}">
                <a16:creationId xmlns:a16="http://schemas.microsoft.com/office/drawing/2014/main" id="{6E1BA028-A6DB-4DE5-9A13-1AAC9C0F5F6A}"/>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1_s23_o49">
            <a:extLst xmlns:a="http://schemas.openxmlformats.org/drawingml/2006/main">
              <a:ext uri="{FF2B5EF4-FFF2-40B4-BE49-F238E27FC236}">
                <a16:creationId xmlns:a16="http://schemas.microsoft.com/office/drawing/2014/main" id="{8CA8514A-39D8-4FCE-AFA7-02BE184617D7}"/>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1_s23_o50">
            <a:extLst xmlns:a="http://schemas.openxmlformats.org/drawingml/2006/main">
              <a:ext uri="{FF2B5EF4-FFF2-40B4-BE49-F238E27FC236}">
                <a16:creationId xmlns:a16="http://schemas.microsoft.com/office/drawing/2014/main" id="{5E816EB3-A9EA-4AAA-BE27-914C6C7D6E81}"/>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1_s23_o51">
            <a:extLst xmlns:a="http://schemas.openxmlformats.org/drawingml/2006/main">
              <a:ext uri="{FF2B5EF4-FFF2-40B4-BE49-F238E27FC236}">
                <a16:creationId xmlns:a16="http://schemas.microsoft.com/office/drawing/2014/main" id="{98C1EC10-490F-454C-9111-4F3D0E8BAA1B}"/>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Graph d15a5501bdadb004</a:t>
            </a:r>
          </a:p>
        </p:txBody>
      </p:sp>
      <p:sp>
        <p:nvSpPr>
          <p:cNvPr id="55" name="capability_v1_s23_o52">
            <a:extLst xmlns:a="http://schemas.openxmlformats.org/drawingml/2006/main">
              <a:ext uri="{FF2B5EF4-FFF2-40B4-BE49-F238E27FC236}">
                <a16:creationId xmlns:a16="http://schemas.microsoft.com/office/drawing/2014/main" id="{DBF5C4DD-6D6F-4C07-AAB9-E308C0C487AC}"/>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selection and evidence lineage</a:t>
            </a:r>
          </a:p>
        </p:txBody>
      </p:sp>
      <p:sp>
        <p:nvSpPr>
          <p:cNvPr id="56" name="capability_v1_s23_o53">
            <a:extLst xmlns:a="http://schemas.openxmlformats.org/drawingml/2006/main">
              <a:ext uri="{FF2B5EF4-FFF2-40B4-BE49-F238E27FC236}">
                <a16:creationId xmlns:a16="http://schemas.microsoft.com/office/drawing/2014/main" id="{1EFA16AD-543E-411D-94EE-CA8DC59536EB}"/>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5296246"/>
      </p:ext>
    </p:extLst>
  </p:cSld>
</p:sld>
</file>

<file path=ppt/slides/slide2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4_o1">
            <a:extLst xmlns:a="http://schemas.openxmlformats.org/drawingml/2006/main">
              <a:ext uri="{FF2B5EF4-FFF2-40B4-BE49-F238E27FC236}">
                <a16:creationId xmlns:a16="http://schemas.microsoft.com/office/drawing/2014/main" id="{2BB31873-880B-4F77-8ACF-813ED6D408C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Declared roots and selected execution</a:t>
            </a:r>
          </a:p>
        </p:txBody>
      </p:sp>
      <p:sp>
        <p:nvSpPr>
          <p:cNvPr id="2" name="capability_v1_s24_o2">
            <a:extLst xmlns:a="http://schemas.openxmlformats.org/drawingml/2006/main">
              <a:ext uri="{FF2B5EF4-FFF2-40B4-BE49-F238E27FC236}">
                <a16:creationId xmlns:a16="http://schemas.microsoft.com/office/drawing/2014/main" id="{389BDD55-A037-4CCF-8D24-0F6027EA962A}"/>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SAME CAPABILITY / DISTINCT SOURCE DECLARATIONS</a:t>
            </a:r>
          </a:p>
        </p:txBody>
      </p:sp>
      <p:sp>
        <p:nvSpPr>
          <p:cNvPr id="3" name="capability_v1_s24_o3">
            <a:extLst xmlns:a="http://schemas.openxmlformats.org/drawingml/2006/main">
              <a:ext uri="{FF2B5EF4-FFF2-40B4-BE49-F238E27FC236}">
                <a16:creationId xmlns:a16="http://schemas.microsoft.com/office/drawing/2014/main" id="{AAC922A7-2678-4046-A68D-1B97F2CC1F98}"/>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24</a:t>
            </a:r>
          </a:p>
        </p:txBody>
      </p:sp>
      <p:sp>
        <p:nvSpPr>
          <p:cNvPr id="4" name="capability_v1_s24_o4">
            <a:extLst xmlns:a="http://schemas.openxmlformats.org/drawingml/2006/main">
              <a:ext uri="{FF2B5EF4-FFF2-40B4-BE49-F238E27FC236}">
                <a16:creationId xmlns:a16="http://schemas.microsoft.com/office/drawing/2014/main" id="{1A3686C6-306E-4BE2-B02C-C559FA8B7809}"/>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Authority root</a:t>
            </a:r>
          </a:p>
        </p:txBody>
      </p:sp>
      <p:sp>
        <p:nvSpPr>
          <p:cNvPr id="5" name="capability_v1_s24_o5">
            <a:extLst xmlns:a="http://schemas.openxmlformats.org/drawingml/2006/main">
              <a:ext uri="{FF2B5EF4-FFF2-40B4-BE49-F238E27FC236}">
                <a16:creationId xmlns:a16="http://schemas.microsoft.com/office/drawing/2014/main" id="{4B5B1546-EC2B-4DA4-BC44-531EFB776EA7}"/>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4_o6">
            <a:extLst xmlns:a="http://schemas.openxmlformats.org/drawingml/2006/main">
              <a:ext uri="{FF2B5EF4-FFF2-40B4-BE49-F238E27FC236}">
                <a16:creationId xmlns:a16="http://schemas.microsoft.com/office/drawing/2014/main" id="{805FBAAF-324B-452D-8231-B4DFF28353E4}"/>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a:t>
            </a:r>
          </a:p>
        </p:txBody>
      </p:sp>
      <p:sp>
        <p:nvSpPr>
          <p:cNvPr id="7" name="capability_v1_s24_o7">
            <a:extLst xmlns:a="http://schemas.openxmlformats.org/drawingml/2006/main">
              <a:ext uri="{FF2B5EF4-FFF2-40B4-BE49-F238E27FC236}">
                <a16:creationId xmlns:a16="http://schemas.microsoft.com/office/drawing/2014/main" id="{DD98FA39-5AA2-40B3-926D-D3B1BAEA58A1}"/>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Graph root</a:t>
            </a:r>
          </a:p>
        </p:txBody>
      </p:sp>
      <p:sp>
        <p:nvSpPr>
          <p:cNvPr id="8" name="capability_v1_s24_o8">
            <a:extLst xmlns:a="http://schemas.openxmlformats.org/drawingml/2006/main">
              <a:ext uri="{FF2B5EF4-FFF2-40B4-BE49-F238E27FC236}">
                <a16:creationId xmlns:a16="http://schemas.microsoft.com/office/drawing/2014/main" id="{3D0A435B-C379-4C07-9D7B-F951288502E1}"/>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24_o9">
            <a:extLst xmlns:a="http://schemas.openxmlformats.org/drawingml/2006/main">
              <a:ext uri="{FF2B5EF4-FFF2-40B4-BE49-F238E27FC236}">
                <a16:creationId xmlns:a16="http://schemas.microsoft.com/office/drawing/2014/main" id="{2FAD6282-BE1D-4854-815C-8E08F0996979}"/>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a:t>
            </a:r>
          </a:p>
        </p:txBody>
      </p:sp>
      <p:sp>
        <p:nvSpPr>
          <p:cNvPr id="10" name="capability_v1_s24_o10">
            <a:extLst xmlns:a="http://schemas.openxmlformats.org/drawingml/2006/main">
              <a:ext uri="{FF2B5EF4-FFF2-40B4-BE49-F238E27FC236}">
                <a16:creationId xmlns:a16="http://schemas.microsoft.com/office/drawing/2014/main" id="{21EA6E63-3895-477B-B652-0353F8DDFA85}"/>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A98AF2"/>
                </a:solidFill>
                <a:latin typeface="Arial"/>
                <a:ea typeface="Arial"/>
                <a:cs typeface="Arial"/>
              </a:defRPr>
            </a:defPPr>
          </a:lstStyle>
          <a:p xmlns:a="http://schemas.openxmlformats.org/drawingml/2006/main">
            <a:pPr algn="l">
              <a:lnSpc>
                <a:spcPct val="108000"/>
              </a:lnSpc>
              <a:buNone/>
              <a:defRPr sz="1400" b="1">
                <a:solidFill>
                  <a:srgbClr val="A98AF2"/>
                </a:solidFill>
                <a:latin typeface="Arial"/>
                <a:ea typeface="Arial"/>
                <a:cs typeface="Arial"/>
              </a:defRPr>
            </a:pPr>
            <a:r>
              <a:rPr sz="1400" b="1">
                <a:solidFill>
                  <a:srgbClr val="A98AF2"/>
                </a:solidFill>
                <a:latin typeface="Arial"/>
                <a:ea typeface="Arial"/>
                <a:cs typeface="Arial"/>
              </a:rPr>
              <a:t>Feature selection</a:t>
            </a:r>
          </a:p>
        </p:txBody>
      </p:sp>
      <p:sp>
        <p:nvSpPr>
          <p:cNvPr id="11" name="capability_v1_s24_o11">
            <a:extLst xmlns:a="http://schemas.openxmlformats.org/drawingml/2006/main">
              <a:ext uri="{FF2B5EF4-FFF2-40B4-BE49-F238E27FC236}">
                <a16:creationId xmlns:a16="http://schemas.microsoft.com/office/drawing/2014/main" id="{D69F7A4D-12D2-4D82-AE03-2C5C87B36D8E}"/>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A98AF2"/>
            </a:solidFill>
            <a:prstDash val="solid"/>
          </a:ln>
        </p:spPr>
      </p:sp>
      <p:sp>
        <p:nvSpPr>
          <p:cNvPr id="12" name="capability_v1_s24_o12">
            <a:extLst xmlns:a="http://schemas.openxmlformats.org/drawingml/2006/main">
              <a:ext uri="{FF2B5EF4-FFF2-40B4-BE49-F238E27FC236}">
                <a16:creationId xmlns:a16="http://schemas.microsoft.com/office/drawing/2014/main" id="{81D4AEAD-62A9-4081-BAE4-14F5FA086302}"/>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read-capability-dsl-source@183046: estate_capability_feature</a:t>
            </a:r>
          </a:p>
        </p:txBody>
      </p:sp>
      <p:sp>
        <p:nvSpPr>
          <p:cNvPr id="13" name="capability_v1_s24_o13">
            <a:extLst xmlns:a="http://schemas.openxmlformats.org/drawingml/2006/main">
              <a:ext uri="{FF2B5EF4-FFF2-40B4-BE49-F238E27FC236}">
                <a16:creationId xmlns:a16="http://schemas.microsoft.com/office/drawing/2014/main" id="{41B2F591-7479-421E-978E-B20A98BB3406}"/>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335827655"/>
      </p:ext>
    </p:extLst>
  </p:cSld>
</p:sld>
</file>

<file path=ppt/slides/slide2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44" name="capability_v1_s25_o1">
            <a:extLst xmlns:a="http://schemas.openxmlformats.org/drawingml/2006/main">
              <a:ext uri="{FF2B5EF4-FFF2-40B4-BE49-F238E27FC236}">
                <a16:creationId xmlns:a16="http://schemas.microsoft.com/office/drawing/2014/main" id="{938545D3-C90B-497E-AD45-94CF67A2E21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06 · Transformation AST</a:t>
            </a:r>
          </a:p>
        </p:txBody>
      </p:sp>
      <p:sp>
        <p:nvSpPr>
          <p:cNvPr id="2" name="capability_v1_s25_o2">
            <a:extLst xmlns:a="http://schemas.openxmlformats.org/drawingml/2006/main">
              <a:ext uri="{FF2B5EF4-FFF2-40B4-BE49-F238E27FC236}">
                <a16:creationId xmlns:a16="http://schemas.microsoft.com/office/drawing/2014/main" id="{2339B843-E924-48BF-9563-EC967F1B2A3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How are declared values transformed?</a:t>
            </a:r>
          </a:p>
        </p:txBody>
      </p:sp>
      <p:sp>
        <p:nvSpPr>
          <p:cNvPr id="3" name="capability_v1_s25_o3">
            <a:extLst xmlns:a="http://schemas.openxmlformats.org/drawingml/2006/main">
              <a:ext uri="{FF2B5EF4-FFF2-40B4-BE49-F238E27FC236}">
                <a16:creationId xmlns:a16="http://schemas.microsoft.com/office/drawing/2014/main" id="{EC1D525A-941D-455A-B452-94C4FF87F382}"/>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25</a:t>
            </a:r>
          </a:p>
        </p:txBody>
      </p:sp>
      <p:sp>
        <p:nvSpPr>
          <p:cNvPr id="4" name="capability_v1_s25_o4">
            <a:extLst xmlns:a="http://schemas.openxmlformats.org/drawingml/2006/main">
              <a:ext uri="{FF2B5EF4-FFF2-40B4-BE49-F238E27FC236}">
                <a16:creationId xmlns:a16="http://schemas.microsoft.com/office/drawing/2014/main" id="{41A6267A-BA44-415D-B719-C3DF929D70B5}"/>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5_o5">
            <a:extLst xmlns:a="http://schemas.openxmlformats.org/drawingml/2006/main">
              <a:ext uri="{FF2B5EF4-FFF2-40B4-BE49-F238E27FC236}">
                <a16:creationId xmlns:a16="http://schemas.microsoft.com/office/drawing/2014/main" id="{443AA61C-BF7D-42E9-84DC-A4E45B7BC625}"/>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5_o6">
            <a:extLst xmlns:a="http://schemas.openxmlformats.org/drawingml/2006/main">
              <a:ext uri="{FF2B5EF4-FFF2-40B4-BE49-F238E27FC236}">
                <a16:creationId xmlns:a16="http://schemas.microsoft.com/office/drawing/2014/main" id="{502385BD-9908-4F28-A1A7-0E219DC35B26}"/>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5_o7">
            <a:extLst xmlns:a="http://schemas.openxmlformats.org/drawingml/2006/main">
              <a:ext uri="{FF2B5EF4-FFF2-40B4-BE49-F238E27FC236}">
                <a16:creationId xmlns:a16="http://schemas.microsoft.com/office/drawing/2014/main" id="{D5F20FE3-1077-422B-AE38-9B7AF3D856B6}"/>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5_o8">
            <a:extLst xmlns:a="http://schemas.openxmlformats.org/drawingml/2006/main">
              <a:ext uri="{FF2B5EF4-FFF2-40B4-BE49-F238E27FC236}">
                <a16:creationId xmlns:a16="http://schemas.microsoft.com/office/drawing/2014/main" id="{9A158872-1663-4886-BACA-0DF29B0C3E2D}"/>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5_o9">
            <a:extLst xmlns:a="http://schemas.openxmlformats.org/drawingml/2006/main">
              <a:ext uri="{FF2B5EF4-FFF2-40B4-BE49-F238E27FC236}">
                <a16:creationId xmlns:a16="http://schemas.microsoft.com/office/drawing/2014/main" id="{76D22E9D-EB19-4350-BB46-F5DE21C5D2A9}"/>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object</a:t>
            </a:r>
          </a:p>
        </p:txBody>
      </p:sp>
      <p:sp>
        <p:nvSpPr>
          <p:cNvPr id="10" name="capability_v1_s25_o10">
            <a:extLst xmlns:a="http://schemas.openxmlformats.org/drawingml/2006/main">
              <a:ext uri="{FF2B5EF4-FFF2-40B4-BE49-F238E27FC236}">
                <a16:creationId xmlns:a16="http://schemas.microsoft.com/office/drawing/2014/main" id="{D95DC761-BB79-40CD-85F9-9F8102D8D5F3}"/>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1" name="capability_v1_s25_o11">
            <a:extLst xmlns:a="http://schemas.openxmlformats.org/drawingml/2006/main">
              <a:ext uri="{FF2B5EF4-FFF2-40B4-BE49-F238E27FC236}">
                <a16:creationId xmlns:a16="http://schemas.microsoft.com/office/drawing/2014/main" id="{A3FC9A7E-3A09-46DA-AF0A-56BDD3F881B2}"/>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12" name="capability_v1_s25_o12">
            <a:extLst xmlns:a="http://schemas.openxmlformats.org/drawingml/2006/main">
              <a:ext uri="{FF2B5EF4-FFF2-40B4-BE49-F238E27FC236}">
                <a16:creationId xmlns:a16="http://schemas.microsoft.com/office/drawing/2014/main" id="{339260A2-071E-4721-8110-0BF00DCC5729}"/>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3" name="capability_v1_s25_o13">
            <a:extLst xmlns:a="http://schemas.openxmlformats.org/drawingml/2006/main">
              <a:ext uri="{FF2B5EF4-FFF2-40B4-BE49-F238E27FC236}">
                <a16:creationId xmlns:a16="http://schemas.microsoft.com/office/drawing/2014/main" id="{E14C344C-AEE4-4B88-BC2E-E53CEE2216C6}"/>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14" name="capability_v1_s25_o14">
            <a:extLst xmlns:a="http://schemas.openxmlformats.org/drawingml/2006/main">
              <a:ext uri="{FF2B5EF4-FFF2-40B4-BE49-F238E27FC236}">
                <a16:creationId xmlns:a16="http://schemas.microsoft.com/office/drawing/2014/main" id="{ADD2A197-918F-4B25-B3D2-6CE63E85A1F9}"/>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A98AF2"/>
            </a:solidFill>
            <a:prstDash val="solid"/>
          </a:ln>
        </p:spPr>
      </p:sp>
      <p:sp>
        <p:nvSpPr>
          <p:cNvPr id="15" name="capability_v1_s25_o15">
            <a:extLst xmlns:a="http://schemas.openxmlformats.org/drawingml/2006/main">
              <a:ext uri="{FF2B5EF4-FFF2-40B4-BE49-F238E27FC236}">
                <a16:creationId xmlns:a16="http://schemas.microsoft.com/office/drawing/2014/main" id="{ACFBD8B5-F56D-417D-9C7E-BC1800331F8C}"/>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16" name="capability_v1_s25_o15_arrow">
            <a:extLst xmlns:a="http://schemas.openxmlformats.org/drawingml/2006/main">
              <a:ext uri="{FF2B5EF4-FFF2-40B4-BE49-F238E27FC236}">
                <a16:creationId xmlns:a16="http://schemas.microsoft.com/office/drawing/2014/main" id="{AC5C6ACC-5A73-4B18-BCAA-09408F87DB35}"/>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7" name="capability_v1_s25_o16">
            <a:extLst xmlns:a="http://schemas.openxmlformats.org/drawingml/2006/main">
              <a:ext uri="{FF2B5EF4-FFF2-40B4-BE49-F238E27FC236}">
                <a16:creationId xmlns:a16="http://schemas.microsoft.com/office/drawing/2014/main" id="{DA2BAF2E-26C2-4BA0-9A79-F09B98DB302E}"/>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18" name="capability_v1_s25_o17">
            <a:extLst xmlns:a="http://schemas.openxmlformats.org/drawingml/2006/main">
              <a:ext uri="{FF2B5EF4-FFF2-40B4-BE49-F238E27FC236}">
                <a16:creationId xmlns:a16="http://schemas.microsoft.com/office/drawing/2014/main" id="{22CBBDD9-558B-434A-B88E-CE9D0EB875A0}"/>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19" name="capability_v1_s25_o18">
            <a:extLst xmlns:a="http://schemas.openxmlformats.org/drawingml/2006/main">
              <a:ext uri="{FF2B5EF4-FFF2-40B4-BE49-F238E27FC236}">
                <a16:creationId xmlns:a16="http://schemas.microsoft.com/office/drawing/2014/main" id="{10571732-D976-4E0A-B506-6328EE03E551}"/>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5_o19">
            <a:extLst xmlns:a="http://schemas.openxmlformats.org/drawingml/2006/main">
              <a:ext uri="{FF2B5EF4-FFF2-40B4-BE49-F238E27FC236}">
                <a16:creationId xmlns:a16="http://schemas.microsoft.com/office/drawing/2014/main" id="{5D606BA6-273F-4250-93A5-8EF1855319B7}"/>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21" name="capability_v1_s25_o20">
            <a:extLst xmlns:a="http://schemas.openxmlformats.org/drawingml/2006/main">
              <a:ext uri="{FF2B5EF4-FFF2-40B4-BE49-F238E27FC236}">
                <a16:creationId xmlns:a16="http://schemas.microsoft.com/office/drawing/2014/main" id="{9B99DB2E-4EAF-40D5-8BFD-07E63CABA040}"/>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22" name="capability_v1_s25_o21">
            <a:extLst xmlns:a="http://schemas.openxmlformats.org/drawingml/2006/main">
              <a:ext uri="{FF2B5EF4-FFF2-40B4-BE49-F238E27FC236}">
                <a16:creationId xmlns:a16="http://schemas.microsoft.com/office/drawing/2014/main" id="{65350225-651B-4767-A342-4E7B641DCCF8}"/>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3" name="capability_v1_s25_o22">
            <a:extLst xmlns:a="http://schemas.openxmlformats.org/drawingml/2006/main">
              <a:ext uri="{FF2B5EF4-FFF2-40B4-BE49-F238E27FC236}">
                <a16:creationId xmlns:a16="http://schemas.microsoft.com/office/drawing/2014/main" id="{062D6E84-D857-471E-9CCA-93C8E49FDE38}"/>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4" name="capability_v1_s25_o23">
            <a:extLst xmlns:a="http://schemas.openxmlformats.org/drawingml/2006/main">
              <a:ext uri="{FF2B5EF4-FFF2-40B4-BE49-F238E27FC236}">
                <a16:creationId xmlns:a16="http://schemas.microsoft.com/office/drawing/2014/main" id="{3CFDF61C-834C-43B6-BB5B-C88BE4813AA6}"/>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literal contractId</a:t>
            </a:r>
          </a:p>
        </p:txBody>
      </p:sp>
      <p:sp>
        <p:nvSpPr>
          <p:cNvPr id="25" name="capability_v1_s25_o24">
            <a:extLst xmlns:a="http://schemas.openxmlformats.org/drawingml/2006/main">
              <a:ext uri="{FF2B5EF4-FFF2-40B4-BE49-F238E27FC236}">
                <a16:creationId xmlns:a16="http://schemas.microsoft.com/office/drawing/2014/main" id="{417455D5-AEBA-4633-8612-9D1BF73F9A4E}"/>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25_o25">
            <a:extLst xmlns:a="http://schemas.openxmlformats.org/drawingml/2006/main">
              <a:ext uri="{FF2B5EF4-FFF2-40B4-BE49-F238E27FC236}">
                <a16:creationId xmlns:a16="http://schemas.microsoft.com/office/drawing/2014/main" id="{D0D9DA14-92D3-4715-9080-1B37E75A977B}"/>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25_o26">
            <a:extLst xmlns:a="http://schemas.openxmlformats.org/drawingml/2006/main">
              <a:ext uri="{FF2B5EF4-FFF2-40B4-BE49-F238E27FC236}">
                <a16:creationId xmlns:a16="http://schemas.microsoft.com/office/drawing/2014/main" id="{23742DE7-3AE4-431F-81C3-7B42F1CAF3A5}"/>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25_o27">
            <a:extLst xmlns:a="http://schemas.openxmlformats.org/drawingml/2006/main">
              <a:ext uri="{FF2B5EF4-FFF2-40B4-BE49-F238E27FC236}">
                <a16:creationId xmlns:a16="http://schemas.microsoft.com/office/drawing/2014/main" id="{35BA2A42-65F0-41FD-82DF-8EEB9ED9F49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25_o28">
            <a:extLst xmlns:a="http://schemas.openxmlformats.org/drawingml/2006/main">
              <a:ext uri="{FF2B5EF4-FFF2-40B4-BE49-F238E27FC236}">
                <a16:creationId xmlns:a16="http://schemas.microsoft.com/office/drawing/2014/main" id="{3175CF98-5CF9-4B4D-A513-80F789A6B47F}"/>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25_o29">
            <a:extLst xmlns:a="http://schemas.openxmlformats.org/drawingml/2006/main">
              <a:ext uri="{FF2B5EF4-FFF2-40B4-BE49-F238E27FC236}">
                <a16:creationId xmlns:a16="http://schemas.microsoft.com/office/drawing/2014/main" id="{2AA10516-F099-445F-9083-7BB171844C79}"/>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25_o29_arrow">
            <a:extLst xmlns:a="http://schemas.openxmlformats.org/drawingml/2006/main">
              <a:ext uri="{FF2B5EF4-FFF2-40B4-BE49-F238E27FC236}">
                <a16:creationId xmlns:a16="http://schemas.microsoft.com/office/drawing/2014/main" id="{78AD19B1-384E-4C3D-AEA1-A5D458567614}"/>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25_o30">
            <a:extLst xmlns:a="http://schemas.openxmlformats.org/drawingml/2006/main">
              <a:ext uri="{FF2B5EF4-FFF2-40B4-BE49-F238E27FC236}">
                <a16:creationId xmlns:a16="http://schemas.microsoft.com/office/drawing/2014/main" id="{464EDC61-29D0-4C3D-B220-05F12FB0FFF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25_o31">
            <a:extLst xmlns:a="http://schemas.openxmlformats.org/drawingml/2006/main">
              <a:ext uri="{FF2B5EF4-FFF2-40B4-BE49-F238E27FC236}">
                <a16:creationId xmlns:a16="http://schemas.microsoft.com/office/drawing/2014/main" id="{00A4C1D0-1CC2-4E92-8F32-ECF864F6F465}"/>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25_o32">
            <a:extLst xmlns:a="http://schemas.openxmlformats.org/drawingml/2006/main">
              <a:ext uri="{FF2B5EF4-FFF2-40B4-BE49-F238E27FC236}">
                <a16:creationId xmlns:a16="http://schemas.microsoft.com/office/drawing/2014/main" id="{5CB11AC2-2258-49C8-A5B8-5688EB71451D}"/>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25_o33">
            <a:extLst xmlns:a="http://schemas.openxmlformats.org/drawingml/2006/main">
              <a:ext uri="{FF2B5EF4-FFF2-40B4-BE49-F238E27FC236}">
                <a16:creationId xmlns:a16="http://schemas.microsoft.com/office/drawing/2014/main" id="{A3A8303E-3A6F-4419-8850-E69409723782}"/>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25_o34">
            <a:extLst xmlns:a="http://schemas.openxmlformats.org/drawingml/2006/main">
              <a:ext uri="{FF2B5EF4-FFF2-40B4-BE49-F238E27FC236}">
                <a16:creationId xmlns:a16="http://schemas.microsoft.com/office/drawing/2014/main" id="{1CC1C3DE-96B2-42B8-AE17-2E226C6FB364}"/>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25_o35">
            <a:extLst xmlns:a="http://schemas.openxmlformats.org/drawingml/2006/main">
              <a:ext uri="{FF2B5EF4-FFF2-40B4-BE49-F238E27FC236}">
                <a16:creationId xmlns:a16="http://schemas.microsoft.com/office/drawing/2014/main" id="{45A15849-8027-4FE5-9C77-87F413D768BC}"/>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25_o36">
            <a:extLst xmlns:a="http://schemas.openxmlformats.org/drawingml/2006/main">
              <a:ext uri="{FF2B5EF4-FFF2-40B4-BE49-F238E27FC236}">
                <a16:creationId xmlns:a16="http://schemas.microsoft.com/office/drawing/2014/main" id="{E809CEC7-C37B-4814-9A84-BF3EDE1E62BA}"/>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25_o37">
            <a:extLst xmlns:a="http://schemas.openxmlformats.org/drawingml/2006/main">
              <a:ext uri="{FF2B5EF4-FFF2-40B4-BE49-F238E27FC236}">
                <a16:creationId xmlns:a16="http://schemas.microsoft.com/office/drawing/2014/main" id="{B6DA8FE2-2E54-46B4-9EEA-D35C8CC319DF}"/>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object payload</a:t>
            </a:r>
          </a:p>
        </p:txBody>
      </p:sp>
      <p:sp>
        <p:nvSpPr>
          <p:cNvPr id="40" name="capability_v1_s25_o38">
            <a:extLst xmlns:a="http://schemas.openxmlformats.org/drawingml/2006/main">
              <a:ext uri="{FF2B5EF4-FFF2-40B4-BE49-F238E27FC236}">
                <a16:creationId xmlns:a16="http://schemas.microsoft.com/office/drawing/2014/main" id="{0EA844CB-450D-4FEB-864A-77CEE6163C02}"/>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retained expression; no binding from invoked ports</a:t>
            </a:r>
          </a:p>
        </p:txBody>
      </p:sp>
      <p:sp>
        <p:nvSpPr>
          <p:cNvPr id="41" name="capability_v1_s25_o39">
            <a:extLst xmlns:a="http://schemas.openxmlformats.org/drawingml/2006/main">
              <a:ext uri="{FF2B5EF4-FFF2-40B4-BE49-F238E27FC236}">
                <a16:creationId xmlns:a16="http://schemas.microsoft.com/office/drawing/2014/main" id="{04CD6E8B-11D0-44AB-A4E0-B009934A0DCD}"/>
              </a:ext>
            </a:extLst>
          </p:cNvPr>
          <p:cNvSpPr>
            <a:spLocks xmlns:a="http://schemas.openxmlformats.org/drawingml/2006/main" noGrp="1"/>
          </p:cNvSpPr>
          <p:nvPr/>
        </p:nvSpPr>
        <p:spPr>
          <a:xfrm xmlns:a="http://schemas.openxmlformats.org/drawingml/2006/main">
            <a:off x="635000" y="5562600"/>
            <a:ext cx="1079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read-capability-dsl-source-transform.v1</a:t>
            </a:r>
          </a:p>
        </p:txBody>
      </p:sp>
      <p:sp>
        <p:nvSpPr>
          <p:cNvPr id="42" name="capability_v1_s25_o40">
            <a:extLst xmlns:a="http://schemas.openxmlformats.org/drawingml/2006/main">
              <a:ext uri="{FF2B5EF4-FFF2-40B4-BE49-F238E27FC236}">
                <a16:creationId xmlns:a16="http://schemas.microsoft.com/office/drawing/2014/main" id="{5F01A455-6FC7-48E7-8852-A3EC772709F9}"/>
              </a:ext>
            </a:extLst>
          </p:cNvPr>
          <p:cNvSpPr>
            <a:spLocks xmlns:a="http://schemas.openxmlformats.org/drawingml/2006/main" noGrp="1"/>
          </p:cNvSpPr>
          <p:nvPr/>
        </p:nvSpPr>
        <p:spPr>
          <a:xfrm xmlns:a="http://schemas.openxmlformats.org/drawingml/2006/main">
            <a:off x="863600" y="4559300"/>
            <a:ext cx="3619500" cy="74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Input paths:</a:t>
            </a:r>
          </a:p>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payload.name</a:t>
            </a:r>
          </a:p>
        </p:txBody>
      </p:sp>
      <p:sp>
        <p:nvSpPr>
          <p:cNvPr id="43" name="capability_v1_s25_o41">
            <a:extLst xmlns:a="http://schemas.openxmlformats.org/drawingml/2006/main">
              <a:ext uri="{FF2B5EF4-FFF2-40B4-BE49-F238E27FC236}">
                <a16:creationId xmlns:a16="http://schemas.microsoft.com/office/drawing/2014/main" id="{B231EE37-73FB-496A-9C8D-4225B3249A0F}"/>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99712931"/>
      </p:ext>
    </p:extLst>
  </p:cSld>
</p:sld>
</file>

<file path=ppt/slides/slide2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8" name="capability_v1_s26_o1">
            <a:extLst xmlns:a="http://schemas.openxmlformats.org/drawingml/2006/main">
              <a:ext uri="{FF2B5EF4-FFF2-40B4-BE49-F238E27FC236}">
                <a16:creationId xmlns:a16="http://schemas.microsoft.com/office/drawing/2014/main" id="{CF64D676-CF33-4CE9-9A5E-AEE2A83CA22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07 · Execution authorities and ports</a:t>
            </a:r>
          </a:p>
        </p:txBody>
      </p:sp>
      <p:sp>
        <p:nvSpPr>
          <p:cNvPr id="2" name="capability_v1_s26_o2">
            <a:extLst xmlns:a="http://schemas.openxmlformats.org/drawingml/2006/main">
              <a:ext uri="{FF2B5EF4-FFF2-40B4-BE49-F238E27FC236}">
                <a16:creationId xmlns:a16="http://schemas.microsoft.com/office/drawing/2014/main" id="{F98FDB53-4458-4753-9350-8BE9BD36D850}"/>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operations and calls form the circuit?</a:t>
            </a:r>
          </a:p>
        </p:txBody>
      </p:sp>
      <p:sp>
        <p:nvSpPr>
          <p:cNvPr id="3" name="capability_v1_s26_o3">
            <a:extLst xmlns:a="http://schemas.openxmlformats.org/drawingml/2006/main">
              <a:ext uri="{FF2B5EF4-FFF2-40B4-BE49-F238E27FC236}">
                <a16:creationId xmlns:a16="http://schemas.microsoft.com/office/drawing/2014/main" id="{C4617009-3DF9-4C76-A696-9E203E5C9D3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26</a:t>
            </a:r>
          </a:p>
        </p:txBody>
      </p:sp>
      <p:sp>
        <p:nvSpPr>
          <p:cNvPr id="4" name="capability_v1_s26_o4">
            <a:extLst xmlns:a="http://schemas.openxmlformats.org/drawingml/2006/main">
              <a:ext uri="{FF2B5EF4-FFF2-40B4-BE49-F238E27FC236}">
                <a16:creationId xmlns:a16="http://schemas.microsoft.com/office/drawing/2014/main" id="{323979D7-7904-43B2-8EB2-2F7642171C1B}"/>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6_o5">
            <a:extLst xmlns:a="http://schemas.openxmlformats.org/drawingml/2006/main">
              <a:ext uri="{FF2B5EF4-FFF2-40B4-BE49-F238E27FC236}">
                <a16:creationId xmlns:a16="http://schemas.microsoft.com/office/drawing/2014/main" id="{F37D1933-2C8C-4DDC-A25D-F7C08DB420E4}"/>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6_o6">
            <a:extLst xmlns:a="http://schemas.openxmlformats.org/drawingml/2006/main">
              <a:ext uri="{FF2B5EF4-FFF2-40B4-BE49-F238E27FC236}">
                <a16:creationId xmlns:a16="http://schemas.microsoft.com/office/drawing/2014/main" id="{2B89510B-B920-40CF-BC03-5B72623E20A2}"/>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6_o7">
            <a:extLst xmlns:a="http://schemas.openxmlformats.org/drawingml/2006/main">
              <a:ext uri="{FF2B5EF4-FFF2-40B4-BE49-F238E27FC236}">
                <a16:creationId xmlns:a16="http://schemas.microsoft.com/office/drawing/2014/main" id="{E551ED53-379C-4C6F-91F8-5C41B3837306}"/>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6_o8">
            <a:extLst xmlns:a="http://schemas.openxmlformats.org/drawingml/2006/main">
              <a:ext uri="{FF2B5EF4-FFF2-40B4-BE49-F238E27FC236}">
                <a16:creationId xmlns:a16="http://schemas.microsoft.com/office/drawing/2014/main" id="{D8C2B67C-5507-4420-B45C-DB37895397E5}"/>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6_o9">
            <a:extLst xmlns:a="http://schemas.openxmlformats.org/drawingml/2006/main">
              <a:ext uri="{FF2B5EF4-FFF2-40B4-BE49-F238E27FC236}">
                <a16:creationId xmlns:a16="http://schemas.microsoft.com/office/drawing/2014/main" id="{1CE928DB-8F47-4C44-ACFD-A0B9B4B34431}"/>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read capability</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dsl source</a:t>
            </a:r>
          </a:p>
        </p:txBody>
      </p:sp>
      <p:sp>
        <p:nvSpPr>
          <p:cNvPr id="10" name="capability_v1_s26_o10">
            <a:extLst xmlns:a="http://schemas.openxmlformats.org/drawingml/2006/main">
              <a:ext uri="{FF2B5EF4-FFF2-40B4-BE49-F238E27FC236}">
                <a16:creationId xmlns:a16="http://schemas.microsoft.com/office/drawing/2014/main" id="{A65BDAF8-E90C-46CD-8B0D-5E1F36958B7C}"/>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26_o11">
            <a:extLst xmlns:a="http://schemas.openxmlformats.org/drawingml/2006/main">
              <a:ext uri="{FF2B5EF4-FFF2-40B4-BE49-F238E27FC236}">
                <a16:creationId xmlns:a16="http://schemas.microsoft.com/office/drawing/2014/main" id="{13D66FB6-F350-4847-BA83-FC913B080FCF}"/>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26_o12">
            <a:extLst xmlns:a="http://schemas.openxmlformats.org/drawingml/2006/main">
              <a:ext uri="{FF2B5EF4-FFF2-40B4-BE49-F238E27FC236}">
                <a16:creationId xmlns:a16="http://schemas.microsoft.com/office/drawing/2014/main" id="{F564DA3F-A76F-45EF-ACCB-64F69A159FD6}"/>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26_o13">
            <a:extLst xmlns:a="http://schemas.openxmlformats.org/drawingml/2006/main">
              <a:ext uri="{FF2B5EF4-FFF2-40B4-BE49-F238E27FC236}">
                <a16:creationId xmlns:a16="http://schemas.microsoft.com/office/drawing/2014/main" id="{0E74998A-97FE-463B-8B95-85CB2B08FF43}"/>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26_o14">
            <a:extLst xmlns:a="http://schemas.openxmlformats.org/drawingml/2006/main">
              <a:ext uri="{FF2B5EF4-FFF2-40B4-BE49-F238E27FC236}">
                <a16:creationId xmlns:a16="http://schemas.microsoft.com/office/drawing/2014/main" id="{A5086D65-A26B-47C4-A3F3-FC582E3F539C}"/>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26_o15">
            <a:extLst xmlns:a="http://schemas.openxmlformats.org/drawingml/2006/main">
              <a:ext uri="{FF2B5EF4-FFF2-40B4-BE49-F238E27FC236}">
                <a16:creationId xmlns:a16="http://schemas.microsoft.com/office/drawing/2014/main" id="{7C2A517C-9765-4E8D-B12A-0CDE34CFB962}"/>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26_o15_arrow">
            <a:extLst xmlns:a="http://schemas.openxmlformats.org/drawingml/2006/main">
              <a:ext uri="{FF2B5EF4-FFF2-40B4-BE49-F238E27FC236}">
                <a16:creationId xmlns:a16="http://schemas.microsoft.com/office/drawing/2014/main" id="{F6B9B79A-1C70-4195-8AC6-73C4784AF2F3}"/>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26_o16">
            <a:extLst xmlns:a="http://schemas.openxmlformats.org/drawingml/2006/main">
              <a:ext uri="{FF2B5EF4-FFF2-40B4-BE49-F238E27FC236}">
                <a16:creationId xmlns:a16="http://schemas.microsoft.com/office/drawing/2014/main" id="{713D37F8-0B4C-4F2E-A316-9D359D19CB87}"/>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26_o17">
            <a:extLst xmlns:a="http://schemas.openxmlformats.org/drawingml/2006/main">
              <a:ext uri="{FF2B5EF4-FFF2-40B4-BE49-F238E27FC236}">
                <a16:creationId xmlns:a16="http://schemas.microsoft.com/office/drawing/2014/main" id="{72D67281-A49B-4C66-9B5E-23B59D044416}"/>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26_o18">
            <a:extLst xmlns:a="http://schemas.openxmlformats.org/drawingml/2006/main">
              <a:ext uri="{FF2B5EF4-FFF2-40B4-BE49-F238E27FC236}">
                <a16:creationId xmlns:a16="http://schemas.microsoft.com/office/drawing/2014/main" id="{E15AF12F-E68C-4C62-9E3B-49CB1F46C735}"/>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6_o19">
            <a:extLst xmlns:a="http://schemas.openxmlformats.org/drawingml/2006/main">
              <a:ext uri="{FF2B5EF4-FFF2-40B4-BE49-F238E27FC236}">
                <a16:creationId xmlns:a16="http://schemas.microsoft.com/office/drawing/2014/main" id="{E3C90A73-B7A1-4D4B-B509-DED3FFCB4169}"/>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26_o20">
            <a:extLst xmlns:a="http://schemas.openxmlformats.org/drawingml/2006/main">
              <a:ext uri="{FF2B5EF4-FFF2-40B4-BE49-F238E27FC236}">
                <a16:creationId xmlns:a16="http://schemas.microsoft.com/office/drawing/2014/main" id="{E626D508-DCF3-4A38-8FD7-298F99925FEB}"/>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26_o21">
            <a:extLst xmlns:a="http://schemas.openxmlformats.org/drawingml/2006/main">
              <a:ext uri="{FF2B5EF4-FFF2-40B4-BE49-F238E27FC236}">
                <a16:creationId xmlns:a16="http://schemas.microsoft.com/office/drawing/2014/main" id="{2277964B-3E8E-4D57-96BC-8B467B013814}"/>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26_o22">
            <a:extLst xmlns:a="http://schemas.openxmlformats.org/drawingml/2006/main">
              <a:ext uri="{FF2B5EF4-FFF2-40B4-BE49-F238E27FC236}">
                <a16:creationId xmlns:a16="http://schemas.microsoft.com/office/drawing/2014/main" id="{B073FAF5-3EFC-462A-9925-18CC0A735F22}"/>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26_o23">
            <a:extLst xmlns:a="http://schemas.openxmlformats.org/drawingml/2006/main">
              <a:ext uri="{FF2B5EF4-FFF2-40B4-BE49-F238E27FC236}">
                <a16:creationId xmlns:a16="http://schemas.microsoft.com/office/drawing/2014/main" id="{38B46309-FFB2-470E-A728-E8794BDA635D}"/>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1 capability dsl source read</a:t>
            </a:r>
          </a:p>
        </p:txBody>
      </p:sp>
      <p:sp>
        <p:nvSpPr>
          <p:cNvPr id="25" name="capability_v1_s26_o24">
            <a:extLst xmlns:a="http://schemas.openxmlformats.org/drawingml/2006/main">
              <a:ext uri="{FF2B5EF4-FFF2-40B4-BE49-F238E27FC236}">
                <a16:creationId xmlns:a16="http://schemas.microsoft.com/office/drawing/2014/main" id="{9D655F2D-692C-448A-A213-AB28C0D23219}"/>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authority membership; declared ordinal retained</a:t>
            </a:r>
          </a:p>
        </p:txBody>
      </p:sp>
      <p:sp>
        <p:nvSpPr>
          <p:cNvPr id="26" name="capability_v1_s26_o25">
            <a:extLst xmlns:a="http://schemas.openxmlformats.org/drawingml/2006/main">
              <a:ext uri="{FF2B5EF4-FFF2-40B4-BE49-F238E27FC236}">
                <a16:creationId xmlns:a16="http://schemas.microsoft.com/office/drawing/2014/main" id="{80850A5B-ED82-4CC9-A297-584BB40C51CB}"/>
              </a:ext>
            </a:extLst>
          </p:cNvPr>
          <p:cNvSpPr>
            <a:spLocks xmlns:a="http://schemas.openxmlformats.org/drawingml/2006/main" noGrp="1"/>
          </p:cNvSpPr>
          <p:nvPr/>
        </p:nvSpPr>
        <p:spPr>
          <a:xfrm xmlns:a="http://schemas.openxmlformats.org/drawingml/2006/main">
            <a:off x="863600" y="4572000"/>
            <a:ext cx="6350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Operation: invoke-port</a:t>
            </a:r>
          </a:p>
        </p:txBody>
      </p:sp>
      <p:sp>
        <p:nvSpPr>
          <p:cNvPr id="27" name="capability_v1_s26_o26">
            <a:extLst xmlns:a="http://schemas.openxmlformats.org/drawingml/2006/main">
              <a:ext uri="{FF2B5EF4-FFF2-40B4-BE49-F238E27FC236}">
                <a16:creationId xmlns:a16="http://schemas.microsoft.com/office/drawing/2014/main" id="{A2A85732-AB7E-4F6A-93ED-AADADB8824C3}"/>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344351117"/>
      </p:ext>
    </p:extLst>
  </p:cSld>
</p:sld>
</file>

<file path=ppt/slides/slide2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1" name="capability_v1_s27_o1">
            <a:extLst xmlns:a="http://schemas.openxmlformats.org/drawingml/2006/main">
              <a:ext uri="{FF2B5EF4-FFF2-40B4-BE49-F238E27FC236}">
                <a16:creationId xmlns:a16="http://schemas.microsoft.com/office/drawing/2014/main" id="{FAAB7601-8B14-4BF8-876D-2E321CD43D7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08 · Providers, bindings, overlays</a:t>
            </a:r>
          </a:p>
        </p:txBody>
      </p:sp>
      <p:sp>
        <p:nvSpPr>
          <p:cNvPr id="2" name="capability_v1_s27_o2">
            <a:extLst xmlns:a="http://schemas.openxmlformats.org/drawingml/2006/main">
              <a:ext uri="{FF2B5EF4-FFF2-40B4-BE49-F238E27FC236}">
                <a16:creationId xmlns:a16="http://schemas.microsoft.com/office/drawing/2014/main" id="{D4D42F12-6C89-4B5E-B7DE-17F62B878B30}"/>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provider or platform realizes each port?</a:t>
            </a:r>
          </a:p>
        </p:txBody>
      </p:sp>
      <p:sp>
        <p:nvSpPr>
          <p:cNvPr id="3" name="capability_v1_s27_o3">
            <a:extLst xmlns:a="http://schemas.openxmlformats.org/drawingml/2006/main">
              <a:ext uri="{FF2B5EF4-FFF2-40B4-BE49-F238E27FC236}">
                <a16:creationId xmlns:a16="http://schemas.microsoft.com/office/drawing/2014/main" id="{F55D6ED9-CDCE-4A61-8CE3-3619DDE810F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27</a:t>
            </a:r>
          </a:p>
        </p:txBody>
      </p:sp>
      <p:sp>
        <p:nvSpPr>
          <p:cNvPr id="4" name="capability_v1_s27_o4">
            <a:extLst xmlns:a="http://schemas.openxmlformats.org/drawingml/2006/main">
              <a:ext uri="{FF2B5EF4-FFF2-40B4-BE49-F238E27FC236}">
                <a16:creationId xmlns:a16="http://schemas.microsoft.com/office/drawing/2014/main" id="{570F581A-82A1-4594-9DB9-4ADBDEC77AC4}"/>
              </a:ext>
            </a:extLst>
          </p:cNvPr>
          <p:cNvSpPr>
            <a:spLocks xmlns:a="http://schemas.openxmlformats.org/drawingml/2006/main" noGrp="1"/>
          </p:cNvSpPr>
          <p:nvPr/>
        </p:nvSpPr>
        <p:spPr>
          <a:xfrm xmlns:a="http://schemas.openxmlformats.org/drawingml/2006/main">
            <a:off x="838200" y="3098800"/>
            <a:ext cx="3365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5" name="capability_v1_s27_o5">
            <a:extLst xmlns:a="http://schemas.openxmlformats.org/drawingml/2006/main">
              <a:ext uri="{FF2B5EF4-FFF2-40B4-BE49-F238E27FC236}">
                <a16:creationId xmlns:a16="http://schemas.microsoft.com/office/drawing/2014/main" id="{2F231E4B-9BBA-4564-A47A-1781E7EC44E8}"/>
              </a:ext>
            </a:extLst>
          </p:cNvPr>
          <p:cNvSpPr>
            <a:spLocks xmlns:a="http://schemas.openxmlformats.org/drawingml/2006/main" noGrp="1"/>
          </p:cNvSpPr>
          <p:nvPr/>
        </p:nvSpPr>
        <p:spPr>
          <a:xfrm xmlns:a="http://schemas.openxmlformats.org/drawingml/2006/main">
            <a:off x="787400" y="3035300"/>
            <a:ext cx="3365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F6B94D"/>
            </a:solidFill>
          </a:ln>
        </p:spPr>
      </p:sp>
      <p:sp>
        <p:nvSpPr>
          <p:cNvPr id="6" name="capability_v1_s27_o6">
            <a:extLst xmlns:a="http://schemas.openxmlformats.org/drawingml/2006/main">
              <a:ext uri="{FF2B5EF4-FFF2-40B4-BE49-F238E27FC236}">
                <a16:creationId xmlns:a16="http://schemas.microsoft.com/office/drawing/2014/main" id="{E9AF844D-4C82-4CEC-BD96-81ACEB5F846E}"/>
              </a:ext>
            </a:extLst>
          </p:cNvPr>
          <p:cNvSpPr>
            <a:spLocks xmlns:a="http://schemas.openxmlformats.org/drawingml/2006/main" noGrp="1"/>
          </p:cNvSpPr>
          <p:nvPr/>
        </p:nvSpPr>
        <p:spPr>
          <a:xfrm xmlns:a="http://schemas.openxmlformats.org/drawingml/2006/main">
            <a:off x="850900" y="3098800"/>
            <a:ext cx="32385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7" name="capability_v1_s27_o7">
            <a:extLst xmlns:a="http://schemas.openxmlformats.org/drawingml/2006/main">
              <a:ext uri="{FF2B5EF4-FFF2-40B4-BE49-F238E27FC236}">
                <a16:creationId xmlns:a16="http://schemas.microsoft.com/office/drawing/2014/main" id="{297BD169-9393-45A7-B314-2CB3F964E728}"/>
              </a:ext>
            </a:extLst>
          </p:cNvPr>
          <p:cNvSpPr>
            <a:spLocks xmlns:a="http://schemas.openxmlformats.org/drawingml/2006/main" noGrp="1"/>
          </p:cNvSpPr>
          <p:nvPr/>
        </p:nvSpPr>
        <p:spPr>
          <a:xfrm xmlns:a="http://schemas.openxmlformats.org/drawingml/2006/main">
            <a:off x="6985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8" name="capability_v1_s27_o8">
            <a:extLst xmlns:a="http://schemas.openxmlformats.org/drawingml/2006/main">
              <a:ext uri="{FF2B5EF4-FFF2-40B4-BE49-F238E27FC236}">
                <a16:creationId xmlns:a16="http://schemas.microsoft.com/office/drawing/2014/main" id="{9CC22703-5101-4F6F-B2E8-9551795D1B92}"/>
              </a:ext>
            </a:extLst>
          </p:cNvPr>
          <p:cNvSpPr>
            <a:spLocks xmlns:a="http://schemas.openxmlformats.org/drawingml/2006/main" noGrp="1"/>
          </p:cNvSpPr>
          <p:nvPr/>
        </p:nvSpPr>
        <p:spPr>
          <a:xfrm xmlns:a="http://schemas.openxmlformats.org/drawingml/2006/main">
            <a:off x="41529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9" name="capability_v1_s27_o9">
            <a:extLst xmlns:a="http://schemas.openxmlformats.org/drawingml/2006/main">
              <a:ext uri="{FF2B5EF4-FFF2-40B4-BE49-F238E27FC236}">
                <a16:creationId xmlns:a16="http://schemas.microsoft.com/office/drawing/2014/main" id="{CFC18625-6C9B-469D-BD02-D89B0820B920}"/>
              </a:ext>
            </a:extLst>
          </p:cNvPr>
          <p:cNvSpPr>
            <a:spLocks xmlns:a="http://schemas.openxmlformats.org/drawingml/2006/main" noGrp="1"/>
          </p:cNvSpPr>
          <p:nvPr/>
        </p:nvSpPr>
        <p:spPr>
          <a:xfrm xmlns:a="http://schemas.openxmlformats.org/drawingml/2006/main">
            <a:off x="850900" y="3187700"/>
            <a:ext cx="3238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capability dsl source</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read</a:t>
            </a:r>
          </a:p>
        </p:txBody>
      </p:sp>
      <p:sp>
        <p:nvSpPr>
          <p:cNvPr id="10" name="capability_v1_s27_o10">
            <a:extLst xmlns:a="http://schemas.openxmlformats.org/drawingml/2006/main">
              <a:ext uri="{FF2B5EF4-FFF2-40B4-BE49-F238E27FC236}">
                <a16:creationId xmlns:a16="http://schemas.microsoft.com/office/drawing/2014/main" id="{E8B0FCA9-FF8D-4601-BD62-916F8D9392DA}"/>
              </a:ext>
            </a:extLst>
          </p:cNvPr>
          <p:cNvSpPr>
            <a:spLocks xmlns:a="http://schemas.openxmlformats.org/drawingml/2006/main" noGrp="1"/>
          </p:cNvSpPr>
          <p:nvPr/>
        </p:nvSpPr>
        <p:spPr>
          <a:xfrm xmlns:a="http://schemas.openxmlformats.org/drawingml/2006/main">
            <a:off x="5588000" y="3149600"/>
            <a:ext cx="228600" cy="914400"/>
          </a:xfrm>
          <a:prstGeom xmlns:a="http://schemas.openxmlformats.org/drawingml/2006/main" prst="rect">
            <a:avLst/>
          </a:prstGeom>
          <a:solidFill xmlns:a="http://schemas.openxmlformats.org/drawingml/2006/main">
            <a:srgbClr val="142A43"/>
          </a:solidFill>
          <a:ln xmlns:a="http://schemas.openxmlformats.org/drawingml/2006/main" w="12700">
            <a:solidFill>
              <a:srgbClr val="A98AF2"/>
            </a:solidFill>
          </a:ln>
        </p:spPr>
      </p:sp>
      <p:sp>
        <p:nvSpPr>
          <p:cNvPr id="11" name="capability_v1_s27_o11">
            <a:extLst xmlns:a="http://schemas.openxmlformats.org/drawingml/2006/main">
              <a:ext uri="{FF2B5EF4-FFF2-40B4-BE49-F238E27FC236}">
                <a16:creationId xmlns:a16="http://schemas.microsoft.com/office/drawing/2014/main" id="{2F771A46-330C-4432-8EE7-BB210475B8AE}"/>
              </a:ext>
            </a:extLst>
          </p:cNvPr>
          <p:cNvSpPr>
            <a:spLocks xmlns:a="http://schemas.openxmlformats.org/drawingml/2006/main" noGrp="1"/>
          </p:cNvSpPr>
          <p:nvPr/>
        </p:nvSpPr>
        <p:spPr>
          <a:xfrm xmlns:a="http://schemas.openxmlformats.org/drawingml/2006/main">
            <a:off x="5499100" y="3479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2" name="capability_v1_s27_o12">
            <a:extLst xmlns:a="http://schemas.openxmlformats.org/drawingml/2006/main">
              <a:ext uri="{FF2B5EF4-FFF2-40B4-BE49-F238E27FC236}">
                <a16:creationId xmlns:a16="http://schemas.microsoft.com/office/drawing/2014/main" id="{FD637F73-0ED8-4AB7-B6E6-C942A8A6F368}"/>
              </a:ext>
            </a:extLst>
          </p:cNvPr>
          <p:cNvSpPr>
            <a:spLocks xmlns:a="http://schemas.openxmlformats.org/drawingml/2006/main" noGrp="1"/>
          </p:cNvSpPr>
          <p:nvPr/>
        </p:nvSpPr>
        <p:spPr>
          <a:xfrm xmlns:a="http://schemas.openxmlformats.org/drawingml/2006/main">
            <a:off x="5499100" y="3606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3" name="capability_v1_s27_o13">
            <a:extLst xmlns:a="http://schemas.openxmlformats.org/drawingml/2006/main">
              <a:ext uri="{FF2B5EF4-FFF2-40B4-BE49-F238E27FC236}">
                <a16:creationId xmlns:a16="http://schemas.microsoft.com/office/drawing/2014/main" id="{4BF4538E-87D7-4585-8327-9A7AF5C2A467}"/>
              </a:ext>
            </a:extLst>
          </p:cNvPr>
          <p:cNvSpPr>
            <a:spLocks xmlns:a="http://schemas.openxmlformats.org/drawingml/2006/main" noGrp="1"/>
          </p:cNvSpPr>
          <p:nvPr/>
        </p:nvSpPr>
        <p:spPr>
          <a:xfrm xmlns:a="http://schemas.openxmlformats.org/drawingml/2006/main">
            <a:off x="5499100" y="3733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4" name="capability_v1_s27_o14">
            <a:extLst xmlns:a="http://schemas.openxmlformats.org/drawingml/2006/main">
              <a:ext uri="{FF2B5EF4-FFF2-40B4-BE49-F238E27FC236}">
                <a16:creationId xmlns:a16="http://schemas.microsoft.com/office/drawing/2014/main" id="{B5B887E4-685E-4A6A-88AC-442B95270613}"/>
              </a:ext>
            </a:extLst>
          </p:cNvPr>
          <p:cNvSpPr>
            <a:spLocks xmlns:a="http://schemas.openxmlformats.org/drawingml/2006/main" noGrp="1"/>
          </p:cNvSpPr>
          <p:nvPr/>
        </p:nvSpPr>
        <p:spPr>
          <a:xfrm xmlns:a="http://schemas.openxmlformats.org/drawingml/2006/main">
            <a:off x="5664200" y="3568700"/>
            <a:ext cx="76200" cy="762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5" name="capability_v1_s27_o15">
            <a:extLst xmlns:a="http://schemas.openxmlformats.org/drawingml/2006/main">
              <a:ext uri="{FF2B5EF4-FFF2-40B4-BE49-F238E27FC236}">
                <a16:creationId xmlns:a16="http://schemas.microsoft.com/office/drawing/2014/main" id="{D09013CB-DF94-4F07-A3FA-B31A529F652B}"/>
              </a:ext>
            </a:extLst>
          </p:cNvPr>
          <p:cNvSpPr>
            <a:spLocks xmlns:a="http://schemas.openxmlformats.org/drawingml/2006/main" noGrp="1"/>
          </p:cNvSpPr>
          <p:nvPr/>
        </p:nvSpPr>
        <p:spPr>
          <a:xfrm xmlns:a="http://schemas.openxmlformats.org/drawingml/2006/main">
            <a:off x="4241800" y="3606800"/>
            <a:ext cx="1244600" cy="95"/>
          </a:xfrm>
          <a:custGeom xmlns:a="http://schemas.openxmlformats.org/drawingml/2006/main">
            <a:pathLst>
              <a:path w="1244600" h="95">
                <a:moveTo>
                  <a:pt x="0" y="0"/>
                </a:moveTo>
                <a:lnTo>
                  <a:pt x="1244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6" name="capability_v1_s27_o16">
            <a:extLst xmlns:a="http://schemas.openxmlformats.org/drawingml/2006/main">
              <a:ext uri="{FF2B5EF4-FFF2-40B4-BE49-F238E27FC236}">
                <a16:creationId xmlns:a16="http://schemas.microsoft.com/office/drawing/2014/main" id="{FC68FD60-1932-4F1A-A99E-50F864A7E491}"/>
              </a:ext>
            </a:extLst>
          </p:cNvPr>
          <p:cNvSpPr>
            <a:spLocks xmlns:a="http://schemas.openxmlformats.org/drawingml/2006/main" noGrp="1"/>
          </p:cNvSpPr>
          <p:nvPr/>
        </p:nvSpPr>
        <p:spPr>
          <a:xfrm xmlns:a="http://schemas.openxmlformats.org/drawingml/2006/main">
            <a:off x="4241800" y="3606800"/>
            <a:ext cx="1244600" cy="95"/>
          </a:xfrm>
          <a:custGeom xmlns:a="http://schemas.openxmlformats.org/drawingml/2006/main">
            <a:pathLst>
              <a:path w="1244600" h="95">
                <a:moveTo>
                  <a:pt x="0" y="0"/>
                </a:moveTo>
                <a:lnTo>
                  <a:pt x="1244600" y="0"/>
                </a:lnTo>
              </a:path>
            </a:pathLst>
          </a:custGeom>
          <a:noFill xmlns:a="http://schemas.openxmlformats.org/drawingml/2006/main"/>
          <a:ln xmlns:a="http://schemas.openxmlformats.org/drawingml/2006/main" w="31750">
            <a:solidFill>
              <a:srgbClr val="F6B94D"/>
            </a:solidFill>
            <a:prstDash val="solid"/>
          </a:ln>
        </p:spPr>
      </p:sp>
      <p:sp>
        <p:nvSpPr>
          <p:cNvPr id="17" name="capability_v1_s27_o16_arrow">
            <a:extLst xmlns:a="http://schemas.openxmlformats.org/drawingml/2006/main">
              <a:ext uri="{FF2B5EF4-FFF2-40B4-BE49-F238E27FC236}">
                <a16:creationId xmlns:a16="http://schemas.microsoft.com/office/drawing/2014/main" id="{47021935-90F9-4B90-B0B8-F08819AFA595}"/>
              </a:ext>
            </a:extLst>
          </p:cNvPr>
          <p:cNvSpPr>
            <a:spLocks xmlns:a="http://schemas.openxmlformats.org/drawingml/2006/main" noGrp="1"/>
          </p:cNvSpPr>
          <p:nvPr/>
        </p:nvSpPr>
        <p:spPr>
          <a:xfrm xmlns:a="http://schemas.openxmlformats.org/drawingml/2006/main">
            <a:off x="5410200" y="35674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8" name="capability_v1_s27_o17">
            <a:extLst xmlns:a="http://schemas.openxmlformats.org/drawingml/2006/main">
              <a:ext uri="{FF2B5EF4-FFF2-40B4-BE49-F238E27FC236}">
                <a16:creationId xmlns:a16="http://schemas.microsoft.com/office/drawing/2014/main" id="{C15DB9E6-4A0F-43C6-A18B-63B6CA3CEAC6}"/>
              </a:ext>
            </a:extLst>
          </p:cNvPr>
          <p:cNvSpPr>
            <a:spLocks xmlns:a="http://schemas.openxmlformats.org/drawingml/2006/main" noGrp="1"/>
          </p:cNvSpPr>
          <p:nvPr/>
        </p:nvSpPr>
        <p:spPr>
          <a:xfrm xmlns:a="http://schemas.openxmlformats.org/drawingml/2006/main">
            <a:off x="5918200" y="3606800"/>
            <a:ext cx="1574800" cy="95"/>
          </a:xfrm>
          <a:custGeom xmlns:a="http://schemas.openxmlformats.org/drawingml/2006/main">
            <a:pathLst>
              <a:path w="1574800" h="95">
                <a:moveTo>
                  <a:pt x="0" y="0"/>
                </a:moveTo>
                <a:lnTo>
                  <a:pt x="15748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9" name="capability_v1_s27_o18">
            <a:extLst xmlns:a="http://schemas.openxmlformats.org/drawingml/2006/main">
              <a:ext uri="{FF2B5EF4-FFF2-40B4-BE49-F238E27FC236}">
                <a16:creationId xmlns:a16="http://schemas.microsoft.com/office/drawing/2014/main" id="{34942F3A-A639-425A-8935-68119498049A}"/>
              </a:ext>
            </a:extLst>
          </p:cNvPr>
          <p:cNvSpPr>
            <a:spLocks xmlns:a="http://schemas.openxmlformats.org/drawingml/2006/main" noGrp="1"/>
          </p:cNvSpPr>
          <p:nvPr/>
        </p:nvSpPr>
        <p:spPr>
          <a:xfrm xmlns:a="http://schemas.openxmlformats.org/drawingml/2006/main">
            <a:off x="5918200" y="3606800"/>
            <a:ext cx="1574800" cy="95"/>
          </a:xfrm>
          <a:custGeom xmlns:a="http://schemas.openxmlformats.org/drawingml/2006/main">
            <a:pathLst>
              <a:path w="1574800" h="95">
                <a:moveTo>
                  <a:pt x="0" y="0"/>
                </a:moveTo>
                <a:lnTo>
                  <a:pt x="1574800" y="0"/>
                </a:lnTo>
              </a:path>
            </a:pathLst>
          </a:custGeom>
          <a:noFill xmlns:a="http://schemas.openxmlformats.org/drawingml/2006/main"/>
          <a:ln xmlns:a="http://schemas.openxmlformats.org/drawingml/2006/main" w="31750">
            <a:solidFill>
              <a:srgbClr val="4DE0B0"/>
            </a:solidFill>
            <a:prstDash val="solid"/>
          </a:ln>
        </p:spPr>
      </p:sp>
      <p:sp>
        <p:nvSpPr>
          <p:cNvPr id="20" name="capability_v1_s27_o18_arrow">
            <a:extLst xmlns:a="http://schemas.openxmlformats.org/drawingml/2006/main">
              <a:ext uri="{FF2B5EF4-FFF2-40B4-BE49-F238E27FC236}">
                <a16:creationId xmlns:a16="http://schemas.microsoft.com/office/drawing/2014/main" id="{6BF51786-4708-4349-B1E7-EC35ED4FF532}"/>
              </a:ext>
            </a:extLst>
          </p:cNvPr>
          <p:cNvSpPr>
            <a:spLocks xmlns:a="http://schemas.openxmlformats.org/drawingml/2006/main" noGrp="1"/>
          </p:cNvSpPr>
          <p:nvPr/>
        </p:nvSpPr>
        <p:spPr>
          <a:xfrm xmlns:a="http://schemas.openxmlformats.org/drawingml/2006/main">
            <a:off x="7416800" y="35674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21" name="capability_v1_s27_o19">
            <a:extLst xmlns:a="http://schemas.openxmlformats.org/drawingml/2006/main">
              <a:ext uri="{FF2B5EF4-FFF2-40B4-BE49-F238E27FC236}">
                <a16:creationId xmlns:a16="http://schemas.microsoft.com/office/drawing/2014/main" id="{16CE6654-0851-40AE-A57F-68AA674BB1EC}"/>
              </a:ext>
            </a:extLst>
          </p:cNvPr>
          <p:cNvSpPr>
            <a:spLocks xmlns:a="http://schemas.openxmlformats.org/drawingml/2006/main" noGrp="1"/>
          </p:cNvSpPr>
          <p:nvPr/>
        </p:nvSpPr>
        <p:spPr>
          <a:xfrm xmlns:a="http://schemas.openxmlformats.org/drawingml/2006/main">
            <a:off x="7645400" y="3098800"/>
            <a:ext cx="3873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22" name="capability_v1_s27_o20">
            <a:extLst xmlns:a="http://schemas.openxmlformats.org/drawingml/2006/main">
              <a:ext uri="{FF2B5EF4-FFF2-40B4-BE49-F238E27FC236}">
                <a16:creationId xmlns:a16="http://schemas.microsoft.com/office/drawing/2014/main" id="{62EEFC55-7498-4806-94B6-9BCA88664A10}"/>
              </a:ext>
            </a:extLst>
          </p:cNvPr>
          <p:cNvSpPr>
            <a:spLocks xmlns:a="http://schemas.openxmlformats.org/drawingml/2006/main" noGrp="1"/>
          </p:cNvSpPr>
          <p:nvPr/>
        </p:nvSpPr>
        <p:spPr>
          <a:xfrm xmlns:a="http://schemas.openxmlformats.org/drawingml/2006/main">
            <a:off x="7594600" y="3035300"/>
            <a:ext cx="3873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DE0B0"/>
            </a:solidFill>
          </a:ln>
        </p:spPr>
      </p:sp>
      <p:sp>
        <p:nvSpPr>
          <p:cNvPr id="23" name="capability_v1_s27_o21">
            <a:extLst xmlns:a="http://schemas.openxmlformats.org/drawingml/2006/main">
              <a:ext uri="{FF2B5EF4-FFF2-40B4-BE49-F238E27FC236}">
                <a16:creationId xmlns:a16="http://schemas.microsoft.com/office/drawing/2014/main" id="{CB534175-D06D-47FB-B1FB-D7C8A8A72822}"/>
              </a:ext>
            </a:extLst>
          </p:cNvPr>
          <p:cNvSpPr>
            <a:spLocks xmlns:a="http://schemas.openxmlformats.org/drawingml/2006/main" noGrp="1"/>
          </p:cNvSpPr>
          <p:nvPr/>
        </p:nvSpPr>
        <p:spPr>
          <a:xfrm xmlns:a="http://schemas.openxmlformats.org/drawingml/2006/main">
            <a:off x="7658100" y="3098800"/>
            <a:ext cx="37465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4" name="capability_v1_s27_o22">
            <a:extLst xmlns:a="http://schemas.openxmlformats.org/drawingml/2006/main">
              <a:ext uri="{FF2B5EF4-FFF2-40B4-BE49-F238E27FC236}">
                <a16:creationId xmlns:a16="http://schemas.microsoft.com/office/drawing/2014/main" id="{03C6E695-B367-437E-A3CB-9F429C33D27E}"/>
              </a:ext>
            </a:extLst>
          </p:cNvPr>
          <p:cNvSpPr>
            <a:spLocks xmlns:a="http://schemas.openxmlformats.org/drawingml/2006/main" noGrp="1"/>
          </p:cNvSpPr>
          <p:nvPr/>
        </p:nvSpPr>
        <p:spPr>
          <a:xfrm xmlns:a="http://schemas.openxmlformats.org/drawingml/2006/main">
            <a:off x="75057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5" name="capability_v1_s27_o23">
            <a:extLst xmlns:a="http://schemas.openxmlformats.org/drawingml/2006/main">
              <a:ext uri="{FF2B5EF4-FFF2-40B4-BE49-F238E27FC236}">
                <a16:creationId xmlns:a16="http://schemas.microsoft.com/office/drawing/2014/main" id="{00481C24-736C-461E-894E-00C0EED594D6}"/>
              </a:ext>
            </a:extLst>
          </p:cNvPr>
          <p:cNvSpPr>
            <a:spLocks xmlns:a="http://schemas.openxmlformats.org/drawingml/2006/main" noGrp="1"/>
          </p:cNvSpPr>
          <p:nvPr/>
        </p:nvSpPr>
        <p:spPr>
          <a:xfrm xmlns:a="http://schemas.openxmlformats.org/drawingml/2006/main">
            <a:off x="114681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6" name="capability_v1_s27_o24">
            <a:extLst xmlns:a="http://schemas.openxmlformats.org/drawingml/2006/main">
              <a:ext uri="{FF2B5EF4-FFF2-40B4-BE49-F238E27FC236}">
                <a16:creationId xmlns:a16="http://schemas.microsoft.com/office/drawing/2014/main" id="{798F3EC5-15DA-4EA7-BC4B-EFA9C55315B0}"/>
              </a:ext>
            </a:extLst>
          </p:cNvPr>
          <p:cNvSpPr>
            <a:spLocks xmlns:a="http://schemas.openxmlformats.org/drawingml/2006/main" noGrp="1"/>
          </p:cNvSpPr>
          <p:nvPr/>
        </p:nvSpPr>
        <p:spPr>
          <a:xfrm xmlns:a="http://schemas.openxmlformats.org/drawingml/2006/main">
            <a:off x="7658100" y="3187700"/>
            <a:ext cx="3746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sda embodiment plan port</a:t>
            </a:r>
          </a:p>
        </p:txBody>
      </p:sp>
      <p:sp>
        <p:nvSpPr>
          <p:cNvPr id="27" name="capability_v1_s27_o25">
            <a:extLst xmlns:a="http://schemas.openxmlformats.org/drawingml/2006/main">
              <a:ext uri="{FF2B5EF4-FFF2-40B4-BE49-F238E27FC236}">
                <a16:creationId xmlns:a16="http://schemas.microsoft.com/office/drawing/2014/main" id="{8CF6B883-21AA-48F5-B6BD-3B38EBDF4E29}"/>
              </a:ext>
            </a:extLst>
          </p:cNvPr>
          <p:cNvSpPr>
            <a:spLocks xmlns:a="http://schemas.openxmlformats.org/drawingml/2006/main" noGrp="1"/>
          </p:cNvSpPr>
          <p:nvPr/>
        </p:nvSpPr>
        <p:spPr>
          <a:xfrm xmlns:a="http://schemas.openxmlformats.org/drawingml/2006/main">
            <a:off x="838200" y="24130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6B94D"/>
                </a:solidFill>
                <a:latin typeface="Arial"/>
                <a:ea typeface="Arial"/>
                <a:cs typeface="Arial"/>
              </a:defRPr>
            </a:defPPr>
          </a:lstStyle>
          <a:p xmlns:a="http://schemas.openxmlformats.org/drawingml/2006/main">
            <a:pPr algn="l">
              <a:lnSpc>
                <a:spcPct val="108000"/>
              </a:lnSpc>
              <a:buNone/>
              <a:defRPr sz="1300" b="0">
                <a:solidFill>
                  <a:srgbClr val="F6B94D"/>
                </a:solidFill>
                <a:latin typeface="Arial"/>
                <a:ea typeface="Arial"/>
                <a:cs typeface="Arial"/>
              </a:defRPr>
            </a:pPr>
            <a:r>
              <a:rPr sz="1300" b="0">
                <a:solidFill>
                  <a:srgbClr val="F6B94D"/>
                </a:solidFill>
                <a:latin typeface="Arial"/>
                <a:ea typeface="Arial"/>
                <a:cs typeface="Arial"/>
              </a:rPr>
              <a:t>DECLARED PORT</a:t>
            </a:r>
          </a:p>
        </p:txBody>
      </p:sp>
      <p:sp>
        <p:nvSpPr>
          <p:cNvPr id="28" name="capability_v1_s27_o26">
            <a:extLst xmlns:a="http://schemas.openxmlformats.org/drawingml/2006/main">
              <a:ext uri="{FF2B5EF4-FFF2-40B4-BE49-F238E27FC236}">
                <a16:creationId xmlns:a16="http://schemas.microsoft.com/office/drawing/2014/main" id="{A188994E-9C10-42AA-9FB4-DA3DBDA73A75}"/>
              </a:ext>
            </a:extLst>
          </p:cNvPr>
          <p:cNvSpPr>
            <a:spLocks xmlns:a="http://schemas.openxmlformats.org/drawingml/2006/main" noGrp="1"/>
          </p:cNvSpPr>
          <p:nvPr/>
        </p:nvSpPr>
        <p:spPr>
          <a:xfrm xmlns:a="http://schemas.openxmlformats.org/drawingml/2006/main">
            <a:off x="5067300" y="43815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0">
                <a:solidFill>
                  <a:srgbClr val="A98AF2"/>
                </a:solidFill>
                <a:latin typeface="Arial"/>
                <a:ea typeface="Arial"/>
                <a:cs typeface="Arial"/>
              </a:defRPr>
            </a:defPPr>
          </a:lstStyle>
          <a:p xmlns:a="http://schemas.openxmlformats.org/drawingml/2006/main">
            <a:pPr algn="ctr">
              <a:lnSpc>
                <a:spcPct val="108000"/>
              </a:lnSpc>
              <a:buNone/>
              <a:defRPr sz="1300" b="0">
                <a:solidFill>
                  <a:srgbClr val="A98AF2"/>
                </a:solidFill>
                <a:latin typeface="Arial"/>
                <a:ea typeface="Arial"/>
                <a:cs typeface="Arial"/>
              </a:defRPr>
            </a:pPr>
            <a:r>
              <a:rPr sz="1300" b="0">
                <a:solidFill>
                  <a:srgbClr val="A98AF2"/>
                </a:solidFill>
                <a:latin typeface="Arial"/>
                <a:ea typeface="Arial"/>
                <a:cs typeface="Arial"/>
              </a:rPr>
              <a:t>BINDING</a:t>
            </a:r>
          </a:p>
        </p:txBody>
      </p:sp>
      <p:sp>
        <p:nvSpPr>
          <p:cNvPr id="29" name="capability_v1_s27_o27">
            <a:extLst xmlns:a="http://schemas.openxmlformats.org/drawingml/2006/main">
              <a:ext uri="{FF2B5EF4-FFF2-40B4-BE49-F238E27FC236}">
                <a16:creationId xmlns:a16="http://schemas.microsoft.com/office/drawing/2014/main" id="{07845297-9A90-4D04-9F53-393DAD85A1E0}"/>
              </a:ext>
            </a:extLst>
          </p:cNvPr>
          <p:cNvSpPr>
            <a:spLocks xmlns:a="http://schemas.openxmlformats.org/drawingml/2006/main" noGrp="1"/>
          </p:cNvSpPr>
          <p:nvPr/>
        </p:nvSpPr>
        <p:spPr>
          <a:xfrm xmlns:a="http://schemas.openxmlformats.org/drawingml/2006/main">
            <a:off x="7620000" y="2413000"/>
            <a:ext cx="374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DE0B0"/>
                </a:solidFill>
                <a:latin typeface="Arial"/>
                <a:ea typeface="Arial"/>
                <a:cs typeface="Arial"/>
              </a:defRPr>
            </a:defPPr>
          </a:lstStyle>
          <a:p xmlns:a="http://schemas.openxmlformats.org/drawingml/2006/main">
            <a:pPr algn="l">
              <a:lnSpc>
                <a:spcPct val="108000"/>
              </a:lnSpc>
              <a:buNone/>
              <a:defRPr sz="1300" b="0">
                <a:solidFill>
                  <a:srgbClr val="4DE0B0"/>
                </a:solidFill>
                <a:latin typeface="Arial"/>
                <a:ea typeface="Arial"/>
                <a:cs typeface="Arial"/>
              </a:defRPr>
            </a:pPr>
            <a:r>
              <a:rPr sz="1300" b="0">
                <a:solidFill>
                  <a:srgbClr val="4DE0B0"/>
                </a:solidFill>
                <a:latin typeface="Arial"/>
                <a:ea typeface="Arial"/>
                <a:cs typeface="Arial"/>
              </a:rPr>
              <a:t>PLATFORM / PROVIDER</a:t>
            </a:r>
          </a:p>
        </p:txBody>
      </p:sp>
      <p:sp>
        <p:nvSpPr>
          <p:cNvPr id="30" name="capability_v1_s27_o28">
            <a:extLst xmlns:a="http://schemas.openxmlformats.org/drawingml/2006/main">
              <a:ext uri="{FF2B5EF4-FFF2-40B4-BE49-F238E27FC236}">
                <a16:creationId xmlns:a16="http://schemas.microsoft.com/office/drawing/2014/main" id="{AEEF58CB-4F56-4B67-8DFE-EB0630AF062B}"/>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215429174"/>
      </p:ext>
    </p:extLst>
  </p:cSld>
</p:sld>
</file>

<file path=ppt/slides/slide2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28_o1">
            <a:extLst xmlns:a="http://schemas.openxmlformats.org/drawingml/2006/main">
              <a:ext uri="{FF2B5EF4-FFF2-40B4-BE49-F238E27FC236}">
                <a16:creationId xmlns:a16="http://schemas.microsoft.com/office/drawing/2014/main" id="{CD581602-4EEC-4057-A5F0-79B6D4247511}"/>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authority and lineage</a:t>
            </a:r>
          </a:p>
        </p:txBody>
      </p:sp>
      <p:sp>
        <p:nvSpPr>
          <p:cNvPr id="2" name="capability_v1_s28_o2">
            <a:extLst xmlns:a="http://schemas.openxmlformats.org/drawingml/2006/main">
              <a:ext uri="{FF2B5EF4-FFF2-40B4-BE49-F238E27FC236}">
                <a16:creationId xmlns:a16="http://schemas.microsoft.com/office/drawing/2014/main" id="{1187B046-B1B9-4D23-BC35-992980E5C7C1}"/>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sda-authority-transformation-port.v1</a:t>
            </a:r>
          </a:p>
        </p:txBody>
      </p:sp>
      <p:sp>
        <p:nvSpPr>
          <p:cNvPr id="3" name="capability_v1_s28_o3">
            <a:extLst xmlns:a="http://schemas.openxmlformats.org/drawingml/2006/main">
              <a:ext uri="{FF2B5EF4-FFF2-40B4-BE49-F238E27FC236}">
                <a16:creationId xmlns:a16="http://schemas.microsoft.com/office/drawing/2014/main" id="{BAA9E21D-DAC6-4F29-838A-A489C975F29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28</a:t>
            </a:r>
          </a:p>
        </p:txBody>
      </p:sp>
      <p:sp>
        <p:nvSpPr>
          <p:cNvPr id="4" name="capability_v1_s28_o4">
            <a:extLst xmlns:a="http://schemas.openxmlformats.org/drawingml/2006/main">
              <a:ext uri="{FF2B5EF4-FFF2-40B4-BE49-F238E27FC236}">
                <a16:creationId xmlns:a16="http://schemas.microsoft.com/office/drawing/2014/main" id="{6C67A5D6-0FB4-4A23-A294-CFB716C61170}"/>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transformationId</a:t>
            </a:r>
          </a:p>
        </p:txBody>
      </p:sp>
      <p:sp>
        <p:nvSpPr>
          <p:cNvPr id="5" name="capability_v1_s28_o5">
            <a:extLst xmlns:a="http://schemas.openxmlformats.org/drawingml/2006/main">
              <a:ext uri="{FF2B5EF4-FFF2-40B4-BE49-F238E27FC236}">
                <a16:creationId xmlns:a16="http://schemas.microsoft.com/office/drawing/2014/main" id="{15661FBD-8CAC-4B60-A546-02D0AB3CAB5C}"/>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8_o6">
            <a:extLst xmlns:a="http://schemas.openxmlformats.org/drawingml/2006/main">
              <a:ext uri="{FF2B5EF4-FFF2-40B4-BE49-F238E27FC236}">
                <a16:creationId xmlns:a16="http://schemas.microsoft.com/office/drawing/2014/main" id="{F2E4A5D6-F2D0-4AA5-BEBA-500DA0948198}"/>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read-capability-dsl-source-transform.v1</a:t>
            </a:r>
          </a:p>
        </p:txBody>
      </p:sp>
      <p:sp>
        <p:nvSpPr>
          <p:cNvPr id="7" name="capability_v1_s28_o7">
            <a:extLst xmlns:a="http://schemas.openxmlformats.org/drawingml/2006/main">
              <a:ext uri="{FF2B5EF4-FFF2-40B4-BE49-F238E27FC236}">
                <a16:creationId xmlns:a16="http://schemas.microsoft.com/office/drawing/2014/main" id="{367E3B87-FAD8-4315-8E59-716CBF57504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622464119"/>
      </p:ext>
    </p:extLst>
  </p:cSld>
</p:sld>
</file>

<file path=ppt/slides/slide2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7" name="capability_v1_s29_o1">
            <a:extLst xmlns:a="http://schemas.openxmlformats.org/drawingml/2006/main">
              <a:ext uri="{FF2B5EF4-FFF2-40B4-BE49-F238E27FC236}">
                <a16:creationId xmlns:a16="http://schemas.microsoft.com/office/drawing/2014/main" id="{0CB07358-897C-4D50-A1C2-76415631D87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09 · Interface and CLI display</a:t>
            </a:r>
          </a:p>
        </p:txBody>
      </p:sp>
      <p:sp>
        <p:nvSpPr>
          <p:cNvPr id="2" name="capability_v1_s29_o2">
            <a:extLst xmlns:a="http://schemas.openxmlformats.org/drawingml/2006/main">
              <a:ext uri="{FF2B5EF4-FFF2-40B4-BE49-F238E27FC236}">
                <a16:creationId xmlns:a16="http://schemas.microsoft.com/office/drawing/2014/main" id="{CEBE8745-4C98-4942-A324-1BDDF9D8266A}"/>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How is the capability exposed to a person or caller?</a:t>
            </a:r>
          </a:p>
        </p:txBody>
      </p:sp>
      <p:sp>
        <p:nvSpPr>
          <p:cNvPr id="3" name="capability_v1_s29_o3">
            <a:extLst xmlns:a="http://schemas.openxmlformats.org/drawingml/2006/main">
              <a:ext uri="{FF2B5EF4-FFF2-40B4-BE49-F238E27FC236}">
                <a16:creationId xmlns:a16="http://schemas.microsoft.com/office/drawing/2014/main" id="{412DB44F-0A5A-4FDB-9493-1FAF2A09B5C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29</a:t>
            </a:r>
          </a:p>
        </p:txBody>
      </p:sp>
      <p:sp>
        <p:nvSpPr>
          <p:cNvPr id="4" name="capability_v1_s29_o4">
            <a:extLst xmlns:a="http://schemas.openxmlformats.org/drawingml/2006/main">
              <a:ext uri="{FF2B5EF4-FFF2-40B4-BE49-F238E27FC236}">
                <a16:creationId xmlns:a16="http://schemas.microsoft.com/office/drawing/2014/main" id="{ACA942F3-B3A2-4716-BCF0-6900D5D9F372}"/>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9_o5">
            <a:extLst xmlns:a="http://schemas.openxmlformats.org/drawingml/2006/main">
              <a:ext uri="{FF2B5EF4-FFF2-40B4-BE49-F238E27FC236}">
                <a16:creationId xmlns:a16="http://schemas.microsoft.com/office/drawing/2014/main" id="{B95F44EB-4953-42D1-94B1-B119C20877BA}"/>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9_o6">
            <a:extLst xmlns:a="http://schemas.openxmlformats.org/drawingml/2006/main">
              <a:ext uri="{FF2B5EF4-FFF2-40B4-BE49-F238E27FC236}">
                <a16:creationId xmlns:a16="http://schemas.microsoft.com/office/drawing/2014/main" id="{B127C50A-DB58-4250-AAE9-1C463AE3D1CD}"/>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9_o7">
            <a:extLst xmlns:a="http://schemas.openxmlformats.org/drawingml/2006/main">
              <a:ext uri="{FF2B5EF4-FFF2-40B4-BE49-F238E27FC236}">
                <a16:creationId xmlns:a16="http://schemas.microsoft.com/office/drawing/2014/main" id="{10FFF2BA-193D-46BE-8CD9-BF3B01A03CE7}"/>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9_o8">
            <a:extLst xmlns:a="http://schemas.openxmlformats.org/drawingml/2006/main">
              <a:ext uri="{FF2B5EF4-FFF2-40B4-BE49-F238E27FC236}">
                <a16:creationId xmlns:a16="http://schemas.microsoft.com/office/drawing/2014/main" id="{D3C60B69-FA13-4360-946E-86CF9ED1B51B}"/>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9_o9">
            <a:extLst xmlns:a="http://schemas.openxmlformats.org/drawingml/2006/main">
              <a:ext uri="{FF2B5EF4-FFF2-40B4-BE49-F238E27FC236}">
                <a16:creationId xmlns:a16="http://schemas.microsoft.com/office/drawing/2014/main" id="{6A11DC67-BCA9-48B7-BF4E-965A770E64DB}"/>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Caller interface</a:t>
            </a:r>
          </a:p>
        </p:txBody>
      </p:sp>
      <p:sp>
        <p:nvSpPr>
          <p:cNvPr id="10" name="capability_v1_s29_o10">
            <a:extLst xmlns:a="http://schemas.openxmlformats.org/drawingml/2006/main">
              <a:ext uri="{FF2B5EF4-FFF2-40B4-BE49-F238E27FC236}">
                <a16:creationId xmlns:a16="http://schemas.microsoft.com/office/drawing/2014/main" id="{540F03BD-6EBC-4022-9BDE-B53B99C408E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11" name="capability_v1_s29_o11">
            <a:extLst xmlns:a="http://schemas.openxmlformats.org/drawingml/2006/main">
              <a:ext uri="{FF2B5EF4-FFF2-40B4-BE49-F238E27FC236}">
                <a16:creationId xmlns:a16="http://schemas.microsoft.com/office/drawing/2014/main" id="{FB6A4763-627E-4D84-B8DC-EF0ED5A9086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12" name="capability_v1_s29_o12">
            <a:extLst xmlns:a="http://schemas.openxmlformats.org/drawingml/2006/main">
              <a:ext uri="{FF2B5EF4-FFF2-40B4-BE49-F238E27FC236}">
                <a16:creationId xmlns:a16="http://schemas.microsoft.com/office/drawing/2014/main" id="{9EB37599-6BD9-422A-AA5A-7F241632DF5C}"/>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13" name="capability_v1_s29_o13">
            <a:extLst xmlns:a="http://schemas.openxmlformats.org/drawingml/2006/main">
              <a:ext uri="{FF2B5EF4-FFF2-40B4-BE49-F238E27FC236}">
                <a16:creationId xmlns:a16="http://schemas.microsoft.com/office/drawing/2014/main" id="{2079D091-8750-4F1B-930D-0FAEA95D47B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14" name="capability_v1_s29_o14">
            <a:extLst xmlns:a="http://schemas.openxmlformats.org/drawingml/2006/main">
              <a:ext uri="{FF2B5EF4-FFF2-40B4-BE49-F238E27FC236}">
                <a16:creationId xmlns:a16="http://schemas.microsoft.com/office/drawing/2014/main" id="{942169E4-6213-4260-8894-EC536DBBC339}"/>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5A7FF"/>
            </a:solidFill>
            <a:prstDash val="solid"/>
          </a:ln>
        </p:spPr>
      </p:sp>
      <p:sp>
        <p:nvSpPr>
          <p:cNvPr id="15" name="capability_v1_s29_o15">
            <a:extLst xmlns:a="http://schemas.openxmlformats.org/drawingml/2006/main">
              <a:ext uri="{FF2B5EF4-FFF2-40B4-BE49-F238E27FC236}">
                <a16:creationId xmlns:a16="http://schemas.microsoft.com/office/drawing/2014/main" id="{83EAE2FA-224C-4630-886E-4C269D10A514}"/>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16" name="capability_v1_s29_o15_arrow">
            <a:extLst xmlns:a="http://schemas.openxmlformats.org/drawingml/2006/main">
              <a:ext uri="{FF2B5EF4-FFF2-40B4-BE49-F238E27FC236}">
                <a16:creationId xmlns:a16="http://schemas.microsoft.com/office/drawing/2014/main" id="{8CFA57AD-7FB1-4A4F-B3BD-85DE864D948A}"/>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17" name="capability_v1_s29_o16">
            <a:extLst xmlns:a="http://schemas.openxmlformats.org/drawingml/2006/main">
              <a:ext uri="{FF2B5EF4-FFF2-40B4-BE49-F238E27FC236}">
                <a16:creationId xmlns:a16="http://schemas.microsoft.com/office/drawing/2014/main" id="{DE0C5F20-9AD8-48BD-AA8D-A5ACF929944A}"/>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18" name="capability_v1_s29_o17">
            <a:extLst xmlns:a="http://schemas.openxmlformats.org/drawingml/2006/main">
              <a:ext uri="{FF2B5EF4-FFF2-40B4-BE49-F238E27FC236}">
                <a16:creationId xmlns:a16="http://schemas.microsoft.com/office/drawing/2014/main" id="{F2B17386-2117-48B7-A110-737ABE0C3F01}"/>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19" name="capability_v1_s29_o18">
            <a:extLst xmlns:a="http://schemas.openxmlformats.org/drawingml/2006/main">
              <a:ext uri="{FF2B5EF4-FFF2-40B4-BE49-F238E27FC236}">
                <a16:creationId xmlns:a16="http://schemas.microsoft.com/office/drawing/2014/main" id="{6901DB18-D849-4703-931F-26BB33D881AE}"/>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9_o19">
            <a:extLst xmlns:a="http://schemas.openxmlformats.org/drawingml/2006/main">
              <a:ext uri="{FF2B5EF4-FFF2-40B4-BE49-F238E27FC236}">
                <a16:creationId xmlns:a16="http://schemas.microsoft.com/office/drawing/2014/main" id="{B0591C6B-AF67-46F5-8F11-812F081D48FE}"/>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21" name="capability_v1_s29_o20">
            <a:extLst xmlns:a="http://schemas.openxmlformats.org/drawingml/2006/main">
              <a:ext uri="{FF2B5EF4-FFF2-40B4-BE49-F238E27FC236}">
                <a16:creationId xmlns:a16="http://schemas.microsoft.com/office/drawing/2014/main" id="{00680F21-7733-4C46-B3A3-5322DBB3A44C}"/>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22" name="capability_v1_s29_o21">
            <a:extLst xmlns:a="http://schemas.openxmlformats.org/drawingml/2006/main">
              <a:ext uri="{FF2B5EF4-FFF2-40B4-BE49-F238E27FC236}">
                <a16:creationId xmlns:a16="http://schemas.microsoft.com/office/drawing/2014/main" id="{72567F84-46C5-4101-B920-A0D399755E18}"/>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23" name="capability_v1_s29_o22">
            <a:extLst xmlns:a="http://schemas.openxmlformats.org/drawingml/2006/main">
              <a:ext uri="{FF2B5EF4-FFF2-40B4-BE49-F238E27FC236}">
                <a16:creationId xmlns:a16="http://schemas.microsoft.com/office/drawing/2014/main" id="{5244007E-A82E-41BB-9885-76860D9947B0}"/>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24" name="capability_v1_s29_o23">
            <a:extLst xmlns:a="http://schemas.openxmlformats.org/drawingml/2006/main">
              <a:ext uri="{FF2B5EF4-FFF2-40B4-BE49-F238E27FC236}">
                <a16:creationId xmlns:a16="http://schemas.microsoft.com/office/drawing/2014/main" id="{1C4DC487-4E1D-4133-A9B9-3C2332E9A2F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read capability dsl source cli</a:t>
            </a:r>
          </a:p>
        </p:txBody>
      </p:sp>
      <p:sp>
        <p:nvSpPr>
          <p:cNvPr id="25" name="capability_v1_s29_o24">
            <a:extLst xmlns:a="http://schemas.openxmlformats.org/drawingml/2006/main">
              <a:ext uri="{FF2B5EF4-FFF2-40B4-BE49-F238E27FC236}">
                <a16:creationId xmlns:a16="http://schemas.microsoft.com/office/drawing/2014/main" id="{98C5E493-B67D-4727-B0EC-EDF6CBD23D6F}"/>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declared interface configuration, identified by digest</a:t>
            </a:r>
          </a:p>
        </p:txBody>
      </p:sp>
      <p:sp>
        <p:nvSpPr>
          <p:cNvPr id="26" name="capability_v1_s29_o25">
            <a:extLst xmlns:a="http://schemas.openxmlformats.org/drawingml/2006/main">
              <a:ext uri="{FF2B5EF4-FFF2-40B4-BE49-F238E27FC236}">
                <a16:creationId xmlns:a16="http://schemas.microsoft.com/office/drawing/2014/main" id="{52083E45-6DDC-4B43-A662-0B73C7A2E473}"/>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469568253"/>
      </p:ext>
    </p:extLst>
  </p:cSld>
</p:sld>
</file>

<file path=ppt/slides/slide3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30_o1">
            <a:extLst xmlns:a="http://schemas.openxmlformats.org/drawingml/2006/main">
              <a:ext uri="{FF2B5EF4-FFF2-40B4-BE49-F238E27FC236}">
                <a16:creationId xmlns:a16="http://schemas.microsoft.com/office/drawing/2014/main" id="{E431AB6F-725E-4511-A792-7563D18F7FC1}"/>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CLI input and display contract</a:t>
            </a:r>
          </a:p>
        </p:txBody>
      </p:sp>
      <p:sp>
        <p:nvSpPr>
          <p:cNvPr id="2" name="capability_v1_s30_o2">
            <a:extLst xmlns:a="http://schemas.openxmlformats.org/drawingml/2006/main">
              <a:ext uri="{FF2B5EF4-FFF2-40B4-BE49-F238E27FC236}">
                <a16:creationId xmlns:a16="http://schemas.microsoft.com/office/drawing/2014/main" id="{CCB690D3-E421-46A3-8559-5C10F6BE049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read-capability-dsl-source-cli</a:t>
            </a:r>
          </a:p>
        </p:txBody>
      </p:sp>
      <p:sp>
        <p:nvSpPr>
          <p:cNvPr id="3" name="capability_v1_s30_o3">
            <a:extLst xmlns:a="http://schemas.openxmlformats.org/drawingml/2006/main">
              <a:ext uri="{FF2B5EF4-FFF2-40B4-BE49-F238E27FC236}">
                <a16:creationId xmlns:a16="http://schemas.microsoft.com/office/drawing/2014/main" id="{D434BD37-8759-44EB-BFEF-5BF9EF472D6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30</a:t>
            </a:r>
          </a:p>
        </p:txBody>
      </p:sp>
      <p:sp>
        <p:nvSpPr>
          <p:cNvPr id="4" name="capability_v1_s30_o4">
            <a:extLst xmlns:a="http://schemas.openxmlformats.org/drawingml/2006/main">
              <a:ext uri="{FF2B5EF4-FFF2-40B4-BE49-F238E27FC236}">
                <a16:creationId xmlns:a16="http://schemas.microsoft.com/office/drawing/2014/main" id="{C1F2ADB8-07A8-4DD0-9B27-2853F5645F76}"/>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Input</a:t>
            </a:r>
          </a:p>
        </p:txBody>
      </p:sp>
      <p:sp>
        <p:nvSpPr>
          <p:cNvPr id="5" name="capability_v1_s30_o5">
            <a:extLst xmlns:a="http://schemas.openxmlformats.org/drawingml/2006/main">
              <a:ext uri="{FF2B5EF4-FFF2-40B4-BE49-F238E27FC236}">
                <a16:creationId xmlns:a16="http://schemas.microsoft.com/office/drawing/2014/main" id="{CE40B50D-9959-402E-8C6E-52BF8BDAB265}"/>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30_o6">
            <a:extLst xmlns:a="http://schemas.openxmlformats.org/drawingml/2006/main">
              <a:ext uri="{FF2B5EF4-FFF2-40B4-BE49-F238E27FC236}">
                <a16:creationId xmlns:a16="http://schemas.microsoft.com/office/drawing/2014/main" id="{F0E89750-4DAB-48EB-91D7-58379141EFE0}"/>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json through sda-json-cli.v1</a:t>
            </a:r>
          </a:p>
        </p:txBody>
      </p:sp>
      <p:sp>
        <p:nvSpPr>
          <p:cNvPr id="7" name="capability_v1_s30_o7">
            <a:extLst xmlns:a="http://schemas.openxmlformats.org/drawingml/2006/main">
              <a:ext uri="{FF2B5EF4-FFF2-40B4-BE49-F238E27FC236}">
                <a16:creationId xmlns:a16="http://schemas.microsoft.com/office/drawing/2014/main" id="{50C8D32F-791A-45D2-B516-A8DBB6FF30A0}"/>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Root scenario</a:t>
            </a:r>
          </a:p>
        </p:txBody>
      </p:sp>
      <p:sp>
        <p:nvSpPr>
          <p:cNvPr id="8" name="capability_v1_s30_o8">
            <a:extLst xmlns:a="http://schemas.openxmlformats.org/drawingml/2006/main">
              <a:ext uri="{FF2B5EF4-FFF2-40B4-BE49-F238E27FC236}">
                <a16:creationId xmlns:a16="http://schemas.microsoft.com/office/drawing/2014/main" id="{ACC8B9C3-A5B8-44B2-A9BC-383C7756F5F3}"/>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30_o9">
            <a:extLst xmlns:a="http://schemas.openxmlformats.org/drawingml/2006/main">
              <a:ext uri="{FF2B5EF4-FFF2-40B4-BE49-F238E27FC236}">
                <a16:creationId xmlns:a16="http://schemas.microsoft.com/office/drawing/2014/main" id="{8784A51F-74A6-44DD-B779-8066A18FCA32}"/>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read-capability-dsl-source</a:t>
            </a:r>
          </a:p>
        </p:txBody>
      </p:sp>
      <p:sp>
        <p:nvSpPr>
          <p:cNvPr id="10" name="capability_v1_s30_o10">
            <a:extLst xmlns:a="http://schemas.openxmlformats.org/drawingml/2006/main">
              <a:ext uri="{FF2B5EF4-FFF2-40B4-BE49-F238E27FC236}">
                <a16:creationId xmlns:a16="http://schemas.microsoft.com/office/drawing/2014/main" id="{8037C2E9-BFE5-423A-94F1-2BB2D7F3EB5D}"/>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Output</a:t>
            </a:r>
          </a:p>
        </p:txBody>
      </p:sp>
      <p:sp>
        <p:nvSpPr>
          <p:cNvPr id="11" name="capability_v1_s30_o11">
            <a:extLst xmlns:a="http://schemas.openxmlformats.org/drawingml/2006/main">
              <a:ext uri="{FF2B5EF4-FFF2-40B4-BE49-F238E27FC236}">
                <a16:creationId xmlns:a16="http://schemas.microsoft.com/office/drawing/2014/main" id="{6DC00869-062D-400D-893B-3CCA905BDC37}"/>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1_s30_o12">
            <a:extLst xmlns:a="http://schemas.openxmlformats.org/drawingml/2006/main">
              <a:ext uri="{FF2B5EF4-FFF2-40B4-BE49-F238E27FC236}">
                <a16:creationId xmlns:a16="http://schemas.microsoft.com/office/drawing/2014/main" id="{CBB4949E-450D-4F43-959A-35D5DE661CA4}"/>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select outcome; render json</a:t>
            </a:r>
          </a:p>
        </p:txBody>
      </p:sp>
      <p:sp>
        <p:nvSpPr>
          <p:cNvPr id="13" name="capability_v1_s30_o13">
            <a:extLst xmlns:a="http://schemas.openxmlformats.org/drawingml/2006/main">
              <a:ext uri="{FF2B5EF4-FFF2-40B4-BE49-F238E27FC236}">
                <a16:creationId xmlns:a16="http://schemas.microsoft.com/office/drawing/2014/main" id="{85805DE3-2066-4F3A-8C8A-3B45BE352B2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1507180"/>
      </p:ext>
    </p:extLst>
  </p:cSld>
</p:sld>
</file>

<file path=ppt/slides/slide3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8" name="capability_v1_s31_o1">
            <a:extLst xmlns:a="http://schemas.openxmlformats.org/drawingml/2006/main">
              <a:ext uri="{FF2B5EF4-FFF2-40B4-BE49-F238E27FC236}">
                <a16:creationId xmlns:a16="http://schemas.microsoft.com/office/drawing/2014/main" id="{1FB70D41-8B97-498F-876B-1B920DA5580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10 · Fixtures and proof</a:t>
            </a:r>
          </a:p>
        </p:txBody>
      </p:sp>
      <p:sp>
        <p:nvSpPr>
          <p:cNvPr id="2" name="capability_v1_s31_o2">
            <a:extLst xmlns:a="http://schemas.openxmlformats.org/drawingml/2006/main">
              <a:ext uri="{FF2B5EF4-FFF2-40B4-BE49-F238E27FC236}">
                <a16:creationId xmlns:a16="http://schemas.microsoft.com/office/drawing/2014/main" id="{2E7D91A1-2781-423C-AB77-BAB966FDB98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expectations and proof obligations are declared?</a:t>
            </a:r>
          </a:p>
        </p:txBody>
      </p:sp>
      <p:sp>
        <p:nvSpPr>
          <p:cNvPr id="3" name="capability_v1_s31_o3">
            <a:extLst xmlns:a="http://schemas.openxmlformats.org/drawingml/2006/main">
              <a:ext uri="{FF2B5EF4-FFF2-40B4-BE49-F238E27FC236}">
                <a16:creationId xmlns:a16="http://schemas.microsoft.com/office/drawing/2014/main" id="{A5CD76DC-8AB3-403D-8A7C-1EE70E7E6509}"/>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31</a:t>
            </a:r>
          </a:p>
        </p:txBody>
      </p:sp>
      <p:sp>
        <p:nvSpPr>
          <p:cNvPr id="4" name="capability_v1_s31_o4">
            <a:extLst xmlns:a="http://schemas.openxmlformats.org/drawingml/2006/main">
              <a:ext uri="{FF2B5EF4-FFF2-40B4-BE49-F238E27FC236}">
                <a16:creationId xmlns:a16="http://schemas.microsoft.com/office/drawing/2014/main" id="{4DC983B1-0417-4949-BAC2-0128ACCC8614}"/>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31_o5">
            <a:extLst xmlns:a="http://schemas.openxmlformats.org/drawingml/2006/main">
              <a:ext uri="{FF2B5EF4-FFF2-40B4-BE49-F238E27FC236}">
                <a16:creationId xmlns:a16="http://schemas.microsoft.com/office/drawing/2014/main" id="{72F60DA5-90CC-4A47-8497-6D2F48FD7771}"/>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31_o6">
            <a:extLst xmlns:a="http://schemas.openxmlformats.org/drawingml/2006/main">
              <a:ext uri="{FF2B5EF4-FFF2-40B4-BE49-F238E27FC236}">
                <a16:creationId xmlns:a16="http://schemas.microsoft.com/office/drawing/2014/main" id="{30B2F7D2-B4C6-4965-8F3E-2112864FA35B}"/>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31_o7">
            <a:extLst xmlns:a="http://schemas.openxmlformats.org/drawingml/2006/main">
              <a:ext uri="{FF2B5EF4-FFF2-40B4-BE49-F238E27FC236}">
                <a16:creationId xmlns:a16="http://schemas.microsoft.com/office/drawing/2014/main" id="{E80C1F04-2E92-405A-BEB0-FEF3B81A061D}"/>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31_o8">
            <a:extLst xmlns:a="http://schemas.openxmlformats.org/drawingml/2006/main">
              <a:ext uri="{FF2B5EF4-FFF2-40B4-BE49-F238E27FC236}">
                <a16:creationId xmlns:a16="http://schemas.microsoft.com/office/drawing/2014/main" id="{98A74B01-C7CA-4597-816F-BCA9F8D000D6}"/>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31_o9">
            <a:extLst xmlns:a="http://schemas.openxmlformats.org/drawingml/2006/main">
              <a:ext uri="{FF2B5EF4-FFF2-40B4-BE49-F238E27FC236}">
                <a16:creationId xmlns:a16="http://schemas.microsoft.com/office/drawing/2014/main" id="{E97E58D0-2339-481F-BEBC-95BC5C63510F}"/>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Declared</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expectations</a:t>
            </a:r>
          </a:p>
        </p:txBody>
      </p:sp>
      <p:sp>
        <p:nvSpPr>
          <p:cNvPr id="10" name="capability_v1_s31_o10">
            <a:extLst xmlns:a="http://schemas.openxmlformats.org/drawingml/2006/main">
              <a:ext uri="{FF2B5EF4-FFF2-40B4-BE49-F238E27FC236}">
                <a16:creationId xmlns:a16="http://schemas.microsoft.com/office/drawing/2014/main" id="{87BE30D8-9101-42A4-8605-16AB91FFED29}"/>
              </a:ext>
            </a:extLst>
          </p:cNvPr>
          <p:cNvSpPr>
            <a:spLocks xmlns:a="http://schemas.openxmlformats.org/drawingml/2006/main" noGrp="1"/>
          </p:cNvSpPr>
          <p:nvPr/>
        </p:nvSpPr>
        <p:spPr>
          <a:xfrm xmlns:a="http://schemas.openxmlformats.org/drawingml/2006/main">
            <a:off x="6134100" y="3530600"/>
            <a:ext cx="177800" cy="228600"/>
          </a:xfrm>
          <a:custGeom xmlns:a="http://schemas.openxmlformats.org/drawingml/2006/main">
            <a:pathLst>
              <a:path w="177800" h="228600">
                <a:moveTo>
                  <a:pt x="0" y="0"/>
                </a:moveTo>
                <a:lnTo>
                  <a:pt x="177800" y="228600"/>
                </a:lnTo>
              </a:path>
            </a:pathLst>
          </a:custGeom>
          <a:noFill xmlns:a="http://schemas.openxmlformats.org/drawingml/2006/main"/>
          <a:ln xmlns:a="http://schemas.openxmlformats.org/drawingml/2006/main" w="38100">
            <a:solidFill>
              <a:srgbClr val="FF5F70"/>
            </a:solidFill>
            <a:prstDash val="solid"/>
          </a:ln>
        </p:spPr>
      </p:sp>
      <p:sp>
        <p:nvSpPr>
          <p:cNvPr id="11" name="capability_v1_s31_o11">
            <a:extLst xmlns:a="http://schemas.openxmlformats.org/drawingml/2006/main">
              <a:ext uri="{FF2B5EF4-FFF2-40B4-BE49-F238E27FC236}">
                <a16:creationId xmlns:a16="http://schemas.microsoft.com/office/drawing/2014/main" id="{DDE25112-1E90-4FBC-B2BF-ADA136CEA877}"/>
              </a:ext>
            </a:extLst>
          </p:cNvPr>
          <p:cNvSpPr>
            <a:spLocks xmlns:a="http://schemas.openxmlformats.org/drawingml/2006/main" noGrp="1"/>
          </p:cNvSpPr>
          <p:nvPr/>
        </p:nvSpPr>
        <p:spPr>
          <a:xfrm xmlns:a="http://schemas.openxmlformats.org/drawingml/2006/main">
            <a:off x="6134100" y="3530600"/>
            <a:ext cx="177800" cy="228600"/>
          </a:xfrm>
          <a:custGeom xmlns:a="http://schemas.openxmlformats.org/drawingml/2006/main">
            <a:pathLst>
              <a:path w="177800" h="228600">
                <a:moveTo>
                  <a:pt x="0" y="228600"/>
                </a:moveTo>
                <a:lnTo>
                  <a:pt x="177800" y="0"/>
                </a:lnTo>
              </a:path>
            </a:pathLst>
          </a:custGeom>
          <a:noFill xmlns:a="http://schemas.openxmlformats.org/drawingml/2006/main"/>
          <a:ln xmlns:a="http://schemas.openxmlformats.org/drawingml/2006/main" w="38100">
            <a:solidFill>
              <a:srgbClr val="FF5F70"/>
            </a:solidFill>
            <a:prstDash val="solid"/>
          </a:ln>
        </p:spPr>
      </p:sp>
      <p:sp>
        <p:nvSpPr>
          <p:cNvPr id="12" name="capability_v1_s31_o12">
            <a:extLst xmlns:a="http://schemas.openxmlformats.org/drawingml/2006/main">
              <a:ext uri="{FF2B5EF4-FFF2-40B4-BE49-F238E27FC236}">
                <a16:creationId xmlns:a16="http://schemas.microsoft.com/office/drawing/2014/main" id="{6DC8686E-DB0A-4145-AC5F-CABB26E1CBD0}"/>
              </a:ext>
            </a:extLst>
          </p:cNvPr>
          <p:cNvSpPr>
            <a:spLocks xmlns:a="http://schemas.openxmlformats.org/drawingml/2006/main" noGrp="1"/>
          </p:cNvSpPr>
          <p:nvPr/>
        </p:nvSpPr>
        <p:spPr>
          <a:xfrm xmlns:a="http://schemas.openxmlformats.org/drawingml/2006/main">
            <a:off x="3746500" y="3644900"/>
            <a:ext cx="2222500" cy="95"/>
          </a:xfrm>
          <a:custGeom xmlns:a="http://schemas.openxmlformats.org/drawingml/2006/main">
            <a:pathLst>
              <a:path w="2222500" h="95">
                <a:moveTo>
                  <a:pt x="0" y="0"/>
                </a:moveTo>
                <a:lnTo>
                  <a:pt x="22225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3" name="capability_v1_s31_o13">
            <a:extLst xmlns:a="http://schemas.openxmlformats.org/drawingml/2006/main">
              <a:ext uri="{FF2B5EF4-FFF2-40B4-BE49-F238E27FC236}">
                <a16:creationId xmlns:a16="http://schemas.microsoft.com/office/drawing/2014/main" id="{AD14A5D4-0B57-40CC-9158-C01D1F49A2FD}"/>
              </a:ext>
            </a:extLst>
          </p:cNvPr>
          <p:cNvSpPr>
            <a:spLocks xmlns:a="http://schemas.openxmlformats.org/drawingml/2006/main" noGrp="1"/>
          </p:cNvSpPr>
          <p:nvPr/>
        </p:nvSpPr>
        <p:spPr>
          <a:xfrm xmlns:a="http://schemas.openxmlformats.org/drawingml/2006/main">
            <a:off x="3746500" y="3644900"/>
            <a:ext cx="2222500" cy="95"/>
          </a:xfrm>
          <a:custGeom xmlns:a="http://schemas.openxmlformats.org/drawingml/2006/main">
            <a:pathLst>
              <a:path w="2222500" h="95">
                <a:moveTo>
                  <a:pt x="0" y="0"/>
                </a:moveTo>
                <a:lnTo>
                  <a:pt x="2222500" y="0"/>
                </a:lnTo>
              </a:path>
            </a:pathLst>
          </a:custGeom>
          <a:noFill xmlns:a="http://schemas.openxmlformats.org/drawingml/2006/main"/>
          <a:ln xmlns:a="http://schemas.openxmlformats.org/drawingml/2006/main" w="31750">
            <a:solidFill>
              <a:srgbClr val="FF5F70"/>
            </a:solidFill>
            <a:prstDash val="solid"/>
          </a:ln>
        </p:spPr>
      </p:sp>
      <p:sp>
        <p:nvSpPr>
          <p:cNvPr id="14" name="capability_v1_s31_o13_arrow">
            <a:extLst xmlns:a="http://schemas.openxmlformats.org/drawingml/2006/main">
              <a:ext uri="{FF2B5EF4-FFF2-40B4-BE49-F238E27FC236}">
                <a16:creationId xmlns:a16="http://schemas.microsoft.com/office/drawing/2014/main" id="{7F8A8F56-7D49-4A9F-B7BA-E04EEA45DEFE}"/>
              </a:ext>
            </a:extLst>
          </p:cNvPr>
          <p:cNvSpPr>
            <a:spLocks xmlns:a="http://schemas.openxmlformats.org/drawingml/2006/main" noGrp="1"/>
          </p:cNvSpPr>
          <p:nvPr/>
        </p:nvSpPr>
        <p:spPr>
          <a:xfrm xmlns:a="http://schemas.openxmlformats.org/drawingml/2006/main">
            <a:off x="5892800" y="36055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F5F70"/>
          </a:solidFill>
          <a:ln xmlns:a="http://schemas.openxmlformats.org/drawingml/2006/main" w="0">
            <a:noFill/>
          </a:ln>
        </p:spPr>
      </p:sp>
      <p:sp>
        <p:nvSpPr>
          <p:cNvPr id="15" name="capability_v1_s31_o14">
            <a:extLst xmlns:a="http://schemas.openxmlformats.org/drawingml/2006/main">
              <a:ext uri="{FF2B5EF4-FFF2-40B4-BE49-F238E27FC236}">
                <a16:creationId xmlns:a16="http://schemas.microsoft.com/office/drawing/2014/main" id="{D8AB0FFF-305D-4863-8CA4-7CDEB8AE1639}"/>
              </a:ext>
            </a:extLst>
          </p:cNvPr>
          <p:cNvSpPr>
            <a:spLocks xmlns:a="http://schemas.openxmlformats.org/drawingml/2006/main" noGrp="1"/>
          </p:cNvSpPr>
          <p:nvPr/>
        </p:nvSpPr>
        <p:spPr>
          <a:xfrm xmlns:a="http://schemas.openxmlformats.org/drawingml/2006/main">
            <a:off x="6794500" y="3302000"/>
            <a:ext cx="4254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000" b="0">
                <a:solidFill>
                  <a:srgbClr val="A8B8CA"/>
                </a:solidFill>
                <a:latin typeface="Arial"/>
                <a:ea typeface="Arial"/>
                <a:cs typeface="Arial"/>
              </a:defRPr>
            </a:defPPr>
          </a:lstStyle>
          <a:p xmlns:a="http://schemas.openxmlformats.org/drawingml/2006/main">
            <a:pPr algn="l">
              <a:lnSpc>
                <a:spcPct val="108000"/>
              </a:lnSpc>
              <a:buNone/>
              <a:defRPr sz="2000" b="0">
                <a:solidFill>
                  <a:srgbClr val="A8B8CA"/>
                </a:solidFill>
                <a:latin typeface="Arial"/>
                <a:ea typeface="Arial"/>
                <a:cs typeface="Arial"/>
              </a:defRPr>
            </a:pPr>
            <a:r>
              <a:rPr sz="2000" b="0">
                <a:solidFill>
                  <a:srgbClr val="A8B8CA"/>
                </a:solidFill>
                <a:latin typeface="Arial"/>
                <a:ea typeface="Arial"/>
                <a:cs typeface="Arial"/>
              </a:rPr>
              <a:t>No linked evidence returned</a:t>
            </a:r>
          </a:p>
        </p:txBody>
      </p:sp>
      <p:sp>
        <p:nvSpPr>
          <p:cNvPr id="16" name="capability_v1_s31_o15">
            <a:extLst xmlns:a="http://schemas.openxmlformats.org/drawingml/2006/main">
              <a:ext uri="{FF2B5EF4-FFF2-40B4-BE49-F238E27FC236}">
                <a16:creationId xmlns:a16="http://schemas.microsoft.com/office/drawing/2014/main" id="{21240BB8-3968-4C5D-8191-FBD7CBFD7D88}"/>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fixture and proof declarations; execution results are not queried</a:t>
            </a:r>
          </a:p>
        </p:txBody>
      </p:sp>
      <p:sp>
        <p:nvSpPr>
          <p:cNvPr id="17" name="capability_v1_s31_o16">
            <a:extLst xmlns:a="http://schemas.openxmlformats.org/drawingml/2006/main">
              <a:ext uri="{FF2B5EF4-FFF2-40B4-BE49-F238E27FC236}">
                <a16:creationId xmlns:a16="http://schemas.microsoft.com/office/drawing/2014/main" id="{4A8667A1-98C0-4728-99C1-2299AFC57617}"/>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93114534"/>
      </p:ext>
    </p:extLst>
  </p:cSld>
</p:sld>
</file>

<file path=ppt/slides/slide3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72" name="capability_v1_s32_o1">
            <a:extLst xmlns:a="http://schemas.openxmlformats.org/drawingml/2006/main">
              <a:ext uri="{FF2B5EF4-FFF2-40B4-BE49-F238E27FC236}">
                <a16:creationId xmlns:a16="http://schemas.microsoft.com/office/drawing/2014/main" id="{022831C4-0277-48E7-920F-8309C4B0CE4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11 · Alignment evaluation</a:t>
            </a:r>
          </a:p>
        </p:txBody>
      </p:sp>
      <p:sp>
        <p:nvSpPr>
          <p:cNvPr id="2" name="capability_v1_s32_o2">
            <a:extLst xmlns:a="http://schemas.openxmlformats.org/drawingml/2006/main">
              <a:ext uri="{FF2B5EF4-FFF2-40B4-BE49-F238E27FC236}">
                <a16:creationId xmlns:a16="http://schemas.microsoft.com/office/drawing/2014/main" id="{1F9D14C6-7EFB-47E1-BC97-C07B038D080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evidence supports consistency across the layers?</a:t>
            </a:r>
          </a:p>
        </p:txBody>
      </p:sp>
      <p:sp>
        <p:nvSpPr>
          <p:cNvPr id="3" name="capability_v1_s32_o3">
            <a:extLst xmlns:a="http://schemas.openxmlformats.org/drawingml/2006/main">
              <a:ext uri="{FF2B5EF4-FFF2-40B4-BE49-F238E27FC236}">
                <a16:creationId xmlns:a16="http://schemas.microsoft.com/office/drawing/2014/main" id="{6F8BC353-740A-4D0B-AFE0-416C23E495B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32</a:t>
            </a:r>
          </a:p>
        </p:txBody>
      </p:sp>
      <p:sp>
        <p:nvSpPr>
          <p:cNvPr id="4" name="capability_v1_s32_o4">
            <a:extLst xmlns:a="http://schemas.openxmlformats.org/drawingml/2006/main">
              <a:ext uri="{FF2B5EF4-FFF2-40B4-BE49-F238E27FC236}">
                <a16:creationId xmlns:a16="http://schemas.microsoft.com/office/drawing/2014/main" id="{5FA97433-4C4C-4C0F-A69F-710C3A40244B}"/>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32_o5">
            <a:extLst xmlns:a="http://schemas.openxmlformats.org/drawingml/2006/main">
              <a:ext uri="{FF2B5EF4-FFF2-40B4-BE49-F238E27FC236}">
                <a16:creationId xmlns:a16="http://schemas.microsoft.com/office/drawing/2014/main" id="{D18CFFEB-96D0-4326-AF94-7A82CD614DEF}"/>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32_o6">
            <a:extLst xmlns:a="http://schemas.openxmlformats.org/drawingml/2006/main">
              <a:ext uri="{FF2B5EF4-FFF2-40B4-BE49-F238E27FC236}">
                <a16:creationId xmlns:a16="http://schemas.microsoft.com/office/drawing/2014/main" id="{4DBCB18A-BBB7-4B69-B429-8429F85F75A9}"/>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32_o7">
            <a:extLst xmlns:a="http://schemas.openxmlformats.org/drawingml/2006/main">
              <a:ext uri="{FF2B5EF4-FFF2-40B4-BE49-F238E27FC236}">
                <a16:creationId xmlns:a16="http://schemas.microsoft.com/office/drawing/2014/main" id="{85FC533F-5A65-427F-9272-81C245D0D104}"/>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32_o8">
            <a:extLst xmlns:a="http://schemas.openxmlformats.org/drawingml/2006/main">
              <a:ext uri="{FF2B5EF4-FFF2-40B4-BE49-F238E27FC236}">
                <a16:creationId xmlns:a16="http://schemas.microsoft.com/office/drawing/2014/main" id="{00627D7A-E5D3-4302-8DFA-49E314C3019A}"/>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32_o9">
            <a:extLst xmlns:a="http://schemas.openxmlformats.org/drawingml/2006/main">
              <a:ext uri="{FF2B5EF4-FFF2-40B4-BE49-F238E27FC236}">
                <a16:creationId xmlns:a16="http://schemas.microsoft.com/office/drawing/2014/main" id="{14E28D37-C79E-4F13-A3A6-FD678EAF6EFC}"/>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Cross layer</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consistency</a:t>
            </a:r>
          </a:p>
        </p:txBody>
      </p:sp>
      <p:sp>
        <p:nvSpPr>
          <p:cNvPr id="10" name="capability_v1_s32_o10">
            <a:extLst xmlns:a="http://schemas.openxmlformats.org/drawingml/2006/main">
              <a:ext uri="{FF2B5EF4-FFF2-40B4-BE49-F238E27FC236}">
                <a16:creationId xmlns:a16="http://schemas.microsoft.com/office/drawing/2014/main" id="{50E89A0A-ED87-49F9-92B2-3DE673D822C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1" name="capability_v1_s32_o11">
            <a:extLst xmlns:a="http://schemas.openxmlformats.org/drawingml/2006/main">
              <a:ext uri="{FF2B5EF4-FFF2-40B4-BE49-F238E27FC236}">
                <a16:creationId xmlns:a16="http://schemas.microsoft.com/office/drawing/2014/main" id="{69108EB4-C426-40DF-A360-271EED2B148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F5F70">
                <a:alpha val="7000"/>
              </a:srgbClr>
            </a:solidFill>
            <a:prstDash val="solid"/>
          </a:ln>
        </p:spPr>
      </p:sp>
      <p:sp>
        <p:nvSpPr>
          <p:cNvPr id="12" name="capability_v1_s32_o12">
            <a:extLst xmlns:a="http://schemas.openxmlformats.org/drawingml/2006/main">
              <a:ext uri="{FF2B5EF4-FFF2-40B4-BE49-F238E27FC236}">
                <a16:creationId xmlns:a16="http://schemas.microsoft.com/office/drawing/2014/main" id="{EE0774A1-3245-4C4E-9627-08FE3741E6CB}"/>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3" name="capability_v1_s32_o13">
            <a:extLst xmlns:a="http://schemas.openxmlformats.org/drawingml/2006/main">
              <a:ext uri="{FF2B5EF4-FFF2-40B4-BE49-F238E27FC236}">
                <a16:creationId xmlns:a16="http://schemas.microsoft.com/office/drawing/2014/main" id="{A913D45B-3A67-4B2D-956D-FC37200E98A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F5F70"/>
            </a:solidFill>
            <a:prstDash val="solid"/>
          </a:ln>
        </p:spPr>
      </p:sp>
      <p:sp>
        <p:nvSpPr>
          <p:cNvPr id="14" name="capability_v1_s32_o14">
            <a:extLst xmlns:a="http://schemas.openxmlformats.org/drawingml/2006/main">
              <a:ext uri="{FF2B5EF4-FFF2-40B4-BE49-F238E27FC236}">
                <a16:creationId xmlns:a16="http://schemas.microsoft.com/office/drawing/2014/main" id="{CA515F59-AECD-4411-A430-10DDD8FBDED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F5F70"/>
            </a:solidFill>
            <a:prstDash val="solid"/>
          </a:ln>
        </p:spPr>
      </p:sp>
      <p:sp>
        <p:nvSpPr>
          <p:cNvPr id="15" name="capability_v1_s32_o15">
            <a:extLst xmlns:a="http://schemas.openxmlformats.org/drawingml/2006/main">
              <a:ext uri="{FF2B5EF4-FFF2-40B4-BE49-F238E27FC236}">
                <a16:creationId xmlns:a16="http://schemas.microsoft.com/office/drawing/2014/main" id="{021841EE-9EBC-49B7-ACE4-1330D3284F0B}"/>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F5F70"/>
            </a:solidFill>
            <a:prstDash val="solid"/>
          </a:ln>
        </p:spPr>
      </p:sp>
      <p:sp>
        <p:nvSpPr>
          <p:cNvPr id="16" name="capability_v1_s32_o15_arrow">
            <a:extLst xmlns:a="http://schemas.openxmlformats.org/drawingml/2006/main">
              <a:ext uri="{FF2B5EF4-FFF2-40B4-BE49-F238E27FC236}">
                <a16:creationId xmlns:a16="http://schemas.microsoft.com/office/drawing/2014/main" id="{0B3B99F6-EB81-443D-A6FE-6AE8CB7FAD88}"/>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F5F70"/>
          </a:solidFill>
          <a:ln xmlns:a="http://schemas.openxmlformats.org/drawingml/2006/main" w="0">
            <a:noFill/>
          </a:ln>
        </p:spPr>
      </p:sp>
      <p:sp>
        <p:nvSpPr>
          <p:cNvPr id="17" name="capability_v1_s32_o16">
            <a:extLst xmlns:a="http://schemas.openxmlformats.org/drawingml/2006/main">
              <a:ext uri="{FF2B5EF4-FFF2-40B4-BE49-F238E27FC236}">
                <a16:creationId xmlns:a16="http://schemas.microsoft.com/office/drawing/2014/main" id="{23FB3627-0691-49AF-9294-0E3862618752}"/>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F5F70">
              <a:alpha val="10000"/>
            </a:srgbClr>
          </a:solidFill>
          <a:ln xmlns:a="http://schemas.openxmlformats.org/drawingml/2006/main" w="0">
            <a:noFill/>
          </a:ln>
        </p:spPr>
      </p:sp>
      <p:sp>
        <p:nvSpPr>
          <p:cNvPr id="18" name="capability_v1_s32_o17">
            <a:extLst xmlns:a="http://schemas.openxmlformats.org/drawingml/2006/main">
              <a:ext uri="{FF2B5EF4-FFF2-40B4-BE49-F238E27FC236}">
                <a16:creationId xmlns:a16="http://schemas.microsoft.com/office/drawing/2014/main" id="{E1A50402-4B02-48E6-ACC4-06675F90B62B}"/>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F5F70"/>
          </a:solidFill>
          <a:ln xmlns:a="http://schemas.openxmlformats.org/drawingml/2006/main" w="12700">
            <a:solidFill>
              <a:srgbClr val="06111F"/>
            </a:solidFill>
          </a:ln>
        </p:spPr>
      </p:sp>
      <p:sp>
        <p:nvSpPr>
          <p:cNvPr id="19" name="capability_v1_s32_o18">
            <a:extLst xmlns:a="http://schemas.openxmlformats.org/drawingml/2006/main">
              <a:ext uri="{FF2B5EF4-FFF2-40B4-BE49-F238E27FC236}">
                <a16:creationId xmlns:a16="http://schemas.microsoft.com/office/drawing/2014/main" id="{F280357F-2287-4A24-A9FB-E8622E39D5E0}"/>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32_o19">
            <a:extLst xmlns:a="http://schemas.openxmlformats.org/drawingml/2006/main">
              <a:ext uri="{FF2B5EF4-FFF2-40B4-BE49-F238E27FC236}">
                <a16:creationId xmlns:a16="http://schemas.microsoft.com/office/drawing/2014/main" id="{C3445A23-2CA3-431E-A15B-8E74BAC77DAF}"/>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F5F70"/>
            </a:solidFill>
          </a:ln>
        </p:spPr>
      </p:sp>
      <p:sp>
        <p:nvSpPr>
          <p:cNvPr id="21" name="capability_v1_s32_o20">
            <a:extLst xmlns:a="http://schemas.openxmlformats.org/drawingml/2006/main">
              <a:ext uri="{FF2B5EF4-FFF2-40B4-BE49-F238E27FC236}">
                <a16:creationId xmlns:a16="http://schemas.microsoft.com/office/drawing/2014/main" id="{AF543A71-1AA2-4AB6-8CB1-3AC84F4503A6}"/>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F5F70">
              <a:alpha val="50000"/>
            </a:srgbClr>
          </a:solidFill>
          <a:ln xmlns:a="http://schemas.openxmlformats.org/drawingml/2006/main" w="0">
            <a:noFill/>
          </a:ln>
        </p:spPr>
      </p:sp>
      <p:sp>
        <p:nvSpPr>
          <p:cNvPr id="22" name="capability_v1_s32_o21">
            <a:extLst xmlns:a="http://schemas.openxmlformats.org/drawingml/2006/main">
              <a:ext uri="{FF2B5EF4-FFF2-40B4-BE49-F238E27FC236}">
                <a16:creationId xmlns:a16="http://schemas.microsoft.com/office/drawing/2014/main" id="{40076CA6-DD95-4EA3-8EF7-9D81F8FEE2A8}"/>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F5F70"/>
            </a:solidFill>
            <a:prstDash val="solid"/>
          </a:ln>
        </p:spPr>
      </p:sp>
      <p:sp>
        <p:nvSpPr>
          <p:cNvPr id="23" name="capability_v1_s32_o22">
            <a:extLst xmlns:a="http://schemas.openxmlformats.org/drawingml/2006/main">
              <a:ext uri="{FF2B5EF4-FFF2-40B4-BE49-F238E27FC236}">
                <a16:creationId xmlns:a16="http://schemas.microsoft.com/office/drawing/2014/main" id="{79E8EF67-03F0-485B-8B02-8AA6D2E10EFF}"/>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F5F70"/>
            </a:solidFill>
            <a:prstDash val="solid"/>
          </a:ln>
        </p:spPr>
      </p:sp>
      <p:sp>
        <p:nvSpPr>
          <p:cNvPr id="24" name="capability_v1_s32_o23">
            <a:extLst xmlns:a="http://schemas.openxmlformats.org/drawingml/2006/main">
              <a:ext uri="{FF2B5EF4-FFF2-40B4-BE49-F238E27FC236}">
                <a16:creationId xmlns:a16="http://schemas.microsoft.com/office/drawing/2014/main" id="{297336E3-AE63-4038-87C7-F4D4A5BA5B59}"/>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Parsed and retained Gherkin gap</a:t>
            </a:r>
          </a:p>
        </p:txBody>
      </p:sp>
      <p:sp>
        <p:nvSpPr>
          <p:cNvPr id="25" name="capability_v1_s32_o24">
            <a:extLst xmlns:a="http://schemas.openxmlformats.org/drawingml/2006/main">
              <a:ext uri="{FF2B5EF4-FFF2-40B4-BE49-F238E27FC236}">
                <a16:creationId xmlns:a16="http://schemas.microsoft.com/office/drawing/2014/main" id="{0B83997D-7B6E-46AD-901A-FB873131A5B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6" name="capability_v1_s32_o25">
            <a:extLst xmlns:a="http://schemas.openxmlformats.org/drawingml/2006/main">
              <a:ext uri="{FF2B5EF4-FFF2-40B4-BE49-F238E27FC236}">
                <a16:creationId xmlns:a16="http://schemas.microsoft.com/office/drawing/2014/main" id="{5C6B3DD2-F157-4697-95DA-BB2803BAFBFF}"/>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27" name="capability_v1_s32_o26">
            <a:extLst xmlns:a="http://schemas.openxmlformats.org/drawingml/2006/main">
              <a:ext uri="{FF2B5EF4-FFF2-40B4-BE49-F238E27FC236}">
                <a16:creationId xmlns:a16="http://schemas.microsoft.com/office/drawing/2014/main" id="{9E146F2F-24D8-4182-A472-C87A974FECFA}"/>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8" name="capability_v1_s32_o27">
            <a:extLst xmlns:a="http://schemas.openxmlformats.org/drawingml/2006/main">
              <a:ext uri="{FF2B5EF4-FFF2-40B4-BE49-F238E27FC236}">
                <a16:creationId xmlns:a16="http://schemas.microsoft.com/office/drawing/2014/main" id="{60E2F86B-458A-4A2F-8622-22129989609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29" name="capability_v1_s32_o28">
            <a:extLst xmlns:a="http://schemas.openxmlformats.org/drawingml/2006/main">
              <a:ext uri="{FF2B5EF4-FFF2-40B4-BE49-F238E27FC236}">
                <a16:creationId xmlns:a16="http://schemas.microsoft.com/office/drawing/2014/main" id="{92096231-62C9-496A-A2BE-DDBDBF54D042}"/>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DE0B0"/>
            </a:solidFill>
            <a:prstDash val="solid"/>
          </a:ln>
        </p:spPr>
      </p:sp>
      <p:sp>
        <p:nvSpPr>
          <p:cNvPr id="30" name="capability_v1_s32_o29">
            <a:extLst xmlns:a="http://schemas.openxmlformats.org/drawingml/2006/main">
              <a:ext uri="{FF2B5EF4-FFF2-40B4-BE49-F238E27FC236}">
                <a16:creationId xmlns:a16="http://schemas.microsoft.com/office/drawing/2014/main" id="{AC9E3A85-334D-4D3A-ACC2-B446015A6A16}"/>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31" name="capability_v1_s32_o29_arrow">
            <a:extLst xmlns:a="http://schemas.openxmlformats.org/drawingml/2006/main">
              <a:ext uri="{FF2B5EF4-FFF2-40B4-BE49-F238E27FC236}">
                <a16:creationId xmlns:a16="http://schemas.microsoft.com/office/drawing/2014/main" id="{005F50E7-CC85-4B35-BB2F-FB5F341B1A72}"/>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32" name="capability_v1_s32_o30">
            <a:extLst xmlns:a="http://schemas.openxmlformats.org/drawingml/2006/main">
              <a:ext uri="{FF2B5EF4-FFF2-40B4-BE49-F238E27FC236}">
                <a16:creationId xmlns:a16="http://schemas.microsoft.com/office/drawing/2014/main" id="{CBCFF720-0A69-4820-95A8-BF8743BDDC87}"/>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33" name="capability_v1_s32_o31">
            <a:extLst xmlns:a="http://schemas.openxmlformats.org/drawingml/2006/main">
              <a:ext uri="{FF2B5EF4-FFF2-40B4-BE49-F238E27FC236}">
                <a16:creationId xmlns:a16="http://schemas.microsoft.com/office/drawing/2014/main" id="{EB7C2AD1-888D-4FA9-B8A2-0725BCC87EF4}"/>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34" name="capability_v1_s32_o32">
            <a:extLst xmlns:a="http://schemas.openxmlformats.org/drawingml/2006/main">
              <a:ext uri="{FF2B5EF4-FFF2-40B4-BE49-F238E27FC236}">
                <a16:creationId xmlns:a16="http://schemas.microsoft.com/office/drawing/2014/main" id="{0B045658-0AF5-4E46-94E3-60CD558C4A94}"/>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32_o33">
            <a:extLst xmlns:a="http://schemas.openxmlformats.org/drawingml/2006/main">
              <a:ext uri="{FF2B5EF4-FFF2-40B4-BE49-F238E27FC236}">
                <a16:creationId xmlns:a16="http://schemas.microsoft.com/office/drawing/2014/main" id="{977F5141-6714-4D23-AA93-90FB77D3B3A1}"/>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36" name="capability_v1_s32_o34">
            <a:extLst xmlns:a="http://schemas.openxmlformats.org/drawingml/2006/main">
              <a:ext uri="{FF2B5EF4-FFF2-40B4-BE49-F238E27FC236}">
                <a16:creationId xmlns:a16="http://schemas.microsoft.com/office/drawing/2014/main" id="{83E3AB45-A5F2-4373-BD42-F6294DC9F8C6}"/>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37" name="capability_v1_s32_o35">
            <a:extLst xmlns:a="http://schemas.openxmlformats.org/drawingml/2006/main">
              <a:ext uri="{FF2B5EF4-FFF2-40B4-BE49-F238E27FC236}">
                <a16:creationId xmlns:a16="http://schemas.microsoft.com/office/drawing/2014/main" id="{9BEFBB5D-1544-4B39-80C2-E934659A2E23}"/>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38" name="capability_v1_s32_o36">
            <a:extLst xmlns:a="http://schemas.openxmlformats.org/drawingml/2006/main">
              <a:ext uri="{FF2B5EF4-FFF2-40B4-BE49-F238E27FC236}">
                <a16:creationId xmlns:a16="http://schemas.microsoft.com/office/drawing/2014/main" id="{93B99B64-6637-4BFB-A768-87A72A9ED47D}"/>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39" name="capability_v1_s32_o37">
            <a:extLst xmlns:a="http://schemas.openxmlformats.org/drawingml/2006/main">
              <a:ext uri="{FF2B5EF4-FFF2-40B4-BE49-F238E27FC236}">
                <a16:creationId xmlns:a16="http://schemas.microsoft.com/office/drawing/2014/main" id="{40CA86FD-CEE1-4B41-8925-FF4F4850A465}"/>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authority references</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resolved</a:t>
            </a:r>
          </a:p>
        </p:txBody>
      </p:sp>
      <p:sp>
        <p:nvSpPr>
          <p:cNvPr id="40" name="capability_v1_s32_o38">
            <a:extLst xmlns:a="http://schemas.openxmlformats.org/drawingml/2006/main">
              <a:ext uri="{FF2B5EF4-FFF2-40B4-BE49-F238E27FC236}">
                <a16:creationId xmlns:a16="http://schemas.microsoft.com/office/drawing/2014/main" id="{1B91CA37-A548-49BA-BB96-9EA69B49BA0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1_s32_o39">
            <a:extLst xmlns:a="http://schemas.openxmlformats.org/drawingml/2006/main">
              <a:ext uri="{FF2B5EF4-FFF2-40B4-BE49-F238E27FC236}">
                <a16:creationId xmlns:a16="http://schemas.microsoft.com/office/drawing/2014/main" id="{01A9B075-DBAD-4596-84C9-146459464D67}"/>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1_s32_o40">
            <a:extLst xmlns:a="http://schemas.openxmlformats.org/drawingml/2006/main">
              <a:ext uri="{FF2B5EF4-FFF2-40B4-BE49-F238E27FC236}">
                <a16:creationId xmlns:a16="http://schemas.microsoft.com/office/drawing/2014/main" id="{9B9400DF-17D1-4DC4-A3D6-ED463D57C0AA}"/>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1_s32_o41">
            <a:extLst xmlns:a="http://schemas.openxmlformats.org/drawingml/2006/main">
              <a:ext uri="{FF2B5EF4-FFF2-40B4-BE49-F238E27FC236}">
                <a16:creationId xmlns:a16="http://schemas.microsoft.com/office/drawing/2014/main" id="{4E0D30B7-2DF3-48E3-A430-0ED76DEAD8DE}"/>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1_s32_o42">
            <a:extLst xmlns:a="http://schemas.openxmlformats.org/drawingml/2006/main">
              <a:ext uri="{FF2B5EF4-FFF2-40B4-BE49-F238E27FC236}">
                <a16:creationId xmlns:a16="http://schemas.microsoft.com/office/drawing/2014/main" id="{DA4B582B-A448-46EB-B59C-8DC1DBDB91C7}"/>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1_s32_o43">
            <a:extLst xmlns:a="http://schemas.openxmlformats.org/drawingml/2006/main">
              <a:ext uri="{FF2B5EF4-FFF2-40B4-BE49-F238E27FC236}">
                <a16:creationId xmlns:a16="http://schemas.microsoft.com/office/drawing/2014/main" id="{9BBE3F60-E574-49DC-AAE7-D8E526A005DB}"/>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1_s32_o43_arrow">
            <a:extLst xmlns:a="http://schemas.openxmlformats.org/drawingml/2006/main">
              <a:ext uri="{FF2B5EF4-FFF2-40B4-BE49-F238E27FC236}">
                <a16:creationId xmlns:a16="http://schemas.microsoft.com/office/drawing/2014/main" id="{3EBF1844-949F-41AF-8FF6-38352C541115}"/>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1_s32_o44">
            <a:extLst xmlns:a="http://schemas.openxmlformats.org/drawingml/2006/main">
              <a:ext uri="{FF2B5EF4-FFF2-40B4-BE49-F238E27FC236}">
                <a16:creationId xmlns:a16="http://schemas.microsoft.com/office/drawing/2014/main" id="{0CB57CE2-5487-4EA7-BCFF-746DB9467423}"/>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1_s32_o45">
            <a:extLst xmlns:a="http://schemas.openxmlformats.org/drawingml/2006/main">
              <a:ext uri="{FF2B5EF4-FFF2-40B4-BE49-F238E27FC236}">
                <a16:creationId xmlns:a16="http://schemas.microsoft.com/office/drawing/2014/main" id="{520C6B53-E1DC-4EFA-BFEB-9A94245128DF}"/>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1_s32_o46">
            <a:extLst xmlns:a="http://schemas.openxmlformats.org/drawingml/2006/main">
              <a:ext uri="{FF2B5EF4-FFF2-40B4-BE49-F238E27FC236}">
                <a16:creationId xmlns:a16="http://schemas.microsoft.com/office/drawing/2014/main" id="{BF455AB2-4229-43D5-ABDE-0A576655E7F9}"/>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1_s32_o47">
            <a:extLst xmlns:a="http://schemas.openxmlformats.org/drawingml/2006/main">
              <a:ext uri="{FF2B5EF4-FFF2-40B4-BE49-F238E27FC236}">
                <a16:creationId xmlns:a16="http://schemas.microsoft.com/office/drawing/2014/main" id="{8928F8EE-A6BC-4705-94C5-D7161EB5FE81}"/>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1_s32_o48">
            <a:extLst xmlns:a="http://schemas.openxmlformats.org/drawingml/2006/main">
              <a:ext uri="{FF2B5EF4-FFF2-40B4-BE49-F238E27FC236}">
                <a16:creationId xmlns:a16="http://schemas.microsoft.com/office/drawing/2014/main" id="{71AD7475-2AC5-4642-9703-BE77D4AC17B8}"/>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1_s32_o49">
            <a:extLst xmlns:a="http://schemas.openxmlformats.org/drawingml/2006/main">
              <a:ext uri="{FF2B5EF4-FFF2-40B4-BE49-F238E27FC236}">
                <a16:creationId xmlns:a16="http://schemas.microsoft.com/office/drawing/2014/main" id="{C652CCF9-0B16-467E-9E30-ABF8DC17E83A}"/>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1_s32_o50">
            <a:extLst xmlns:a="http://schemas.openxmlformats.org/drawingml/2006/main">
              <a:ext uri="{FF2B5EF4-FFF2-40B4-BE49-F238E27FC236}">
                <a16:creationId xmlns:a16="http://schemas.microsoft.com/office/drawing/2014/main" id="{893E3739-FFBE-4419-BFFE-A960869E255F}"/>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1_s32_o51">
            <a:extLst xmlns:a="http://schemas.openxmlformats.org/drawingml/2006/main">
              <a:ext uri="{FF2B5EF4-FFF2-40B4-BE49-F238E27FC236}">
                <a16:creationId xmlns:a16="http://schemas.microsoft.com/office/drawing/2014/main" id="{1E7B0906-E6F1-444B-ABDE-1E1A548AD8DF}"/>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Port binding references resolved</a:t>
            </a:r>
          </a:p>
        </p:txBody>
      </p:sp>
      <p:sp>
        <p:nvSpPr>
          <p:cNvPr id="55" name="capability_v1_s32_o52">
            <a:extLst xmlns:a="http://schemas.openxmlformats.org/drawingml/2006/main">
              <a:ext uri="{FF2B5EF4-FFF2-40B4-BE49-F238E27FC236}">
                <a16:creationId xmlns:a16="http://schemas.microsoft.com/office/drawing/2014/main" id="{FDE0BDAF-4D6F-43B7-B01B-8614F1084003}"/>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56" name="capability_v1_s32_o53">
            <a:extLst xmlns:a="http://schemas.openxmlformats.org/drawingml/2006/main">
              <a:ext uri="{FF2B5EF4-FFF2-40B4-BE49-F238E27FC236}">
                <a16:creationId xmlns:a16="http://schemas.microsoft.com/office/drawing/2014/main" id="{2C426908-8F0D-49C8-939D-D77E949C6B03}"/>
              </a:ext>
            </a:extLst>
          </p:cNvPr>
          <p:cNvSpPr>
            <a:spLocks xmlns:a="http://schemas.openxmlformats.org/drawingml/2006/main" noGrp="1"/>
          </p:cNvSpPr>
          <p:nvPr/>
        </p:nvSpPr>
        <p:spPr>
          <a:xfrm xmlns:a="http://schemas.openxmlformats.org/drawingml/2006/main">
            <a:off x="4699000" y="3644900"/>
            <a:ext cx="95" cy="1549400"/>
          </a:xfrm>
          <a:custGeom xmlns:a="http://schemas.openxmlformats.org/drawingml/2006/main">
            <a:pathLst>
              <a:path w="95" h="1549400">
                <a:moveTo>
                  <a:pt x="0" y="0"/>
                </a:moveTo>
                <a:lnTo>
                  <a:pt x="0" y="1549400"/>
                </a:lnTo>
              </a:path>
            </a:pathLst>
          </a:custGeom>
          <a:noFill xmlns:a="http://schemas.openxmlformats.org/drawingml/2006/main"/>
          <a:ln xmlns:a="http://schemas.openxmlformats.org/drawingml/2006/main" w="95250">
            <a:solidFill>
              <a:srgbClr val="4DE0B0">
                <a:alpha val="7000"/>
              </a:srgbClr>
            </a:solidFill>
            <a:prstDash val="solid"/>
          </a:ln>
        </p:spPr>
      </p:sp>
      <p:sp>
        <p:nvSpPr>
          <p:cNvPr id="57" name="capability_v1_s32_o54">
            <a:extLst xmlns:a="http://schemas.openxmlformats.org/drawingml/2006/main">
              <a:ext uri="{FF2B5EF4-FFF2-40B4-BE49-F238E27FC236}">
                <a16:creationId xmlns:a16="http://schemas.microsoft.com/office/drawing/2014/main" id="{90B75FA1-22D2-49EE-B714-D0592DBD5081}"/>
              </a:ext>
            </a:extLst>
          </p:cNvPr>
          <p:cNvSpPr>
            <a:spLocks xmlns:a="http://schemas.openxmlformats.org/drawingml/2006/main" noGrp="1"/>
          </p:cNvSpPr>
          <p:nvPr/>
        </p:nvSpPr>
        <p:spPr>
          <a:xfrm xmlns:a="http://schemas.openxmlformats.org/drawingml/2006/main">
            <a:off x="4699000" y="51943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58" name="capability_v1_s32_o55">
            <a:extLst xmlns:a="http://schemas.openxmlformats.org/drawingml/2006/main">
              <a:ext uri="{FF2B5EF4-FFF2-40B4-BE49-F238E27FC236}">
                <a16:creationId xmlns:a16="http://schemas.microsoft.com/office/drawing/2014/main" id="{C4179B40-B21C-4025-A31B-EE772A015CB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59" name="capability_v1_s32_o56">
            <a:extLst xmlns:a="http://schemas.openxmlformats.org/drawingml/2006/main">
              <a:ext uri="{FF2B5EF4-FFF2-40B4-BE49-F238E27FC236}">
                <a16:creationId xmlns:a16="http://schemas.microsoft.com/office/drawing/2014/main" id="{CC081463-3110-4920-A8C5-247502B70421}"/>
              </a:ext>
            </a:extLst>
          </p:cNvPr>
          <p:cNvSpPr>
            <a:spLocks xmlns:a="http://schemas.openxmlformats.org/drawingml/2006/main" noGrp="1"/>
          </p:cNvSpPr>
          <p:nvPr/>
        </p:nvSpPr>
        <p:spPr>
          <a:xfrm xmlns:a="http://schemas.openxmlformats.org/drawingml/2006/main">
            <a:off x="4699000" y="3644900"/>
            <a:ext cx="95" cy="1549400"/>
          </a:xfrm>
          <a:custGeom xmlns:a="http://schemas.openxmlformats.org/drawingml/2006/main">
            <a:pathLst>
              <a:path w="95" h="1549400">
                <a:moveTo>
                  <a:pt x="0" y="0"/>
                </a:moveTo>
                <a:lnTo>
                  <a:pt x="0" y="1549400"/>
                </a:lnTo>
              </a:path>
            </a:pathLst>
          </a:custGeom>
          <a:noFill xmlns:a="http://schemas.openxmlformats.org/drawingml/2006/main"/>
          <a:ln xmlns:a="http://schemas.openxmlformats.org/drawingml/2006/main" w="31750">
            <a:solidFill>
              <a:srgbClr val="4DE0B0"/>
            </a:solidFill>
            <a:prstDash val="solid"/>
          </a:ln>
        </p:spPr>
      </p:sp>
      <p:sp>
        <p:nvSpPr>
          <p:cNvPr id="60" name="capability_v1_s32_o57">
            <a:extLst xmlns:a="http://schemas.openxmlformats.org/drawingml/2006/main">
              <a:ext uri="{FF2B5EF4-FFF2-40B4-BE49-F238E27FC236}">
                <a16:creationId xmlns:a16="http://schemas.microsoft.com/office/drawing/2014/main" id="{61AE3410-159B-496C-BA15-9C123BAE8DE2}"/>
              </a:ext>
            </a:extLst>
          </p:cNvPr>
          <p:cNvSpPr>
            <a:spLocks xmlns:a="http://schemas.openxmlformats.org/drawingml/2006/main" noGrp="1"/>
          </p:cNvSpPr>
          <p:nvPr/>
        </p:nvSpPr>
        <p:spPr>
          <a:xfrm xmlns:a="http://schemas.openxmlformats.org/drawingml/2006/main">
            <a:off x="4699000" y="51943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61" name="capability_v1_s32_o57_arrow">
            <a:extLst xmlns:a="http://schemas.openxmlformats.org/drawingml/2006/main">
              <a:ext uri="{FF2B5EF4-FFF2-40B4-BE49-F238E27FC236}">
                <a16:creationId xmlns:a16="http://schemas.microsoft.com/office/drawing/2014/main" id="{A4A17C71-2989-456B-BAAB-DB7553EAE03B}"/>
              </a:ext>
            </a:extLst>
          </p:cNvPr>
          <p:cNvSpPr>
            <a:spLocks xmlns:a="http://schemas.openxmlformats.org/drawingml/2006/main" noGrp="1"/>
          </p:cNvSpPr>
          <p:nvPr/>
        </p:nvSpPr>
        <p:spPr>
          <a:xfrm xmlns:a="http://schemas.openxmlformats.org/drawingml/2006/main">
            <a:off x="7010400" y="5154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62" name="capability_v1_s32_o58">
            <a:extLst xmlns:a="http://schemas.openxmlformats.org/drawingml/2006/main">
              <a:ext uri="{FF2B5EF4-FFF2-40B4-BE49-F238E27FC236}">
                <a16:creationId xmlns:a16="http://schemas.microsoft.com/office/drawing/2014/main" id="{E857D591-57B6-4C61-99E4-2D641E2E7C19}"/>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63" name="capability_v1_s32_o59">
            <a:extLst xmlns:a="http://schemas.openxmlformats.org/drawingml/2006/main">
              <a:ext uri="{FF2B5EF4-FFF2-40B4-BE49-F238E27FC236}">
                <a16:creationId xmlns:a16="http://schemas.microsoft.com/office/drawing/2014/main" id="{64CFE93E-261B-4E2E-B3E5-34A0B141DC38}"/>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64" name="capability_v1_s32_o60">
            <a:extLst xmlns:a="http://schemas.openxmlformats.org/drawingml/2006/main">
              <a:ext uri="{FF2B5EF4-FFF2-40B4-BE49-F238E27FC236}">
                <a16:creationId xmlns:a16="http://schemas.microsoft.com/office/drawing/2014/main" id="{A23EC834-98D0-4ECF-BFF4-13A0AE4D0C3D}"/>
              </a:ext>
            </a:extLst>
          </p:cNvPr>
          <p:cNvSpPr>
            <a:spLocks xmlns:a="http://schemas.openxmlformats.org/drawingml/2006/main" noGrp="1"/>
          </p:cNvSpPr>
          <p:nvPr/>
        </p:nvSpPr>
        <p:spPr>
          <a:xfrm xmlns:a="http://schemas.openxmlformats.org/drawingml/2006/main">
            <a:off x="7226300" y="49403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65" name="capability_v1_s32_o61">
            <a:extLst xmlns:a="http://schemas.openxmlformats.org/drawingml/2006/main">
              <a:ext uri="{FF2B5EF4-FFF2-40B4-BE49-F238E27FC236}">
                <a16:creationId xmlns:a16="http://schemas.microsoft.com/office/drawing/2014/main" id="{85563993-11E6-4BE9-A16D-12EB1DD1CDBC}"/>
              </a:ext>
            </a:extLst>
          </p:cNvPr>
          <p:cNvSpPr>
            <a:spLocks xmlns:a="http://schemas.openxmlformats.org/drawingml/2006/main" noGrp="1"/>
          </p:cNvSpPr>
          <p:nvPr/>
        </p:nvSpPr>
        <p:spPr>
          <a:xfrm xmlns:a="http://schemas.openxmlformats.org/drawingml/2006/main">
            <a:off x="7175500" y="48768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66" name="capability_v1_s32_o62">
            <a:extLst xmlns:a="http://schemas.openxmlformats.org/drawingml/2006/main">
              <a:ext uri="{FF2B5EF4-FFF2-40B4-BE49-F238E27FC236}">
                <a16:creationId xmlns:a16="http://schemas.microsoft.com/office/drawing/2014/main" id="{05400289-DA5B-4350-A30D-C2A14CC0FC0C}"/>
              </a:ext>
            </a:extLst>
          </p:cNvPr>
          <p:cNvSpPr>
            <a:spLocks xmlns:a="http://schemas.openxmlformats.org/drawingml/2006/main" noGrp="1"/>
          </p:cNvSpPr>
          <p:nvPr/>
        </p:nvSpPr>
        <p:spPr>
          <a:xfrm xmlns:a="http://schemas.openxmlformats.org/drawingml/2006/main">
            <a:off x="7239000" y="49403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67" name="capability_v1_s32_o63">
            <a:extLst xmlns:a="http://schemas.openxmlformats.org/drawingml/2006/main">
              <a:ext uri="{FF2B5EF4-FFF2-40B4-BE49-F238E27FC236}">
                <a16:creationId xmlns:a16="http://schemas.microsoft.com/office/drawing/2014/main" id="{59A394AE-39C3-4DD7-A62F-32B6159F071A}"/>
              </a:ext>
            </a:extLst>
          </p:cNvPr>
          <p:cNvSpPr>
            <a:spLocks xmlns:a="http://schemas.openxmlformats.org/drawingml/2006/main" noGrp="1"/>
          </p:cNvSpPr>
          <p:nvPr/>
        </p:nvSpPr>
        <p:spPr>
          <a:xfrm xmlns:a="http://schemas.openxmlformats.org/drawingml/2006/main">
            <a:off x="7086600" y="52133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68" name="capability_v1_s32_o64">
            <a:extLst xmlns:a="http://schemas.openxmlformats.org/drawingml/2006/main">
              <a:ext uri="{FF2B5EF4-FFF2-40B4-BE49-F238E27FC236}">
                <a16:creationId xmlns:a16="http://schemas.microsoft.com/office/drawing/2014/main" id="{284D4D62-07D1-4209-BB8B-4C21F17A43B8}"/>
              </a:ext>
            </a:extLst>
          </p:cNvPr>
          <p:cNvSpPr>
            <a:spLocks xmlns:a="http://schemas.openxmlformats.org/drawingml/2006/main" noGrp="1"/>
          </p:cNvSpPr>
          <p:nvPr/>
        </p:nvSpPr>
        <p:spPr>
          <a:xfrm xmlns:a="http://schemas.openxmlformats.org/drawingml/2006/main">
            <a:off x="10985500" y="52133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69" name="capability_v1_s32_o65">
            <a:extLst xmlns:a="http://schemas.openxmlformats.org/drawingml/2006/main">
              <a:ext uri="{FF2B5EF4-FFF2-40B4-BE49-F238E27FC236}">
                <a16:creationId xmlns:a16="http://schemas.microsoft.com/office/drawing/2014/main" id="{4D3E3B74-01BA-45F1-AE84-868407167A2C}"/>
              </a:ext>
            </a:extLst>
          </p:cNvPr>
          <p:cNvSpPr>
            <a:spLocks xmlns:a="http://schemas.openxmlformats.org/drawingml/2006/main" noGrp="1"/>
          </p:cNvSpPr>
          <p:nvPr/>
        </p:nvSpPr>
        <p:spPr>
          <a:xfrm xmlns:a="http://schemas.openxmlformats.org/drawingml/2006/main">
            <a:off x="7239000" y="50292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call references resolved</a:t>
            </a:r>
          </a:p>
        </p:txBody>
      </p:sp>
      <p:sp>
        <p:nvSpPr>
          <p:cNvPr id="70" name="capability_v1_s32_o66">
            <a:extLst xmlns:a="http://schemas.openxmlformats.org/drawingml/2006/main">
              <a:ext uri="{FF2B5EF4-FFF2-40B4-BE49-F238E27FC236}">
                <a16:creationId xmlns:a16="http://schemas.microsoft.com/office/drawing/2014/main" id="{B3A10668-DE11-49F7-95D4-D6A97B686302}"/>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computed reference checks; not an estate admission decision</a:t>
            </a:r>
          </a:p>
        </p:txBody>
      </p:sp>
      <p:sp>
        <p:nvSpPr>
          <p:cNvPr id="71" name="capability_v1_s32_o67">
            <a:extLst xmlns:a="http://schemas.openxmlformats.org/drawingml/2006/main">
              <a:ext uri="{FF2B5EF4-FFF2-40B4-BE49-F238E27FC236}">
                <a16:creationId xmlns:a16="http://schemas.microsoft.com/office/drawing/2014/main" id="{072B667A-73DF-4E73-9DD8-9A8C8E29002E}"/>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835022546"/>
      </p:ext>
    </p:extLst>
  </p:cSld>
</p:sld>
</file>

<file path=ppt/slides/slide3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2_s1_o1">
            <a:extLst xmlns:a="http://schemas.openxmlformats.org/drawingml/2006/main">
              <a:ext uri="{FF2B5EF4-FFF2-40B4-BE49-F238E27FC236}">
                <a16:creationId xmlns:a16="http://schemas.microsoft.com/office/drawing/2014/main" id="{57FA1B58-60E6-4872-BA2F-69AC7938813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11 · Alignment evaluation</a:t>
            </a:r>
          </a:p>
        </p:txBody>
      </p:sp>
      <p:sp>
        <p:nvSpPr>
          <p:cNvPr id="2" name="capability_v2_s1_o2">
            <a:extLst xmlns:a="http://schemas.openxmlformats.org/drawingml/2006/main">
              <a:ext uri="{FF2B5EF4-FFF2-40B4-BE49-F238E27FC236}">
                <a16:creationId xmlns:a16="http://schemas.microsoft.com/office/drawing/2014/main" id="{504A8F10-EE4C-4FBB-BD04-6AA3DF9DF95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REFERENCE CHECKS / 2</a:t>
            </a:r>
          </a:p>
        </p:txBody>
      </p:sp>
      <p:sp>
        <p:nvSpPr>
          <p:cNvPr id="3" name="capability_v2_s1_o3">
            <a:extLst xmlns:a="http://schemas.openxmlformats.org/drawingml/2006/main">
              <a:ext uri="{FF2B5EF4-FFF2-40B4-BE49-F238E27FC236}">
                <a16:creationId xmlns:a16="http://schemas.microsoft.com/office/drawing/2014/main" id="{EB6DFDA9-72F7-40F8-9184-DA0B4C40639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33</a:t>
            </a:r>
          </a:p>
        </p:txBody>
      </p:sp>
      <p:sp>
        <p:nvSpPr>
          <p:cNvPr id="4" name="capability_v2_s1_o4">
            <a:extLst xmlns:a="http://schemas.openxmlformats.org/drawingml/2006/main">
              <a:ext uri="{FF2B5EF4-FFF2-40B4-BE49-F238E27FC236}">
                <a16:creationId xmlns:a16="http://schemas.microsoft.com/office/drawing/2014/main" id="{C671A487-4134-4C02-A997-39282D72C490}"/>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1_o5">
            <a:extLst xmlns:a="http://schemas.openxmlformats.org/drawingml/2006/main">
              <a:ext uri="{FF2B5EF4-FFF2-40B4-BE49-F238E27FC236}">
                <a16:creationId xmlns:a16="http://schemas.microsoft.com/office/drawing/2014/main" id="{FBBF9FA6-814A-447A-B849-01DA0C728544}"/>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1_o6">
            <a:extLst xmlns:a="http://schemas.openxmlformats.org/drawingml/2006/main">
              <a:ext uri="{FF2B5EF4-FFF2-40B4-BE49-F238E27FC236}">
                <a16:creationId xmlns:a16="http://schemas.microsoft.com/office/drawing/2014/main" id="{AC13146B-0825-485B-B4A0-BE3C8F30A29C}"/>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1_o7">
            <a:extLst xmlns:a="http://schemas.openxmlformats.org/drawingml/2006/main">
              <a:ext uri="{FF2B5EF4-FFF2-40B4-BE49-F238E27FC236}">
                <a16:creationId xmlns:a16="http://schemas.microsoft.com/office/drawing/2014/main" id="{D39D47DC-3BE0-4B3C-B1AA-28CAFFA8CF07}"/>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1_o8">
            <a:extLst xmlns:a="http://schemas.openxmlformats.org/drawingml/2006/main">
              <a:ext uri="{FF2B5EF4-FFF2-40B4-BE49-F238E27FC236}">
                <a16:creationId xmlns:a16="http://schemas.microsoft.com/office/drawing/2014/main" id="{889D6F2D-0D64-4F26-9A07-F7C3BB5CE709}"/>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1_o9">
            <a:extLst xmlns:a="http://schemas.openxmlformats.org/drawingml/2006/main">
              <a:ext uri="{FF2B5EF4-FFF2-40B4-BE49-F238E27FC236}">
                <a16:creationId xmlns:a16="http://schemas.microsoft.com/office/drawing/2014/main" id="{9FFDB90B-C6DB-4121-82E0-336FC9536DE5}"/>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Cross layer</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consistency</a:t>
            </a:r>
          </a:p>
        </p:txBody>
      </p:sp>
      <p:sp>
        <p:nvSpPr>
          <p:cNvPr id="10" name="capability_v2_s1_o10">
            <a:extLst xmlns:a="http://schemas.openxmlformats.org/drawingml/2006/main">
              <a:ext uri="{FF2B5EF4-FFF2-40B4-BE49-F238E27FC236}">
                <a16:creationId xmlns:a16="http://schemas.microsoft.com/office/drawing/2014/main" id="{F193E54C-ED4F-473C-A21F-50C9444270E6}"/>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1" name="capability_v2_s1_o11">
            <a:extLst xmlns:a="http://schemas.openxmlformats.org/drawingml/2006/main">
              <a:ext uri="{FF2B5EF4-FFF2-40B4-BE49-F238E27FC236}">
                <a16:creationId xmlns:a16="http://schemas.microsoft.com/office/drawing/2014/main" id="{3BB66AE0-D992-4A2B-A9A0-31B8C53FB5B8}"/>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12" name="capability_v2_s1_o12">
            <a:extLst xmlns:a="http://schemas.openxmlformats.org/drawingml/2006/main">
              <a:ext uri="{FF2B5EF4-FFF2-40B4-BE49-F238E27FC236}">
                <a16:creationId xmlns:a16="http://schemas.microsoft.com/office/drawing/2014/main" id="{B04D8A76-89FB-4A2F-B7BF-3DE3F36157C2}"/>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3" name="capability_v2_s1_o13">
            <a:extLst xmlns:a="http://schemas.openxmlformats.org/drawingml/2006/main">
              <a:ext uri="{FF2B5EF4-FFF2-40B4-BE49-F238E27FC236}">
                <a16:creationId xmlns:a16="http://schemas.microsoft.com/office/drawing/2014/main" id="{C759B40C-81A4-490F-9E23-FDAAA1FD77D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14" name="capability_v2_s1_o14">
            <a:extLst xmlns:a="http://schemas.openxmlformats.org/drawingml/2006/main">
              <a:ext uri="{FF2B5EF4-FFF2-40B4-BE49-F238E27FC236}">
                <a16:creationId xmlns:a16="http://schemas.microsoft.com/office/drawing/2014/main" id="{75DA5EC8-0FB1-47C0-9ADF-430A05DC9593}"/>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DE0B0"/>
            </a:solidFill>
            <a:prstDash val="solid"/>
          </a:ln>
        </p:spPr>
      </p:sp>
      <p:sp>
        <p:nvSpPr>
          <p:cNvPr id="15" name="capability_v2_s1_o15">
            <a:extLst xmlns:a="http://schemas.openxmlformats.org/drawingml/2006/main">
              <a:ext uri="{FF2B5EF4-FFF2-40B4-BE49-F238E27FC236}">
                <a16:creationId xmlns:a16="http://schemas.microsoft.com/office/drawing/2014/main" id="{9D21B542-0C62-493D-B01B-9E24165F18FF}"/>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16" name="capability_v2_s1_o15_arrow">
            <a:extLst xmlns:a="http://schemas.openxmlformats.org/drawingml/2006/main">
              <a:ext uri="{FF2B5EF4-FFF2-40B4-BE49-F238E27FC236}">
                <a16:creationId xmlns:a16="http://schemas.microsoft.com/office/drawing/2014/main" id="{D77617D9-2FBB-45D4-B28F-86217A6C23C9}"/>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 name="capability_v2_s1_o16">
            <a:extLst xmlns:a="http://schemas.openxmlformats.org/drawingml/2006/main">
              <a:ext uri="{FF2B5EF4-FFF2-40B4-BE49-F238E27FC236}">
                <a16:creationId xmlns:a16="http://schemas.microsoft.com/office/drawing/2014/main" id="{AF3EF162-8ABA-46C4-A4F2-6DDCD2F505E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18" name="capability_v2_s1_o17">
            <a:extLst xmlns:a="http://schemas.openxmlformats.org/drawingml/2006/main">
              <a:ext uri="{FF2B5EF4-FFF2-40B4-BE49-F238E27FC236}">
                <a16:creationId xmlns:a16="http://schemas.microsoft.com/office/drawing/2014/main" id="{6B1111F1-6312-4AB7-A332-F754C32144BC}"/>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19" name="capability_v2_s1_o18">
            <a:extLst xmlns:a="http://schemas.openxmlformats.org/drawingml/2006/main">
              <a:ext uri="{FF2B5EF4-FFF2-40B4-BE49-F238E27FC236}">
                <a16:creationId xmlns:a16="http://schemas.microsoft.com/office/drawing/2014/main" id="{B5AF1771-711C-47B7-A61D-9DC8A32A81C8}"/>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1_o19">
            <a:extLst xmlns:a="http://schemas.openxmlformats.org/drawingml/2006/main">
              <a:ext uri="{FF2B5EF4-FFF2-40B4-BE49-F238E27FC236}">
                <a16:creationId xmlns:a16="http://schemas.microsoft.com/office/drawing/2014/main" id="{805FB23E-1362-4F97-A1A8-21011C799878}"/>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21" name="capability_v2_s1_o20">
            <a:extLst xmlns:a="http://schemas.openxmlformats.org/drawingml/2006/main">
              <a:ext uri="{FF2B5EF4-FFF2-40B4-BE49-F238E27FC236}">
                <a16:creationId xmlns:a16="http://schemas.microsoft.com/office/drawing/2014/main" id="{2F8D57BB-AE4E-46F7-9701-FC1D59ADA820}"/>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2" name="capability_v2_s1_o21">
            <a:extLst xmlns:a="http://schemas.openxmlformats.org/drawingml/2006/main">
              <a:ext uri="{FF2B5EF4-FFF2-40B4-BE49-F238E27FC236}">
                <a16:creationId xmlns:a16="http://schemas.microsoft.com/office/drawing/2014/main" id="{C5C194FC-731F-420A-BD13-C425BFB8C2A4}"/>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3" name="capability_v2_s1_o22">
            <a:extLst xmlns:a="http://schemas.openxmlformats.org/drawingml/2006/main">
              <a:ext uri="{FF2B5EF4-FFF2-40B4-BE49-F238E27FC236}">
                <a16:creationId xmlns:a16="http://schemas.microsoft.com/office/drawing/2014/main" id="{0B93505B-293E-4360-AD0C-4BCFE9F0E1E3}"/>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4" name="capability_v2_s1_o23">
            <a:extLst xmlns:a="http://schemas.openxmlformats.org/drawingml/2006/main">
              <a:ext uri="{FF2B5EF4-FFF2-40B4-BE49-F238E27FC236}">
                <a16:creationId xmlns:a16="http://schemas.microsoft.com/office/drawing/2014/main" id="{A69D0CDA-D774-4772-B085-2E11850643D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contract references</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resolved</a:t>
            </a:r>
          </a:p>
        </p:txBody>
      </p:sp>
      <p:sp>
        <p:nvSpPr>
          <p:cNvPr id="25" name="capability_v2_s1_o24">
            <a:extLst xmlns:a="http://schemas.openxmlformats.org/drawingml/2006/main">
              <a:ext uri="{FF2B5EF4-FFF2-40B4-BE49-F238E27FC236}">
                <a16:creationId xmlns:a16="http://schemas.microsoft.com/office/drawing/2014/main" id="{1544C2CD-B832-44BE-852F-67B2E593B37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8B8CA">
                <a:alpha val="7000"/>
              </a:srgbClr>
            </a:solidFill>
            <a:prstDash val="solid"/>
          </a:ln>
        </p:spPr>
      </p:sp>
      <p:sp>
        <p:nvSpPr>
          <p:cNvPr id="26" name="capability_v2_s1_o25">
            <a:extLst xmlns:a="http://schemas.openxmlformats.org/drawingml/2006/main">
              <a:ext uri="{FF2B5EF4-FFF2-40B4-BE49-F238E27FC236}">
                <a16:creationId xmlns:a16="http://schemas.microsoft.com/office/drawing/2014/main" id="{A679FDEC-DA6C-4D80-AB78-1BB830D5A35A}"/>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8B8CA">
                <a:alpha val="7000"/>
              </a:srgbClr>
            </a:solidFill>
            <a:prstDash val="solid"/>
          </a:ln>
        </p:spPr>
      </p:sp>
      <p:sp>
        <p:nvSpPr>
          <p:cNvPr id="27" name="capability_v2_s1_o26">
            <a:extLst xmlns:a="http://schemas.openxmlformats.org/drawingml/2006/main">
              <a:ext uri="{FF2B5EF4-FFF2-40B4-BE49-F238E27FC236}">
                <a16:creationId xmlns:a16="http://schemas.microsoft.com/office/drawing/2014/main" id="{D9988888-19A8-41FE-B445-C386E98CEC88}"/>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8B8CA">
                <a:alpha val="7000"/>
              </a:srgbClr>
            </a:solidFill>
            <a:prstDash val="solid"/>
          </a:ln>
        </p:spPr>
      </p:sp>
      <p:sp>
        <p:nvSpPr>
          <p:cNvPr id="28" name="capability_v2_s1_o27">
            <a:extLst xmlns:a="http://schemas.openxmlformats.org/drawingml/2006/main">
              <a:ext uri="{FF2B5EF4-FFF2-40B4-BE49-F238E27FC236}">
                <a16:creationId xmlns:a16="http://schemas.microsoft.com/office/drawing/2014/main" id="{6B4135F8-E871-4514-8644-69DD675BD58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8B8CA"/>
            </a:solidFill>
            <a:prstDash val="solid"/>
          </a:ln>
        </p:spPr>
      </p:sp>
      <p:sp>
        <p:nvSpPr>
          <p:cNvPr id="29" name="capability_v2_s1_o28">
            <a:extLst xmlns:a="http://schemas.openxmlformats.org/drawingml/2006/main">
              <a:ext uri="{FF2B5EF4-FFF2-40B4-BE49-F238E27FC236}">
                <a16:creationId xmlns:a16="http://schemas.microsoft.com/office/drawing/2014/main" id="{C4AE570E-4C72-4084-A38B-0CC229C40069}"/>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8B8CA"/>
            </a:solidFill>
            <a:prstDash val="solid"/>
          </a:ln>
        </p:spPr>
      </p:sp>
      <p:sp>
        <p:nvSpPr>
          <p:cNvPr id="30" name="capability_v2_s1_o29">
            <a:extLst xmlns:a="http://schemas.openxmlformats.org/drawingml/2006/main">
              <a:ext uri="{FF2B5EF4-FFF2-40B4-BE49-F238E27FC236}">
                <a16:creationId xmlns:a16="http://schemas.microsoft.com/office/drawing/2014/main" id="{2EA0794A-7CE6-4965-AA8D-3AC753FCEF32}"/>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8B8CA"/>
            </a:solidFill>
            <a:prstDash val="solid"/>
          </a:ln>
        </p:spPr>
      </p:sp>
      <p:sp>
        <p:nvSpPr>
          <p:cNvPr id="31" name="capability_v2_s1_o29_arrow">
            <a:extLst xmlns:a="http://schemas.openxmlformats.org/drawingml/2006/main">
              <a:ext uri="{FF2B5EF4-FFF2-40B4-BE49-F238E27FC236}">
                <a16:creationId xmlns:a16="http://schemas.microsoft.com/office/drawing/2014/main" id="{5309232B-46A9-478C-8F2D-107CCD4E21F4}"/>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8B8CA"/>
          </a:solidFill>
          <a:ln xmlns:a="http://schemas.openxmlformats.org/drawingml/2006/main" w="0">
            <a:noFill/>
          </a:ln>
        </p:spPr>
      </p:sp>
      <p:sp>
        <p:nvSpPr>
          <p:cNvPr id="32" name="capability_v2_s1_o30">
            <a:extLst xmlns:a="http://schemas.openxmlformats.org/drawingml/2006/main">
              <a:ext uri="{FF2B5EF4-FFF2-40B4-BE49-F238E27FC236}">
                <a16:creationId xmlns:a16="http://schemas.microsoft.com/office/drawing/2014/main" id="{18804528-97C2-493E-A2DE-75D57F33BE0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8B8CA">
              <a:alpha val="10000"/>
            </a:srgbClr>
          </a:solidFill>
          <a:ln xmlns:a="http://schemas.openxmlformats.org/drawingml/2006/main" w="0">
            <a:noFill/>
          </a:ln>
        </p:spPr>
      </p:sp>
      <p:sp>
        <p:nvSpPr>
          <p:cNvPr id="33" name="capability_v2_s1_o31">
            <a:extLst xmlns:a="http://schemas.openxmlformats.org/drawingml/2006/main">
              <a:ext uri="{FF2B5EF4-FFF2-40B4-BE49-F238E27FC236}">
                <a16:creationId xmlns:a16="http://schemas.microsoft.com/office/drawing/2014/main" id="{CE2200AA-1F6C-49A1-A0F8-4F3CA2DE980A}"/>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8B8CA"/>
          </a:solidFill>
          <a:ln xmlns:a="http://schemas.openxmlformats.org/drawingml/2006/main" w="12700">
            <a:solidFill>
              <a:srgbClr val="06111F"/>
            </a:solidFill>
          </a:ln>
        </p:spPr>
      </p:sp>
      <p:sp>
        <p:nvSpPr>
          <p:cNvPr id="34" name="capability_v2_s1_o32">
            <a:extLst xmlns:a="http://schemas.openxmlformats.org/drawingml/2006/main">
              <a:ext uri="{FF2B5EF4-FFF2-40B4-BE49-F238E27FC236}">
                <a16:creationId xmlns:a16="http://schemas.microsoft.com/office/drawing/2014/main" id="{0C851946-E37F-4F55-9983-7032667CDEDA}"/>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2_s1_o33">
            <a:extLst xmlns:a="http://schemas.openxmlformats.org/drawingml/2006/main">
              <a:ext uri="{FF2B5EF4-FFF2-40B4-BE49-F238E27FC236}">
                <a16:creationId xmlns:a16="http://schemas.microsoft.com/office/drawing/2014/main" id="{2D12F280-113B-4ADC-A05E-15AE81807C97}"/>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8B8CA"/>
            </a:solidFill>
          </a:ln>
        </p:spPr>
      </p:sp>
      <p:sp>
        <p:nvSpPr>
          <p:cNvPr id="36" name="capability_v2_s1_o34">
            <a:extLst xmlns:a="http://schemas.openxmlformats.org/drawingml/2006/main">
              <a:ext uri="{FF2B5EF4-FFF2-40B4-BE49-F238E27FC236}">
                <a16:creationId xmlns:a16="http://schemas.microsoft.com/office/drawing/2014/main" id="{43D52EED-29A7-48CC-9509-C34D8C9620B9}"/>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8B8CA">
              <a:alpha val="50000"/>
            </a:srgbClr>
          </a:solidFill>
          <a:ln xmlns:a="http://schemas.openxmlformats.org/drawingml/2006/main" w="0">
            <a:noFill/>
          </a:ln>
        </p:spPr>
      </p:sp>
      <p:sp>
        <p:nvSpPr>
          <p:cNvPr id="37" name="capability_v2_s1_o35">
            <a:extLst xmlns:a="http://schemas.openxmlformats.org/drawingml/2006/main">
              <a:ext uri="{FF2B5EF4-FFF2-40B4-BE49-F238E27FC236}">
                <a16:creationId xmlns:a16="http://schemas.microsoft.com/office/drawing/2014/main" id="{509F57AD-C1B1-4DF7-8948-76A082141EB8}"/>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38" name="capability_v2_s1_o36">
            <a:extLst xmlns:a="http://schemas.openxmlformats.org/drawingml/2006/main">
              <a:ext uri="{FF2B5EF4-FFF2-40B4-BE49-F238E27FC236}">
                <a16:creationId xmlns:a16="http://schemas.microsoft.com/office/drawing/2014/main" id="{58210CB6-3C5E-4A73-8CD0-4487413C348B}"/>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39" name="capability_v2_s1_o37">
            <a:extLst xmlns:a="http://schemas.openxmlformats.org/drawingml/2006/main">
              <a:ext uri="{FF2B5EF4-FFF2-40B4-BE49-F238E27FC236}">
                <a16:creationId xmlns:a16="http://schemas.microsoft.com/office/drawing/2014/main" id="{E0D88A83-806B-4E7E-981B-F44DDC1E0866}"/>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Execution testimony not read</a:t>
            </a:r>
          </a:p>
        </p:txBody>
      </p:sp>
      <p:sp>
        <p:nvSpPr>
          <p:cNvPr id="40" name="capability_v2_s1_o38">
            <a:extLst xmlns:a="http://schemas.openxmlformats.org/drawingml/2006/main">
              <a:ext uri="{FF2B5EF4-FFF2-40B4-BE49-F238E27FC236}">
                <a16:creationId xmlns:a16="http://schemas.microsoft.com/office/drawing/2014/main" id="{4360D4CA-0729-4B2C-8E3F-C12632DC670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8B8CA">
                <a:alpha val="7000"/>
              </a:srgbClr>
            </a:solidFill>
            <a:prstDash val="solid"/>
          </a:ln>
        </p:spPr>
      </p:sp>
      <p:sp>
        <p:nvSpPr>
          <p:cNvPr id="41" name="capability_v2_s1_o39">
            <a:extLst xmlns:a="http://schemas.openxmlformats.org/drawingml/2006/main">
              <a:ext uri="{FF2B5EF4-FFF2-40B4-BE49-F238E27FC236}">
                <a16:creationId xmlns:a16="http://schemas.microsoft.com/office/drawing/2014/main" id="{FCB992E2-EE1A-4BC2-899F-18B24D59AB04}"/>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A8B8CA">
                <a:alpha val="7000"/>
              </a:srgbClr>
            </a:solidFill>
            <a:prstDash val="solid"/>
          </a:ln>
        </p:spPr>
      </p:sp>
      <p:sp>
        <p:nvSpPr>
          <p:cNvPr id="42" name="capability_v2_s1_o40">
            <a:extLst xmlns:a="http://schemas.openxmlformats.org/drawingml/2006/main">
              <a:ext uri="{FF2B5EF4-FFF2-40B4-BE49-F238E27FC236}">
                <a16:creationId xmlns:a16="http://schemas.microsoft.com/office/drawing/2014/main" id="{82416125-4DD3-4E6B-A425-54204533DECA}"/>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8B8CA">
                <a:alpha val="7000"/>
              </a:srgbClr>
            </a:solidFill>
            <a:prstDash val="solid"/>
          </a:ln>
        </p:spPr>
      </p:sp>
      <p:sp>
        <p:nvSpPr>
          <p:cNvPr id="43" name="capability_v2_s1_o41">
            <a:extLst xmlns:a="http://schemas.openxmlformats.org/drawingml/2006/main">
              <a:ext uri="{FF2B5EF4-FFF2-40B4-BE49-F238E27FC236}">
                <a16:creationId xmlns:a16="http://schemas.microsoft.com/office/drawing/2014/main" id="{52C3FE7F-0FE3-44DF-9E8C-DB407D88013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8B8CA"/>
            </a:solidFill>
            <a:prstDash val="solid"/>
          </a:ln>
        </p:spPr>
      </p:sp>
      <p:sp>
        <p:nvSpPr>
          <p:cNvPr id="44" name="capability_v2_s1_o42">
            <a:extLst xmlns:a="http://schemas.openxmlformats.org/drawingml/2006/main">
              <a:ext uri="{FF2B5EF4-FFF2-40B4-BE49-F238E27FC236}">
                <a16:creationId xmlns:a16="http://schemas.microsoft.com/office/drawing/2014/main" id="{5F9807B6-B050-476C-B560-A86F9D1AD8CB}"/>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A8B8CA"/>
            </a:solidFill>
            <a:prstDash val="solid"/>
          </a:ln>
        </p:spPr>
      </p:sp>
      <p:sp>
        <p:nvSpPr>
          <p:cNvPr id="45" name="capability_v2_s1_o43">
            <a:extLst xmlns:a="http://schemas.openxmlformats.org/drawingml/2006/main">
              <a:ext uri="{FF2B5EF4-FFF2-40B4-BE49-F238E27FC236}">
                <a16:creationId xmlns:a16="http://schemas.microsoft.com/office/drawing/2014/main" id="{14FC4C61-A630-470B-AAD9-B9B08188D66F}"/>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8B8CA"/>
            </a:solidFill>
            <a:prstDash val="solid"/>
          </a:ln>
        </p:spPr>
      </p:sp>
      <p:sp>
        <p:nvSpPr>
          <p:cNvPr id="46" name="capability_v2_s1_o43_arrow">
            <a:extLst xmlns:a="http://schemas.openxmlformats.org/drawingml/2006/main">
              <a:ext uri="{FF2B5EF4-FFF2-40B4-BE49-F238E27FC236}">
                <a16:creationId xmlns:a16="http://schemas.microsoft.com/office/drawing/2014/main" id="{6484F7A0-B2DC-4680-A361-76BA17C22AEC}"/>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8B8CA"/>
          </a:solidFill>
          <a:ln xmlns:a="http://schemas.openxmlformats.org/drawingml/2006/main" w="0">
            <a:noFill/>
          </a:ln>
        </p:spPr>
      </p:sp>
      <p:sp>
        <p:nvSpPr>
          <p:cNvPr id="47" name="capability_v2_s1_o44">
            <a:extLst xmlns:a="http://schemas.openxmlformats.org/drawingml/2006/main">
              <a:ext uri="{FF2B5EF4-FFF2-40B4-BE49-F238E27FC236}">
                <a16:creationId xmlns:a16="http://schemas.microsoft.com/office/drawing/2014/main" id="{16F9F7DA-97FE-4A46-AB77-BA568519A751}"/>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8B8CA">
              <a:alpha val="10000"/>
            </a:srgbClr>
          </a:solidFill>
          <a:ln xmlns:a="http://schemas.openxmlformats.org/drawingml/2006/main" w="0">
            <a:noFill/>
          </a:ln>
        </p:spPr>
      </p:sp>
      <p:sp>
        <p:nvSpPr>
          <p:cNvPr id="48" name="capability_v2_s1_o45">
            <a:extLst xmlns:a="http://schemas.openxmlformats.org/drawingml/2006/main">
              <a:ext uri="{FF2B5EF4-FFF2-40B4-BE49-F238E27FC236}">
                <a16:creationId xmlns:a16="http://schemas.microsoft.com/office/drawing/2014/main" id="{EA74111B-53B0-485E-9DE9-4AC971A97C3C}"/>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8B8CA"/>
          </a:solidFill>
          <a:ln xmlns:a="http://schemas.openxmlformats.org/drawingml/2006/main" w="12700">
            <a:solidFill>
              <a:srgbClr val="06111F"/>
            </a:solidFill>
          </a:ln>
        </p:spPr>
      </p:sp>
      <p:sp>
        <p:nvSpPr>
          <p:cNvPr id="49" name="capability_v2_s1_o46">
            <a:extLst xmlns:a="http://schemas.openxmlformats.org/drawingml/2006/main">
              <a:ext uri="{FF2B5EF4-FFF2-40B4-BE49-F238E27FC236}">
                <a16:creationId xmlns:a16="http://schemas.microsoft.com/office/drawing/2014/main" id="{6D21C7CB-AE14-47D3-A9F9-CF62CC5C4F58}"/>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2_s1_o47">
            <a:extLst xmlns:a="http://schemas.openxmlformats.org/drawingml/2006/main">
              <a:ext uri="{FF2B5EF4-FFF2-40B4-BE49-F238E27FC236}">
                <a16:creationId xmlns:a16="http://schemas.microsoft.com/office/drawing/2014/main" id="{93C9D847-7CC1-4A30-9A36-14F0393F265C}"/>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8B8CA"/>
            </a:solidFill>
          </a:ln>
        </p:spPr>
      </p:sp>
      <p:sp>
        <p:nvSpPr>
          <p:cNvPr id="51" name="capability_v2_s1_o48">
            <a:extLst xmlns:a="http://schemas.openxmlformats.org/drawingml/2006/main">
              <a:ext uri="{FF2B5EF4-FFF2-40B4-BE49-F238E27FC236}">
                <a16:creationId xmlns:a16="http://schemas.microsoft.com/office/drawing/2014/main" id="{9AB5A086-C182-4E70-816B-1AD7092164A6}"/>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A8B8CA">
              <a:alpha val="50000"/>
            </a:srgbClr>
          </a:solidFill>
          <a:ln xmlns:a="http://schemas.openxmlformats.org/drawingml/2006/main" w="0">
            <a:noFill/>
          </a:ln>
        </p:spPr>
      </p:sp>
      <p:sp>
        <p:nvSpPr>
          <p:cNvPr id="52" name="capability_v2_s1_o49">
            <a:extLst xmlns:a="http://schemas.openxmlformats.org/drawingml/2006/main">
              <a:ext uri="{FF2B5EF4-FFF2-40B4-BE49-F238E27FC236}">
                <a16:creationId xmlns:a16="http://schemas.microsoft.com/office/drawing/2014/main" id="{236EE836-DF45-4830-A6C9-940248CBF226}"/>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53" name="capability_v2_s1_o50">
            <a:extLst xmlns:a="http://schemas.openxmlformats.org/drawingml/2006/main">
              <a:ext uri="{FF2B5EF4-FFF2-40B4-BE49-F238E27FC236}">
                <a16:creationId xmlns:a16="http://schemas.microsoft.com/office/drawing/2014/main" id="{012865A6-E2C8-4E1C-BA02-079B485C25EE}"/>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54" name="capability_v2_s1_o51">
            <a:extLst xmlns:a="http://schemas.openxmlformats.org/drawingml/2006/main">
              <a:ext uri="{FF2B5EF4-FFF2-40B4-BE49-F238E27FC236}">
                <a16:creationId xmlns:a16="http://schemas.microsoft.com/office/drawing/2014/main" id="{DA40A49C-E211-488A-B3D2-2B4D83B8C744}"/>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Estate alignment decision not read</a:t>
            </a:r>
          </a:p>
        </p:txBody>
      </p:sp>
      <p:sp>
        <p:nvSpPr>
          <p:cNvPr id="55" name="capability_v2_s1_o52">
            <a:extLst xmlns:a="http://schemas.openxmlformats.org/drawingml/2006/main">
              <a:ext uri="{FF2B5EF4-FFF2-40B4-BE49-F238E27FC236}">
                <a16:creationId xmlns:a16="http://schemas.microsoft.com/office/drawing/2014/main" id="{8B80A5A0-6A85-4B32-8ED5-72C047180747}"/>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computed reference checks; not an estate admission decision</a:t>
            </a:r>
          </a:p>
        </p:txBody>
      </p:sp>
      <p:sp>
        <p:nvSpPr>
          <p:cNvPr id="56" name="capability_v2_s1_o53">
            <a:extLst xmlns:a="http://schemas.openxmlformats.org/drawingml/2006/main">
              <a:ext uri="{FF2B5EF4-FFF2-40B4-BE49-F238E27FC236}">
                <a16:creationId xmlns:a16="http://schemas.microsoft.com/office/drawing/2014/main" id="{321F9DD3-1137-4499-A642-41D153553B1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646295060"/>
      </p:ext>
    </p:extLst>
  </p:cSld>
</p:sld>
</file>

<file path=ppt/slides/slide3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7" name="capability_v2_s2_o1">
            <a:extLst xmlns:a="http://schemas.openxmlformats.org/drawingml/2006/main">
              <a:ext uri="{FF2B5EF4-FFF2-40B4-BE49-F238E27FC236}">
                <a16:creationId xmlns:a16="http://schemas.microsoft.com/office/drawing/2014/main" id="{A4E75E57-EA52-4C02-9EC5-608846B4CBD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Retained source register</a:t>
            </a:r>
          </a:p>
        </p:txBody>
      </p:sp>
      <p:sp>
        <p:nvSpPr>
          <p:cNvPr id="2" name="capability_v2_s2_o2">
            <a:extLst xmlns:a="http://schemas.openxmlformats.org/drawingml/2006/main">
              <a:ext uri="{FF2B5EF4-FFF2-40B4-BE49-F238E27FC236}">
                <a16:creationId xmlns:a16="http://schemas.microsoft.com/office/drawing/2014/main" id="{425245BB-87AD-462A-8E80-D4DAC71B7BE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CAPABILITY VIEW · DECLARATION INVENTORY</a:t>
            </a:r>
          </a:p>
        </p:txBody>
      </p:sp>
      <p:sp>
        <p:nvSpPr>
          <p:cNvPr id="3" name="capability_v2_s2_o3">
            <a:extLst xmlns:a="http://schemas.openxmlformats.org/drawingml/2006/main">
              <a:ext uri="{FF2B5EF4-FFF2-40B4-BE49-F238E27FC236}">
                <a16:creationId xmlns:a16="http://schemas.microsoft.com/office/drawing/2014/main" id="{B64F01A9-CAB9-4532-B075-32F2B6092AB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34</a:t>
            </a:r>
          </a:p>
        </p:txBody>
      </p:sp>
      <p:sp>
        <p:nvSpPr>
          <p:cNvPr id="4" name="capability_v2_s2_o4">
            <a:extLst xmlns:a="http://schemas.openxmlformats.org/drawingml/2006/main">
              <a:ext uri="{FF2B5EF4-FFF2-40B4-BE49-F238E27FC236}">
                <a16:creationId xmlns:a16="http://schemas.microsoft.com/office/drawing/2014/main" id="{2EC7D073-A575-4CD3-A5AC-FD98AE97A9F5}"/>
              </a:ext>
            </a:extLst>
          </p:cNvPr>
          <p:cNvSpPr>
            <a:spLocks xmlns:a="http://schemas.openxmlformats.org/drawingml/2006/main" noGrp="1"/>
          </p:cNvSpPr>
          <p:nvPr/>
        </p:nvSpPr>
        <p:spPr>
          <a:xfrm xmlns:a="http://schemas.openxmlformats.org/drawingml/2006/main">
            <a:off x="457200" y="1739900"/>
            <a:ext cx="1841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scenario</a:t>
            </a:r>
          </a:p>
        </p:txBody>
      </p:sp>
      <p:sp>
        <p:nvSpPr>
          <p:cNvPr id="5" name="capability_v2_s2_o5">
            <a:extLst xmlns:a="http://schemas.openxmlformats.org/drawingml/2006/main">
              <a:ext uri="{FF2B5EF4-FFF2-40B4-BE49-F238E27FC236}">
                <a16:creationId xmlns:a16="http://schemas.microsoft.com/office/drawing/2014/main" id="{44E7732A-6E52-4050-8392-5A59336549C5}"/>
              </a:ext>
            </a:extLst>
          </p:cNvPr>
          <p:cNvSpPr>
            <a:spLocks xmlns:a="http://schemas.openxmlformats.org/drawingml/2006/main" noGrp="1"/>
          </p:cNvSpPr>
          <p:nvPr/>
        </p:nvSpPr>
        <p:spPr>
          <a:xfrm xmlns:a="http://schemas.openxmlformats.org/drawingml/2006/main">
            <a:off x="2413000" y="1739900"/>
            <a:ext cx="9144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Read capability dsl source</a:t>
            </a:r>
          </a:p>
        </p:txBody>
      </p:sp>
      <p:sp>
        <p:nvSpPr>
          <p:cNvPr id="6" name="capability_v2_s2_o6">
            <a:extLst xmlns:a="http://schemas.openxmlformats.org/drawingml/2006/main">
              <a:ext uri="{FF2B5EF4-FFF2-40B4-BE49-F238E27FC236}">
                <a16:creationId xmlns:a16="http://schemas.microsoft.com/office/drawing/2014/main" id="{0795C408-0545-43A6-9C33-5BBC6C9766E5}"/>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74042004"/>
      </p:ext>
    </p:extLst>
  </p:cSld>
</p:sld>
</file>

<file path=ppt/slides/slide3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9" name="capability_v2_s3_o1">
            <a:extLst xmlns:a="http://schemas.openxmlformats.org/drawingml/2006/main">
              <a:ext uri="{FF2B5EF4-FFF2-40B4-BE49-F238E27FC236}">
                <a16:creationId xmlns:a16="http://schemas.microsoft.com/office/drawing/2014/main" id="{175777D4-2EA2-469D-8789-D41C2A7D12C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Evidence gaps and circuit boundaries</a:t>
            </a:r>
          </a:p>
        </p:txBody>
      </p:sp>
      <p:sp>
        <p:nvSpPr>
          <p:cNvPr id="2" name="capability_v2_s3_o2">
            <a:extLst xmlns:a="http://schemas.openxmlformats.org/drawingml/2006/main">
              <a:ext uri="{FF2B5EF4-FFF2-40B4-BE49-F238E27FC236}">
                <a16:creationId xmlns:a16="http://schemas.microsoft.com/office/drawing/2014/main" id="{67D4CCCD-4AA3-4475-AAE1-F1672B4502E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DECLARED STRUCTURE AND OBSERVED EXECUTION ARE DIFFERENT EVIDENCE</a:t>
            </a:r>
          </a:p>
        </p:txBody>
      </p:sp>
      <p:sp>
        <p:nvSpPr>
          <p:cNvPr id="3" name="capability_v2_s3_o3">
            <a:extLst xmlns:a="http://schemas.openxmlformats.org/drawingml/2006/main">
              <a:ext uri="{FF2B5EF4-FFF2-40B4-BE49-F238E27FC236}">
                <a16:creationId xmlns:a16="http://schemas.microsoft.com/office/drawing/2014/main" id="{7178CF9A-5D3C-4E41-BB2B-5CE31AAA50C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35</a:t>
            </a:r>
          </a:p>
        </p:txBody>
      </p:sp>
      <p:sp>
        <p:nvSpPr>
          <p:cNvPr id="4" name="capability_v2_s3_o4">
            <a:extLst xmlns:a="http://schemas.openxmlformats.org/drawingml/2006/main">
              <a:ext uri="{FF2B5EF4-FFF2-40B4-BE49-F238E27FC236}">
                <a16:creationId xmlns:a16="http://schemas.microsoft.com/office/drawing/2014/main" id="{1C0BD8FC-3FA9-4F18-9EC1-2F4BA3943BEF}"/>
              </a:ext>
            </a:extLst>
          </p:cNvPr>
          <p:cNvSpPr>
            <a:spLocks xmlns:a="http://schemas.openxmlformats.org/drawingml/2006/main" noGrp="1"/>
          </p:cNvSpPr>
          <p:nvPr/>
        </p:nvSpPr>
        <p:spPr>
          <a:xfrm xmlns:a="http://schemas.openxmlformats.org/drawingml/2006/main">
            <a:off x="762000" y="1917700"/>
            <a:ext cx="177800" cy="228600"/>
          </a:xfrm>
          <a:custGeom xmlns:a="http://schemas.openxmlformats.org/drawingml/2006/main">
            <a:pathLst>
              <a:path w="177800" h="228600">
                <a:moveTo>
                  <a:pt x="0" y="0"/>
                </a:moveTo>
                <a:lnTo>
                  <a:pt x="177800" y="228600"/>
                </a:lnTo>
              </a:path>
            </a:pathLst>
          </a:custGeom>
          <a:noFill xmlns:a="http://schemas.openxmlformats.org/drawingml/2006/main"/>
          <a:ln xmlns:a="http://schemas.openxmlformats.org/drawingml/2006/main" w="38100">
            <a:solidFill>
              <a:srgbClr val="FF5F70"/>
            </a:solidFill>
            <a:prstDash val="solid"/>
          </a:ln>
        </p:spPr>
      </p:sp>
      <p:sp>
        <p:nvSpPr>
          <p:cNvPr id="5" name="capability_v2_s3_o5">
            <a:extLst xmlns:a="http://schemas.openxmlformats.org/drawingml/2006/main">
              <a:ext uri="{FF2B5EF4-FFF2-40B4-BE49-F238E27FC236}">
                <a16:creationId xmlns:a16="http://schemas.microsoft.com/office/drawing/2014/main" id="{0F72C427-CC60-40A6-A30E-8E7913BEB5DE}"/>
              </a:ext>
            </a:extLst>
          </p:cNvPr>
          <p:cNvSpPr>
            <a:spLocks xmlns:a="http://schemas.openxmlformats.org/drawingml/2006/main" noGrp="1"/>
          </p:cNvSpPr>
          <p:nvPr/>
        </p:nvSpPr>
        <p:spPr>
          <a:xfrm xmlns:a="http://schemas.openxmlformats.org/drawingml/2006/main">
            <a:off x="762000" y="1917700"/>
            <a:ext cx="177800" cy="228600"/>
          </a:xfrm>
          <a:custGeom xmlns:a="http://schemas.openxmlformats.org/drawingml/2006/main">
            <a:pathLst>
              <a:path w="177800" h="228600">
                <a:moveTo>
                  <a:pt x="0" y="228600"/>
                </a:moveTo>
                <a:lnTo>
                  <a:pt x="177800" y="0"/>
                </a:lnTo>
              </a:path>
            </a:pathLst>
          </a:custGeom>
          <a:noFill xmlns:a="http://schemas.openxmlformats.org/drawingml/2006/main"/>
          <a:ln xmlns:a="http://schemas.openxmlformats.org/drawingml/2006/main" w="38100">
            <a:solidFill>
              <a:srgbClr val="FF5F70"/>
            </a:solidFill>
            <a:prstDash val="solid"/>
          </a:ln>
        </p:spPr>
      </p:sp>
      <p:sp>
        <p:nvSpPr>
          <p:cNvPr id="6" name="capability_v2_s3_o6">
            <a:extLst xmlns:a="http://schemas.openxmlformats.org/drawingml/2006/main">
              <a:ext uri="{FF2B5EF4-FFF2-40B4-BE49-F238E27FC236}">
                <a16:creationId xmlns:a16="http://schemas.microsoft.com/office/drawing/2014/main" id="{A1F4E161-9C68-4D66-B825-9909CACF5B4E}"/>
              </a:ext>
            </a:extLst>
          </p:cNvPr>
          <p:cNvSpPr>
            <a:spLocks xmlns:a="http://schemas.openxmlformats.org/drawingml/2006/main" noGrp="1"/>
          </p:cNvSpPr>
          <p:nvPr/>
        </p:nvSpPr>
        <p:spPr>
          <a:xfrm xmlns:a="http://schemas.openxmlformats.org/drawingml/2006/main">
            <a:off x="1181100" y="1727200"/>
            <a:ext cx="406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4F7FB"/>
                </a:solidFill>
                <a:latin typeface="Arial"/>
                <a:ea typeface="Arial"/>
                <a:cs typeface="Arial"/>
              </a:defRPr>
            </a:defPPr>
          </a:lstStyle>
          <a:p xmlns:a="http://schemas.openxmlformats.org/drawingml/2006/main">
            <a:pPr algn="l">
              <a:lnSpc>
                <a:spcPct val="108000"/>
              </a:lnSpc>
              <a:buNone/>
              <a:defRPr sz="1500" b="1">
                <a:solidFill>
                  <a:srgbClr val="F4F7FB"/>
                </a:solidFill>
                <a:latin typeface="Arial"/>
                <a:ea typeface="Arial"/>
                <a:cs typeface="Arial"/>
              </a:defRPr>
            </a:pPr>
            <a:r>
              <a:rPr sz="1500" b="1">
                <a:solidFill>
                  <a:srgbClr val="F4F7FB"/>
                </a:solidFill>
                <a:latin typeface="Arial"/>
                <a:ea typeface="Arial"/>
                <a:cs typeface="Arial"/>
              </a:rPr>
              <a:t>Parsed and retained Gherkin</a:t>
            </a:r>
          </a:p>
        </p:txBody>
      </p:sp>
      <p:sp>
        <p:nvSpPr>
          <p:cNvPr id="7" name="capability_v2_s3_o7">
            <a:extLst xmlns:a="http://schemas.openxmlformats.org/drawingml/2006/main">
              <a:ext uri="{FF2B5EF4-FFF2-40B4-BE49-F238E27FC236}">
                <a16:creationId xmlns:a16="http://schemas.microsoft.com/office/drawing/2014/main" id="{51981E41-C93F-4A12-960F-70BDF750FDC6}"/>
              </a:ext>
            </a:extLst>
          </p:cNvPr>
          <p:cNvSpPr>
            <a:spLocks xmlns:a="http://schemas.openxmlformats.org/drawingml/2006/main" noGrp="1"/>
          </p:cNvSpPr>
          <p:nvPr/>
        </p:nvSpPr>
        <p:spPr>
          <a:xfrm xmlns:a="http://schemas.openxmlformats.org/drawingml/2006/main">
            <a:off x="6667500" y="1765300"/>
            <a:ext cx="480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Parsed scenario prose for read-capability-dsl-source differs from its retained source bytes. Both are pr…</a:t>
            </a:r>
          </a:p>
        </p:txBody>
      </p:sp>
      <p:sp>
        <p:nvSpPr>
          <p:cNvPr id="8" name="capability_v2_s3_o8">
            <a:extLst xmlns:a="http://schemas.openxmlformats.org/drawingml/2006/main">
              <a:ext uri="{FF2B5EF4-FFF2-40B4-BE49-F238E27FC236}">
                <a16:creationId xmlns:a16="http://schemas.microsoft.com/office/drawing/2014/main" id="{2F59939B-8918-461F-98ED-70ED8E0086A2}"/>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544553231"/>
      </p:ext>
    </p:extLst>
  </p:cSld>
</p:sld>
</file>

<file path=ppt/slides/slide3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2_s4_o1">
            <a:extLst xmlns:a="http://schemas.openxmlformats.org/drawingml/2006/main">
              <a:ext uri="{FF2B5EF4-FFF2-40B4-BE49-F238E27FC236}">
                <a16:creationId xmlns:a16="http://schemas.microsoft.com/office/drawing/2014/main" id="{BA17EBA9-5E06-468F-A3DB-4171DF95DCC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Evidence and replay</a:t>
            </a:r>
          </a:p>
        </p:txBody>
      </p:sp>
      <p:sp>
        <p:nvSpPr>
          <p:cNvPr id="2" name="capability_v2_s4_o2">
            <a:extLst xmlns:a="http://schemas.openxmlformats.org/drawingml/2006/main">
              <a:ext uri="{FF2B5EF4-FFF2-40B4-BE49-F238E27FC236}">
                <a16:creationId xmlns:a16="http://schemas.microsoft.com/office/drawing/2014/main" id="{3C34F83E-B112-4790-83AE-FD70DF6E309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ONE SELECTED SNAPSHOT  ·  IDENTITIES AND DIGESTS RETAINED</a:t>
            </a:r>
          </a:p>
        </p:txBody>
      </p:sp>
      <p:sp>
        <p:nvSpPr>
          <p:cNvPr id="3" name="capability_v2_s4_o3">
            <a:extLst xmlns:a="http://schemas.openxmlformats.org/drawingml/2006/main">
              <a:ext uri="{FF2B5EF4-FFF2-40B4-BE49-F238E27FC236}">
                <a16:creationId xmlns:a16="http://schemas.microsoft.com/office/drawing/2014/main" id="{C6C0B979-E690-4448-8E99-6DF25A30753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36</a:t>
            </a:r>
          </a:p>
        </p:txBody>
      </p:sp>
      <p:sp>
        <p:nvSpPr>
          <p:cNvPr id="4" name="capability_v2_s4_o4">
            <a:extLst xmlns:a="http://schemas.openxmlformats.org/drawingml/2006/main">
              <a:ext uri="{FF2B5EF4-FFF2-40B4-BE49-F238E27FC236}">
                <a16:creationId xmlns:a16="http://schemas.microsoft.com/office/drawing/2014/main" id="{0E851BAA-8346-4445-9C68-EBB0FFE056D1}"/>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4_o5">
            <a:extLst xmlns:a="http://schemas.openxmlformats.org/drawingml/2006/main">
              <a:ext uri="{FF2B5EF4-FFF2-40B4-BE49-F238E27FC236}">
                <a16:creationId xmlns:a16="http://schemas.microsoft.com/office/drawing/2014/main" id="{026A94CD-0CF0-4CCF-883B-5182D27D2092}"/>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4_o6">
            <a:extLst xmlns:a="http://schemas.openxmlformats.org/drawingml/2006/main">
              <a:ext uri="{FF2B5EF4-FFF2-40B4-BE49-F238E27FC236}">
                <a16:creationId xmlns:a16="http://schemas.microsoft.com/office/drawing/2014/main" id="{9512F694-CAD5-4E96-885F-BF595FCF7FA1}"/>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4_o7">
            <a:extLst xmlns:a="http://schemas.openxmlformats.org/drawingml/2006/main">
              <a:ext uri="{FF2B5EF4-FFF2-40B4-BE49-F238E27FC236}">
                <a16:creationId xmlns:a16="http://schemas.microsoft.com/office/drawing/2014/main" id="{A6AFEB97-569D-467A-A4B0-BD6E0E66A22E}"/>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4_o8">
            <a:extLst xmlns:a="http://schemas.openxmlformats.org/drawingml/2006/main">
              <a:ext uri="{FF2B5EF4-FFF2-40B4-BE49-F238E27FC236}">
                <a16:creationId xmlns:a16="http://schemas.microsoft.com/office/drawing/2014/main" id="{36EBA65C-9796-454B-A54A-FE977BF4B653}"/>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4_o9">
            <a:extLst xmlns:a="http://schemas.openxmlformats.org/drawingml/2006/main">
              <a:ext uri="{FF2B5EF4-FFF2-40B4-BE49-F238E27FC236}">
                <a16:creationId xmlns:a16="http://schemas.microsoft.com/office/drawing/2014/main" id="{D9B0C1AC-CD8F-4FA7-B753-DA539F610D34}"/>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Selected estate</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snapshot</a:t>
            </a:r>
          </a:p>
        </p:txBody>
      </p:sp>
      <p:sp>
        <p:nvSpPr>
          <p:cNvPr id="10" name="capability_v2_s4_o10">
            <a:extLst xmlns:a="http://schemas.openxmlformats.org/drawingml/2006/main">
              <a:ext uri="{FF2B5EF4-FFF2-40B4-BE49-F238E27FC236}">
                <a16:creationId xmlns:a16="http://schemas.microsoft.com/office/drawing/2014/main" id="{225958F4-048B-491F-8A48-3E366077CDD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2_s4_o11">
            <a:extLst xmlns:a="http://schemas.openxmlformats.org/drawingml/2006/main">
              <a:ext uri="{FF2B5EF4-FFF2-40B4-BE49-F238E27FC236}">
                <a16:creationId xmlns:a16="http://schemas.microsoft.com/office/drawing/2014/main" id="{A3CA54EF-2834-4A08-903B-BE2A92957A81}"/>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2_s4_o12">
            <a:extLst xmlns:a="http://schemas.openxmlformats.org/drawingml/2006/main">
              <a:ext uri="{FF2B5EF4-FFF2-40B4-BE49-F238E27FC236}">
                <a16:creationId xmlns:a16="http://schemas.microsoft.com/office/drawing/2014/main" id="{E517242A-DCD7-44E0-BA54-786416A03E44}"/>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2_s4_o13">
            <a:extLst xmlns:a="http://schemas.openxmlformats.org/drawingml/2006/main">
              <a:ext uri="{FF2B5EF4-FFF2-40B4-BE49-F238E27FC236}">
                <a16:creationId xmlns:a16="http://schemas.microsoft.com/office/drawing/2014/main" id="{2040F9D6-CBDE-4A70-9726-9A41CE5CBB3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2_s4_o14">
            <a:extLst xmlns:a="http://schemas.openxmlformats.org/drawingml/2006/main">
              <a:ext uri="{FF2B5EF4-FFF2-40B4-BE49-F238E27FC236}">
                <a16:creationId xmlns:a16="http://schemas.microsoft.com/office/drawing/2014/main" id="{7D893933-D38E-4AFB-B741-2C031F733454}"/>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2_s4_o15">
            <a:extLst xmlns:a="http://schemas.openxmlformats.org/drawingml/2006/main">
              <a:ext uri="{FF2B5EF4-FFF2-40B4-BE49-F238E27FC236}">
                <a16:creationId xmlns:a16="http://schemas.microsoft.com/office/drawing/2014/main" id="{E446DF0A-D17A-4C87-8FB8-896E94A96C53}"/>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2_s4_o15_arrow">
            <a:extLst xmlns:a="http://schemas.openxmlformats.org/drawingml/2006/main">
              <a:ext uri="{FF2B5EF4-FFF2-40B4-BE49-F238E27FC236}">
                <a16:creationId xmlns:a16="http://schemas.microsoft.com/office/drawing/2014/main" id="{BCF88669-BEE8-4658-BE56-C147DA16DCD5}"/>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2_s4_o16">
            <a:extLst xmlns:a="http://schemas.openxmlformats.org/drawingml/2006/main">
              <a:ext uri="{FF2B5EF4-FFF2-40B4-BE49-F238E27FC236}">
                <a16:creationId xmlns:a16="http://schemas.microsoft.com/office/drawing/2014/main" id="{60F5DB79-E05E-4210-8BAE-4EEB41B17269}"/>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2_s4_o17">
            <a:extLst xmlns:a="http://schemas.openxmlformats.org/drawingml/2006/main">
              <a:ext uri="{FF2B5EF4-FFF2-40B4-BE49-F238E27FC236}">
                <a16:creationId xmlns:a16="http://schemas.microsoft.com/office/drawing/2014/main" id="{E13737B6-9833-49EA-BF4F-4B79E1036513}"/>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2_s4_o18">
            <a:extLst xmlns:a="http://schemas.openxmlformats.org/drawingml/2006/main">
              <a:ext uri="{FF2B5EF4-FFF2-40B4-BE49-F238E27FC236}">
                <a16:creationId xmlns:a16="http://schemas.microsoft.com/office/drawing/2014/main" id="{CD9645C2-69C2-4557-95D0-B9D36CBCAB98}"/>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4_o19">
            <a:extLst xmlns:a="http://schemas.openxmlformats.org/drawingml/2006/main">
              <a:ext uri="{FF2B5EF4-FFF2-40B4-BE49-F238E27FC236}">
                <a16:creationId xmlns:a16="http://schemas.microsoft.com/office/drawing/2014/main" id="{397276BF-5FDB-4B53-9E55-C72C985B596A}"/>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2_s4_o20">
            <a:extLst xmlns:a="http://schemas.openxmlformats.org/drawingml/2006/main">
              <a:ext uri="{FF2B5EF4-FFF2-40B4-BE49-F238E27FC236}">
                <a16:creationId xmlns:a16="http://schemas.microsoft.com/office/drawing/2014/main" id="{5107F739-3ECF-4123-83D8-3A98BA3E2561}"/>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2_s4_o21">
            <a:extLst xmlns:a="http://schemas.openxmlformats.org/drawingml/2006/main">
              <a:ext uri="{FF2B5EF4-FFF2-40B4-BE49-F238E27FC236}">
                <a16:creationId xmlns:a16="http://schemas.microsoft.com/office/drawing/2014/main" id="{87DE5277-2F03-4FC5-BAB5-6BE00DD76228}"/>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2_s4_o22">
            <a:extLst xmlns:a="http://schemas.openxmlformats.org/drawingml/2006/main">
              <a:ext uri="{FF2B5EF4-FFF2-40B4-BE49-F238E27FC236}">
                <a16:creationId xmlns:a16="http://schemas.microsoft.com/office/drawing/2014/main" id="{51C4AD89-9903-479A-A114-4873504959B9}"/>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2_s4_o23">
            <a:extLst xmlns:a="http://schemas.openxmlformats.org/drawingml/2006/main">
              <a:ext uri="{FF2B5EF4-FFF2-40B4-BE49-F238E27FC236}">
                <a16:creationId xmlns:a16="http://schemas.microsoft.com/office/drawing/2014/main" id="{8582B808-4426-4100-93E0-DD0853A29AD9}"/>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Snapshot 734ca73fdf67e472</a:t>
            </a:r>
          </a:p>
        </p:txBody>
      </p:sp>
      <p:sp>
        <p:nvSpPr>
          <p:cNvPr id="25" name="capability_v2_s4_o24">
            <a:extLst xmlns:a="http://schemas.openxmlformats.org/drawingml/2006/main">
              <a:ext uri="{FF2B5EF4-FFF2-40B4-BE49-F238E27FC236}">
                <a16:creationId xmlns:a16="http://schemas.microsoft.com/office/drawing/2014/main" id="{A1EBD59D-EB29-4240-BB22-8FFE858CB84C}"/>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6" name="capability_v2_s4_o25">
            <a:extLst xmlns:a="http://schemas.openxmlformats.org/drawingml/2006/main">
              <a:ext uri="{FF2B5EF4-FFF2-40B4-BE49-F238E27FC236}">
                <a16:creationId xmlns:a16="http://schemas.microsoft.com/office/drawing/2014/main" id="{05ACE9BF-C443-4A3A-BF40-7224D5971409}"/>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27" name="capability_v2_s4_o26">
            <a:extLst xmlns:a="http://schemas.openxmlformats.org/drawingml/2006/main">
              <a:ext uri="{FF2B5EF4-FFF2-40B4-BE49-F238E27FC236}">
                <a16:creationId xmlns:a16="http://schemas.microsoft.com/office/drawing/2014/main" id="{F04CC6ED-107D-4420-9E75-8318CD6874EB}"/>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8" name="capability_v2_s4_o27">
            <a:extLst xmlns:a="http://schemas.openxmlformats.org/drawingml/2006/main">
              <a:ext uri="{FF2B5EF4-FFF2-40B4-BE49-F238E27FC236}">
                <a16:creationId xmlns:a16="http://schemas.microsoft.com/office/drawing/2014/main" id="{A0D479BD-02E9-444F-A3AC-569EDDEB237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29" name="capability_v2_s4_o28">
            <a:extLst xmlns:a="http://schemas.openxmlformats.org/drawingml/2006/main">
              <a:ext uri="{FF2B5EF4-FFF2-40B4-BE49-F238E27FC236}">
                <a16:creationId xmlns:a16="http://schemas.microsoft.com/office/drawing/2014/main" id="{AB2B92AE-016B-4BFF-8DDE-C568E01665BF}"/>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5A7FF"/>
            </a:solidFill>
            <a:prstDash val="solid"/>
          </a:ln>
        </p:spPr>
      </p:sp>
      <p:sp>
        <p:nvSpPr>
          <p:cNvPr id="30" name="capability_v2_s4_o29">
            <a:extLst xmlns:a="http://schemas.openxmlformats.org/drawingml/2006/main">
              <a:ext uri="{FF2B5EF4-FFF2-40B4-BE49-F238E27FC236}">
                <a16:creationId xmlns:a16="http://schemas.microsoft.com/office/drawing/2014/main" id="{EC2F76B3-4C88-4854-8B72-F0CA74BFE103}"/>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31" name="capability_v2_s4_o29_arrow">
            <a:extLst xmlns:a="http://schemas.openxmlformats.org/drawingml/2006/main">
              <a:ext uri="{FF2B5EF4-FFF2-40B4-BE49-F238E27FC236}">
                <a16:creationId xmlns:a16="http://schemas.microsoft.com/office/drawing/2014/main" id="{81F307AA-1336-4CBC-A381-41B98A57953C}"/>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32" name="capability_v2_s4_o30">
            <a:extLst xmlns:a="http://schemas.openxmlformats.org/drawingml/2006/main">
              <a:ext uri="{FF2B5EF4-FFF2-40B4-BE49-F238E27FC236}">
                <a16:creationId xmlns:a16="http://schemas.microsoft.com/office/drawing/2014/main" id="{D5BC9C65-D4EF-44CB-BF3A-9A5157C8AE6B}"/>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33" name="capability_v2_s4_o31">
            <a:extLst xmlns:a="http://schemas.openxmlformats.org/drawingml/2006/main">
              <a:ext uri="{FF2B5EF4-FFF2-40B4-BE49-F238E27FC236}">
                <a16:creationId xmlns:a16="http://schemas.microsoft.com/office/drawing/2014/main" id="{D8C97E1B-B0C2-4968-A4F6-4C1BCE91897B}"/>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34" name="capability_v2_s4_o32">
            <a:extLst xmlns:a="http://schemas.openxmlformats.org/drawingml/2006/main">
              <a:ext uri="{FF2B5EF4-FFF2-40B4-BE49-F238E27FC236}">
                <a16:creationId xmlns:a16="http://schemas.microsoft.com/office/drawing/2014/main" id="{1EAF196F-8D51-4B0F-85FE-344507EA90E0}"/>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2_s4_o33">
            <a:extLst xmlns:a="http://schemas.openxmlformats.org/drawingml/2006/main">
              <a:ext uri="{FF2B5EF4-FFF2-40B4-BE49-F238E27FC236}">
                <a16:creationId xmlns:a16="http://schemas.microsoft.com/office/drawing/2014/main" id="{81827907-1443-4D77-B748-5A01A6666ABA}"/>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36" name="capability_v2_s4_o34">
            <a:extLst xmlns:a="http://schemas.openxmlformats.org/drawingml/2006/main">
              <a:ext uri="{FF2B5EF4-FFF2-40B4-BE49-F238E27FC236}">
                <a16:creationId xmlns:a16="http://schemas.microsoft.com/office/drawing/2014/main" id="{B59A546E-55C1-49CA-B63B-53EA9A019DB0}"/>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37" name="capability_v2_s4_o35">
            <a:extLst xmlns:a="http://schemas.openxmlformats.org/drawingml/2006/main">
              <a:ext uri="{FF2B5EF4-FFF2-40B4-BE49-F238E27FC236}">
                <a16:creationId xmlns:a16="http://schemas.microsoft.com/office/drawing/2014/main" id="{052BA410-6854-405B-B23F-70762F44DA2C}"/>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8" name="capability_v2_s4_o36">
            <a:extLst xmlns:a="http://schemas.openxmlformats.org/drawingml/2006/main">
              <a:ext uri="{FF2B5EF4-FFF2-40B4-BE49-F238E27FC236}">
                <a16:creationId xmlns:a16="http://schemas.microsoft.com/office/drawing/2014/main" id="{80A364A5-8A83-48A0-B15D-1A0AA1474E28}"/>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9" name="capability_v2_s4_o37">
            <a:extLst xmlns:a="http://schemas.openxmlformats.org/drawingml/2006/main">
              <a:ext uri="{FF2B5EF4-FFF2-40B4-BE49-F238E27FC236}">
                <a16:creationId xmlns:a16="http://schemas.microsoft.com/office/drawing/2014/main" id="{B4C0D978-A63C-4F89-9FBF-28CC7CCDB46E}"/>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Graph d15a5501bdadb004</a:t>
            </a:r>
          </a:p>
        </p:txBody>
      </p:sp>
      <p:sp>
        <p:nvSpPr>
          <p:cNvPr id="40" name="capability_v2_s4_o38">
            <a:extLst xmlns:a="http://schemas.openxmlformats.org/drawingml/2006/main">
              <a:ext uri="{FF2B5EF4-FFF2-40B4-BE49-F238E27FC236}">
                <a16:creationId xmlns:a16="http://schemas.microsoft.com/office/drawing/2014/main" id="{D2C857F3-7248-4AEF-9D6A-9C1064F44A8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2_s4_o39">
            <a:extLst xmlns:a="http://schemas.openxmlformats.org/drawingml/2006/main">
              <a:ext uri="{FF2B5EF4-FFF2-40B4-BE49-F238E27FC236}">
                <a16:creationId xmlns:a16="http://schemas.microsoft.com/office/drawing/2014/main" id="{41DF5F5D-7924-43D4-BA2D-C82EB1617AD6}"/>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2_s4_o40">
            <a:extLst xmlns:a="http://schemas.openxmlformats.org/drawingml/2006/main">
              <a:ext uri="{FF2B5EF4-FFF2-40B4-BE49-F238E27FC236}">
                <a16:creationId xmlns:a16="http://schemas.microsoft.com/office/drawing/2014/main" id="{5D549DED-9040-4F1C-8034-4008E0E035D7}"/>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2_s4_o41">
            <a:extLst xmlns:a="http://schemas.openxmlformats.org/drawingml/2006/main">
              <a:ext uri="{FF2B5EF4-FFF2-40B4-BE49-F238E27FC236}">
                <a16:creationId xmlns:a16="http://schemas.microsoft.com/office/drawing/2014/main" id="{69BAE25C-E25E-49F4-A1F0-7ECE36D11ED6}"/>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2_s4_o42">
            <a:extLst xmlns:a="http://schemas.openxmlformats.org/drawingml/2006/main">
              <a:ext uri="{FF2B5EF4-FFF2-40B4-BE49-F238E27FC236}">
                <a16:creationId xmlns:a16="http://schemas.microsoft.com/office/drawing/2014/main" id="{0FC6ADD2-64C7-4653-998A-0EE1A17A85C1}"/>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2_s4_o43">
            <a:extLst xmlns:a="http://schemas.openxmlformats.org/drawingml/2006/main">
              <a:ext uri="{FF2B5EF4-FFF2-40B4-BE49-F238E27FC236}">
                <a16:creationId xmlns:a16="http://schemas.microsoft.com/office/drawing/2014/main" id="{0C4C9BF1-A1D0-46C5-B2CF-F925CF37D0C8}"/>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2_s4_o43_arrow">
            <a:extLst xmlns:a="http://schemas.openxmlformats.org/drawingml/2006/main">
              <a:ext uri="{FF2B5EF4-FFF2-40B4-BE49-F238E27FC236}">
                <a16:creationId xmlns:a16="http://schemas.microsoft.com/office/drawing/2014/main" id="{C0A70957-CCDC-4DE2-ACF4-8E8988584F31}"/>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2_s4_o44">
            <a:extLst xmlns:a="http://schemas.openxmlformats.org/drawingml/2006/main">
              <a:ext uri="{FF2B5EF4-FFF2-40B4-BE49-F238E27FC236}">
                <a16:creationId xmlns:a16="http://schemas.microsoft.com/office/drawing/2014/main" id="{45631871-3BE4-4025-BD14-9184B00417F0}"/>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2_s4_o45">
            <a:extLst xmlns:a="http://schemas.openxmlformats.org/drawingml/2006/main">
              <a:ext uri="{FF2B5EF4-FFF2-40B4-BE49-F238E27FC236}">
                <a16:creationId xmlns:a16="http://schemas.microsoft.com/office/drawing/2014/main" id="{46DAAB74-B4A3-4291-AFAD-3EFB50F62873}"/>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2_s4_o46">
            <a:extLst xmlns:a="http://schemas.openxmlformats.org/drawingml/2006/main">
              <a:ext uri="{FF2B5EF4-FFF2-40B4-BE49-F238E27FC236}">
                <a16:creationId xmlns:a16="http://schemas.microsoft.com/office/drawing/2014/main" id="{B7EA941A-3427-47F7-BE58-6D3124F44513}"/>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2_s4_o47">
            <a:extLst xmlns:a="http://schemas.openxmlformats.org/drawingml/2006/main">
              <a:ext uri="{FF2B5EF4-FFF2-40B4-BE49-F238E27FC236}">
                <a16:creationId xmlns:a16="http://schemas.microsoft.com/office/drawing/2014/main" id="{99FEE92E-4A97-409B-B1FC-EE7D9FD259C5}"/>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2_s4_o48">
            <a:extLst xmlns:a="http://schemas.openxmlformats.org/drawingml/2006/main">
              <a:ext uri="{FF2B5EF4-FFF2-40B4-BE49-F238E27FC236}">
                <a16:creationId xmlns:a16="http://schemas.microsoft.com/office/drawing/2014/main" id="{65E569FC-F768-4073-9703-91C573E8895A}"/>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2_s4_o49">
            <a:extLst xmlns:a="http://schemas.openxmlformats.org/drawingml/2006/main">
              <a:ext uri="{FF2B5EF4-FFF2-40B4-BE49-F238E27FC236}">
                <a16:creationId xmlns:a16="http://schemas.microsoft.com/office/drawing/2014/main" id="{53E81D9E-C450-4AA0-B2B9-C120F41B9D83}"/>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2_s4_o50">
            <a:extLst xmlns:a="http://schemas.openxmlformats.org/drawingml/2006/main">
              <a:ext uri="{FF2B5EF4-FFF2-40B4-BE49-F238E27FC236}">
                <a16:creationId xmlns:a16="http://schemas.microsoft.com/office/drawing/2014/main" id="{EA70355A-983B-4F48-AF09-55578E955F81}"/>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2_s4_o51">
            <a:extLst xmlns:a="http://schemas.openxmlformats.org/drawingml/2006/main">
              <a:ext uri="{FF2B5EF4-FFF2-40B4-BE49-F238E27FC236}">
                <a16:creationId xmlns:a16="http://schemas.microsoft.com/office/drawing/2014/main" id="{F3C5468F-7EAF-468D-B52E-39723DCD97BA}"/>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Circuit a075145cc1c250e6</a:t>
            </a:r>
          </a:p>
        </p:txBody>
      </p:sp>
      <p:sp>
        <p:nvSpPr>
          <p:cNvPr id="55" name="capability_v2_s4_o52">
            <a:extLst xmlns:a="http://schemas.openxmlformats.org/drawingml/2006/main">
              <a:ext uri="{FF2B5EF4-FFF2-40B4-BE49-F238E27FC236}">
                <a16:creationId xmlns:a16="http://schemas.microsoft.com/office/drawing/2014/main" id="{99C7400A-7CFF-4F73-A7F3-564997042946}"/>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snapshot → semantic projection → editable presentation</a:t>
            </a:r>
          </a:p>
        </p:txBody>
      </p:sp>
      <p:sp>
        <p:nvSpPr>
          <p:cNvPr id="56" name="capability_v2_s4_o53">
            <a:extLst xmlns:a="http://schemas.openxmlformats.org/drawingml/2006/main">
              <a:ext uri="{FF2B5EF4-FFF2-40B4-BE49-F238E27FC236}">
                <a16:creationId xmlns:a16="http://schemas.microsoft.com/office/drawing/2014/main" id="{4511991D-9BF4-452E-AAC7-6451DC6FB89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584169870"/>
      </p:ext>
    </p:extLst>
  </p:cSld>
</p:sld>
</file>

<file path=ppt/slides/slide3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3" name="capability_v2_s5_o1">
            <a:extLst xmlns:a="http://schemas.openxmlformats.org/drawingml/2006/main">
              <a:ext uri="{FF2B5EF4-FFF2-40B4-BE49-F238E27FC236}">
                <a16:creationId xmlns:a16="http://schemas.microsoft.com/office/drawing/2014/main" id="{D6B8279E-2EEA-4096-9E87-94617E0B798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Authoring source — read-capability-dsl-source</a:t>
            </a:r>
          </a:p>
        </p:txBody>
      </p:sp>
      <p:sp>
        <p:nvSpPr>
          <p:cNvPr id="2" name="capability_v2_s5_o2">
            <a:extLst xmlns:a="http://schemas.openxmlformats.org/drawingml/2006/main">
              <a:ext uri="{FF2B5EF4-FFF2-40B4-BE49-F238E27FC236}">
                <a16:creationId xmlns:a16="http://schemas.microsoft.com/office/drawing/2014/main" id="{94F05F38-9B88-4181-B230-2FA2495A9D8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DSL SOURCE RETAINED AT AUTHORING  ·  sha256:c59e0e7ef2494147515c468c854ae4f3f0f5c253008f079a2537ccc14e04067a  ·  1290 bytes</a:t>
            </a:r>
          </a:p>
        </p:txBody>
      </p:sp>
      <p:sp>
        <p:nvSpPr>
          <p:cNvPr id="3" name="capability_v2_s5_o3">
            <a:extLst xmlns:a="http://schemas.openxmlformats.org/drawingml/2006/main">
              <a:ext uri="{FF2B5EF4-FFF2-40B4-BE49-F238E27FC236}">
                <a16:creationId xmlns:a16="http://schemas.microsoft.com/office/drawing/2014/main" id="{4382D9ED-48CC-4139-B498-9FE954D8421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37</a:t>
            </a:r>
          </a:p>
        </p:txBody>
      </p:sp>
      <p:sp>
        <p:nvSpPr>
          <p:cNvPr id="4" name="capability_v2_s5_o4">
            <a:extLst xmlns:a="http://schemas.openxmlformats.org/drawingml/2006/main">
              <a:ext uri="{FF2B5EF4-FFF2-40B4-BE49-F238E27FC236}">
                <a16:creationId xmlns:a16="http://schemas.microsoft.com/office/drawing/2014/main" id="{F68BC556-53E7-45F2-B338-A76A1FC9B0B8}"/>
              </a:ext>
            </a:extLst>
          </p:cNvPr>
          <p:cNvSpPr>
            <a:spLocks xmlns:a="http://schemas.openxmlformats.org/drawingml/2006/main" noGrp="1"/>
          </p:cNvSpPr>
          <p:nvPr/>
        </p:nvSpPr>
        <p:spPr>
          <a:xfrm xmlns:a="http://schemas.openxmlformats.org/drawingml/2006/main">
            <a:off x="457200" y="1117600"/>
            <a:ext cx="1130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1">
                <a:solidFill>
                  <a:srgbClr val="F6B94D"/>
                </a:solidFill>
                <a:latin typeface="Arial"/>
                <a:ea typeface="Arial"/>
                <a:cs typeface="Arial"/>
              </a:defRPr>
            </a:defPPr>
          </a:lstStyle>
          <a:p xmlns:a="http://schemas.openxmlformats.org/drawingml/2006/main">
            <a:pPr algn="l">
              <a:lnSpc>
                <a:spcPct val="108000"/>
              </a:lnSpc>
              <a:buNone/>
              <a:defRPr sz="1100" b="1">
                <a:solidFill>
                  <a:srgbClr val="F6B94D"/>
                </a:solidFill>
                <a:latin typeface="Arial"/>
                <a:ea typeface="Arial"/>
                <a:cs typeface="Arial"/>
              </a:defRPr>
            </a:pPr>
            <a:r>
              <a:rPr sz="1100" b="1">
                <a:solidFill>
                  <a:srgbClr val="F6B94D"/>
                </a:solidFill>
                <a:latin typeface="Arial"/>
                <a:ea typeface="Arial"/>
                <a:cs typeface="Arial"/>
              </a:rPr>
              <a:t>DECLARED SOURCE  ·  VERBATIM, CONTENT-ADDRESSED  ·  READ 2aa63f5e-424b-40ea-bfc9-5ba798e29e81  ·  REF capability-from-dsl</a:t>
            </a:r>
          </a:p>
        </p:txBody>
      </p:sp>
      <p:sp>
        <p:nvSpPr>
          <p:cNvPr id="5" name="capability_v2_s5_o5">
            <a:extLst xmlns:a="http://schemas.openxmlformats.org/drawingml/2006/main">
              <a:ext uri="{FF2B5EF4-FFF2-40B4-BE49-F238E27FC236}">
                <a16:creationId xmlns:a16="http://schemas.microsoft.com/office/drawing/2014/main" id="{85C61576-205A-48D8-BE54-B7B255A22DE0}"/>
              </a:ext>
            </a:extLst>
          </p:cNvPr>
          <p:cNvSpPr>
            <a:spLocks xmlns:a="http://schemas.openxmlformats.org/drawingml/2006/main" noGrp="1"/>
          </p:cNvSpPr>
          <p:nvPr/>
        </p:nvSpPr>
        <p:spPr>
          <a:xfrm xmlns:a="http://schemas.openxmlformats.org/drawingml/2006/main">
            <a:off x="457200" y="14224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 a retained DSL source read: authored capability sources returned byte-exact with digests</a:t>
            </a:r>
          </a:p>
        </p:txBody>
      </p:sp>
      <p:sp>
        <p:nvSpPr>
          <p:cNvPr id="6" name="capability_v2_s5_o6">
            <a:extLst xmlns:a="http://schemas.openxmlformats.org/drawingml/2006/main">
              <a:ext uri="{FF2B5EF4-FFF2-40B4-BE49-F238E27FC236}">
                <a16:creationId xmlns:a16="http://schemas.microsoft.com/office/drawing/2014/main" id="{DFBB5D71-6633-4B1E-AA66-35230792C586}"/>
              </a:ext>
            </a:extLst>
          </p:cNvPr>
          <p:cNvSpPr>
            <a:spLocks xmlns:a="http://schemas.openxmlformats.org/drawingml/2006/main" noGrp="1"/>
          </p:cNvSpPr>
          <p:nvPr/>
        </p:nvSpPr>
        <p:spPr>
          <a:xfrm xmlns:a="http://schemas.openxmlformats.org/drawingml/2006/main">
            <a:off x="457200" y="15875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capability read-capability-dsl-source</a:t>
            </a:r>
          </a:p>
        </p:txBody>
      </p:sp>
      <p:sp>
        <p:nvSpPr>
          <p:cNvPr id="7" name="capability_v2_s5_o7">
            <a:extLst xmlns:a="http://schemas.openxmlformats.org/drawingml/2006/main">
              <a:ext uri="{FF2B5EF4-FFF2-40B4-BE49-F238E27FC236}">
                <a16:creationId xmlns:a16="http://schemas.microsoft.com/office/drawing/2014/main" id="{56260F39-C833-4231-8992-2D380CC06DC4}"/>
              </a:ext>
            </a:extLst>
          </p:cNvPr>
          <p:cNvSpPr>
            <a:spLocks xmlns:a="http://schemas.openxmlformats.org/drawingml/2006/main" noGrp="1"/>
          </p:cNvSpPr>
          <p:nvPr/>
        </p:nvSpPr>
        <p:spPr>
          <a:xfrm xmlns:a="http://schemas.openxmlformats.org/drawingml/2006/main">
            <a:off x="457200" y="17526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intent: Read the DSL authoring sources retained at capability authoring time, byte-exact with digests and authoring references</a:t>
            </a:r>
          </a:p>
        </p:txBody>
      </p:sp>
      <p:sp>
        <p:nvSpPr>
          <p:cNvPr id="8" name="capability_v2_s5_o8">
            <a:extLst xmlns:a="http://schemas.openxmlformats.org/drawingml/2006/main">
              <a:ext uri="{FF2B5EF4-FFF2-40B4-BE49-F238E27FC236}">
                <a16:creationId xmlns:a16="http://schemas.microsoft.com/office/drawing/2014/main" id="{BB4F1E58-9933-48C0-B990-C32A57B14DAB}"/>
              </a:ext>
            </a:extLst>
          </p:cNvPr>
          <p:cNvSpPr>
            <a:spLocks xmlns:a="http://schemas.openxmlformats.org/drawingml/2006/main" noGrp="1"/>
          </p:cNvSpPr>
          <p:nvPr/>
        </p:nvSpPr>
        <p:spPr>
          <a:xfrm xmlns:a="http://schemas.openxmlformats.org/drawingml/2006/main">
            <a:off x="457200" y="19177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outcome: The retained sources READ; an invalid request refuses</a:t>
            </a:r>
          </a:p>
        </p:txBody>
      </p:sp>
      <p:sp>
        <p:nvSpPr>
          <p:cNvPr id="9" name="capability_v2_s5_o9">
            <a:extLst xmlns:a="http://schemas.openxmlformats.org/drawingml/2006/main">
              <a:ext uri="{FF2B5EF4-FFF2-40B4-BE49-F238E27FC236}">
                <a16:creationId xmlns:a16="http://schemas.microsoft.com/office/drawing/2014/main" id="{3B773CDF-B278-4317-BE25-A4E1315E9A0A}"/>
              </a:ext>
            </a:extLst>
          </p:cNvPr>
          <p:cNvSpPr>
            <a:spLocks xmlns:a="http://schemas.openxmlformats.org/drawingml/2006/main" noGrp="1"/>
          </p:cNvSpPr>
          <p:nvPr/>
        </p:nvSpPr>
        <p:spPr>
          <a:xfrm xmlns:a="http://schemas.openxmlformats.org/drawingml/2006/main">
            <a:off x="457200" y="20828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input contract read-capability-dsl-source-request.v1 { "type":"object","additionalProperties":false,"properties":{"capabilityId":{"type":"string","mi…</a:t>
            </a:r>
          </a:p>
        </p:txBody>
      </p:sp>
      <p:sp>
        <p:nvSpPr>
          <p:cNvPr id="10" name="capability_v2_s5_o10">
            <a:extLst xmlns:a="http://schemas.openxmlformats.org/drawingml/2006/main">
              <a:ext uri="{FF2B5EF4-FFF2-40B4-BE49-F238E27FC236}">
                <a16:creationId xmlns:a16="http://schemas.microsoft.com/office/drawing/2014/main" id="{42A88A00-1BD4-40E5-94A5-5594BF125356}"/>
              </a:ext>
            </a:extLst>
          </p:cNvPr>
          <p:cNvSpPr>
            <a:spLocks xmlns:a="http://schemas.openxmlformats.org/drawingml/2006/main" noGrp="1"/>
          </p:cNvSpPr>
          <p:nvPr/>
        </p:nvSpPr>
        <p:spPr>
          <a:xfrm xmlns:a="http://schemas.openxmlformats.org/drawingml/2006/main">
            <a:off x="457200" y="22479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output contract read-capability-dsl-source-result.v1 { "type":"object","required":["contractId","status"],"properties":{"contractId":{"const":"capabi…</a:t>
            </a:r>
          </a:p>
        </p:txBody>
      </p:sp>
      <p:sp>
        <p:nvSpPr>
          <p:cNvPr id="11" name="capability_v2_s5_o11">
            <a:extLst xmlns:a="http://schemas.openxmlformats.org/drawingml/2006/main">
              <a:ext uri="{FF2B5EF4-FFF2-40B4-BE49-F238E27FC236}">
                <a16:creationId xmlns:a16="http://schemas.microsoft.com/office/drawing/2014/main" id="{C351A74A-15ED-487B-9320-CBC708F77BD6}"/>
              </a:ext>
            </a:extLst>
          </p:cNvPr>
          <p:cNvSpPr>
            <a:spLocks xmlns:a="http://schemas.openxmlformats.org/drawingml/2006/main" noGrp="1"/>
          </p:cNvSpPr>
          <p:nvPr/>
        </p:nvSpPr>
        <p:spPr>
          <a:xfrm xmlns:a="http://schemas.openxmlformats.org/drawingml/2006/main">
            <a:off x="457200" y="24130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cli display outcome as json</a:t>
            </a:r>
          </a:p>
        </p:txBody>
      </p:sp>
      <p:sp>
        <p:nvSpPr>
          <p:cNvPr id="12" name="capability_v2_s5_o12">
            <a:extLst xmlns:a="http://schemas.openxmlformats.org/drawingml/2006/main">
              <a:ext uri="{FF2B5EF4-FFF2-40B4-BE49-F238E27FC236}">
                <a16:creationId xmlns:a16="http://schemas.microsoft.com/office/drawing/2014/main" id="{03302EC0-A2A5-4706-880E-B1FD05777A05}"/>
              </a:ext>
            </a:extLst>
          </p:cNvPr>
          <p:cNvSpPr>
            <a:spLocks xmlns:a="http://schemas.openxmlformats.org/drawingml/2006/main" noGrp="1"/>
          </p:cNvSpPr>
          <p:nvPr/>
        </p:nvSpPr>
        <p:spPr>
          <a:xfrm xmlns:a="http://schemas.openxmlformats.org/drawingml/2006/main">
            <a:off x="457200" y="25781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scenario read-capability-dsl-source root terminal</a:t>
            </a:r>
          </a:p>
        </p:txBody>
      </p:sp>
      <p:sp>
        <p:nvSpPr>
          <p:cNvPr id="13" name="capability_v2_s5_o13">
            <a:extLst xmlns:a="http://schemas.openxmlformats.org/drawingml/2006/main">
              <a:ext uri="{FF2B5EF4-FFF2-40B4-BE49-F238E27FC236}">
                <a16:creationId xmlns:a16="http://schemas.microsoft.com/office/drawing/2014/main" id="{7409B46E-A7F0-4E18-A8A2-7AD179F2F880}"/>
              </a:ext>
            </a:extLst>
          </p:cNvPr>
          <p:cNvSpPr>
            <a:spLocks xmlns:a="http://schemas.openxmlformats.org/drawingml/2006/main" noGrp="1"/>
          </p:cNvSpPr>
          <p:nvPr/>
        </p:nvSpPr>
        <p:spPr>
          <a:xfrm xmlns:a="http://schemas.openxmlformats.org/drawingml/2006/main">
            <a:off x="457200" y="27432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given: capabilities authored from DSL exist in the estate with retained sources</a:t>
            </a:r>
          </a:p>
        </p:txBody>
      </p:sp>
      <p:sp>
        <p:nvSpPr>
          <p:cNvPr id="14" name="capability_v2_s5_o14">
            <a:extLst xmlns:a="http://schemas.openxmlformats.org/drawingml/2006/main">
              <a:ext uri="{FF2B5EF4-FFF2-40B4-BE49-F238E27FC236}">
                <a16:creationId xmlns:a16="http://schemas.microsoft.com/office/drawing/2014/main" id="{0E827B0A-7DC6-497C-9A52-8E452BCE495C}"/>
              </a:ext>
            </a:extLst>
          </p:cNvPr>
          <p:cNvSpPr>
            <a:spLocks xmlns:a="http://schemas.openxmlformats.org/drawingml/2006/main" noGrp="1"/>
          </p:cNvSpPr>
          <p:nvPr/>
        </p:nvSpPr>
        <p:spPr>
          <a:xfrm xmlns:a="http://schemas.openxmlformats.org/drawingml/2006/main">
            <a:off x="457200" y="29083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when: the retained sources are read over rows</a:t>
            </a:r>
          </a:p>
        </p:txBody>
      </p:sp>
      <p:sp>
        <p:nvSpPr>
          <p:cNvPr id="15" name="capability_v2_s5_o15">
            <a:extLst xmlns:a="http://schemas.openxmlformats.org/drawingml/2006/main">
              <a:ext uri="{FF2B5EF4-FFF2-40B4-BE49-F238E27FC236}">
                <a16:creationId xmlns:a16="http://schemas.microsoft.com/office/drawing/2014/main" id="{F54C2AE9-1C26-4B8E-8F7E-04EE81D459E7}"/>
              </a:ext>
            </a:extLst>
          </p:cNvPr>
          <p:cNvSpPr>
            <a:spLocks xmlns:a="http://schemas.openxmlformats.org/drawingml/2006/main" noGrp="1"/>
          </p:cNvSpPr>
          <p:nvPr/>
        </p:nvSpPr>
        <p:spPr>
          <a:xfrm xmlns:a="http://schemas.openxmlformats.org/drawingml/2006/main">
            <a:off x="457200" y="30734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then: exact source bytes, digests and authoring references return</a:t>
            </a:r>
          </a:p>
        </p:txBody>
      </p:sp>
      <p:sp>
        <p:nvSpPr>
          <p:cNvPr id="16" name="capability_v2_s5_o16">
            <a:extLst xmlns:a="http://schemas.openxmlformats.org/drawingml/2006/main">
              <a:ext uri="{FF2B5EF4-FFF2-40B4-BE49-F238E27FC236}">
                <a16:creationId xmlns:a16="http://schemas.microsoft.com/office/drawing/2014/main" id="{038E1D62-3666-44F9-AA9B-CC21493C74F2}"/>
              </a:ext>
            </a:extLst>
          </p:cNvPr>
          <p:cNvSpPr>
            <a:spLocks xmlns:a="http://schemas.openxmlformats.org/drawingml/2006/main" noGrp="1"/>
          </p:cNvSpPr>
          <p:nvPr/>
        </p:nvSpPr>
        <p:spPr>
          <a:xfrm xmlns:a="http://schemas.openxmlformats.org/drawingml/2006/main">
            <a:off x="457200" y="32385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operation read-capability-dsl-source.read kind invoke-port port capability-dsl-source-read</a:t>
            </a:r>
          </a:p>
        </p:txBody>
      </p:sp>
      <p:sp>
        <p:nvSpPr>
          <p:cNvPr id="17" name="capability_v2_s5_o17">
            <a:extLst xmlns:a="http://schemas.openxmlformats.org/drawingml/2006/main">
              <a:ext uri="{FF2B5EF4-FFF2-40B4-BE49-F238E27FC236}">
                <a16:creationId xmlns:a16="http://schemas.microsoft.com/office/drawing/2014/main" id="{34CD9DB5-CFB6-4A74-8ABE-E92414CF78C7}"/>
              </a:ext>
            </a:extLst>
          </p:cNvPr>
          <p:cNvSpPr>
            <a:spLocks xmlns:a="http://schemas.openxmlformats.org/drawingml/2006/main" noGrp="1"/>
          </p:cNvSpPr>
          <p:nvPr/>
        </p:nvSpPr>
        <p:spPr>
          <a:xfrm xmlns:a="http://schemas.openxmlformats.org/drawingml/2006/main">
            <a:off x="457200" y="34036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bind capability-dsl-source-read</a:t>
            </a:r>
          </a:p>
        </p:txBody>
      </p:sp>
      <p:sp>
        <p:nvSpPr>
          <p:cNvPr id="18" name="capability_v2_s5_o18">
            <a:extLst xmlns:a="http://schemas.openxmlformats.org/drawingml/2006/main">
              <a:ext uri="{FF2B5EF4-FFF2-40B4-BE49-F238E27FC236}">
                <a16:creationId xmlns:a16="http://schemas.microsoft.com/office/drawing/2014/main" id="{91F9C1C2-13A1-411A-B66B-240B1C95E7B6}"/>
              </a:ext>
            </a:extLst>
          </p:cNvPr>
          <p:cNvSpPr>
            <a:spLocks xmlns:a="http://schemas.openxmlformats.org/drawingml/2006/main" noGrp="1"/>
          </p:cNvSpPr>
          <p:nvPr/>
        </p:nvSpPr>
        <p:spPr>
          <a:xfrm xmlns:a="http://schemas.openxmlformats.org/drawingml/2006/main">
            <a:off x="457200" y="35687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platform: sda-embodiment-plan-port.v1</a:t>
            </a:r>
          </a:p>
        </p:txBody>
      </p:sp>
      <p:sp>
        <p:nvSpPr>
          <p:cNvPr id="19" name="capability_v2_s5_o19">
            <a:extLst xmlns:a="http://schemas.openxmlformats.org/drawingml/2006/main">
              <a:ext uri="{FF2B5EF4-FFF2-40B4-BE49-F238E27FC236}">
                <a16:creationId xmlns:a16="http://schemas.microsoft.com/office/drawing/2014/main" id="{AC15F37C-EDC5-42BA-A754-7DBDC944D9EE}"/>
              </a:ext>
            </a:extLst>
          </p:cNvPr>
          <p:cNvSpPr>
            <a:spLocks xmlns:a="http://schemas.openxmlformats.org/drawingml/2006/main" noGrp="1"/>
          </p:cNvSpPr>
          <p:nvPr/>
        </p:nvSpPr>
        <p:spPr>
          <a:xfrm xmlns:a="http://schemas.openxmlformats.org/drawingml/2006/main">
            <a:off x="457200" y="37338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provider: sda-declared-read-graph-provider.v1</a:t>
            </a:r>
          </a:p>
        </p:txBody>
      </p:sp>
      <p:sp>
        <p:nvSpPr>
          <p:cNvPr id="20" name="capability_v2_s5_o20">
            <a:extLst xmlns:a="http://schemas.openxmlformats.org/drawingml/2006/main">
              <a:ext uri="{FF2B5EF4-FFF2-40B4-BE49-F238E27FC236}">
                <a16:creationId xmlns:a16="http://schemas.microsoft.com/office/drawing/2014/main" id="{B2200519-E3AC-4ABD-9BC1-B52F6ED14950}"/>
              </a:ext>
            </a:extLst>
          </p:cNvPr>
          <p:cNvSpPr>
            <a:spLocks xmlns:a="http://schemas.openxmlformats.org/drawingml/2006/main" noGrp="1"/>
          </p:cNvSpPr>
          <p:nvPr/>
        </p:nvSpPr>
        <p:spPr>
          <a:xfrm xmlns:a="http://schemas.openxmlformats.org/drawingml/2006/main">
            <a:off x="457200" y="38989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statement: EXEC analysis.read_capability_dsl_source @input=@input,@estate_model_pk=@estate_model_pk;</a:t>
            </a:r>
          </a:p>
        </p:txBody>
      </p:sp>
      <p:sp>
        <p:nvSpPr>
          <p:cNvPr id="21" name="capability_v2_s5_o21">
            <a:extLst xmlns:a="http://schemas.openxmlformats.org/drawingml/2006/main">
              <a:ext uri="{FF2B5EF4-FFF2-40B4-BE49-F238E27FC236}">
                <a16:creationId xmlns:a16="http://schemas.microsoft.com/office/drawing/2014/main" id="{1D201CD3-55EB-4DF7-9E34-90B37A5DF702}"/>
              </a:ext>
            </a:extLst>
          </p:cNvPr>
          <p:cNvSpPr>
            <a:spLocks xmlns:a="http://schemas.openxmlformats.org/drawingml/2006/main" noGrp="1"/>
          </p:cNvSpPr>
          <p:nvPr/>
        </p:nvSpPr>
        <p:spPr>
          <a:xfrm xmlns:a="http://schemas.openxmlformats.org/drawingml/2006/main">
            <a:off x="457200" y="4064000"/>
            <a:ext cx="11303000" cy="17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F4F7FB"/>
                </a:solidFill>
                <a:latin typeface="Arial"/>
                <a:ea typeface="Arial"/>
                <a:cs typeface="Arial"/>
              </a:defRPr>
            </a:defPPr>
          </a:lstStyle>
          <a:p xmlns:a="http://schemas.openxmlformats.org/drawingml/2006/main">
            <a:pPr algn="l">
              <a:lnSpc>
                <a:spcPct val="108000"/>
              </a:lnSpc>
              <a:buNone/>
              <a:defRPr sz="950" b="0">
                <a:solidFill>
                  <a:srgbClr val="F4F7FB"/>
                </a:solidFill>
                <a:latin typeface="Arial"/>
                <a:ea typeface="Arial"/>
                <a:cs typeface="Arial"/>
              </a:defRPr>
            </a:pPr>
            <a:r>
              <a:rPr sz="950" b="0">
                <a:solidFill>
                  <a:srgbClr val="F4F7FB"/>
                </a:solidFill>
                <a:latin typeface="Arial"/>
                <a:ea typeface="Arial"/>
                <a:cs typeface="Arial"/>
              </a:rPr>
              <a:t>result: value</a:t>
            </a:r>
          </a:p>
        </p:txBody>
      </p:sp>
      <p:sp>
        <p:nvSpPr>
          <p:cNvPr id="22" name="capability_v2_s5_o22">
            <a:extLst xmlns:a="http://schemas.openxmlformats.org/drawingml/2006/main">
              <a:ext uri="{FF2B5EF4-FFF2-40B4-BE49-F238E27FC236}">
                <a16:creationId xmlns:a16="http://schemas.microsoft.com/office/drawing/2014/main" id="{67C37078-DFDF-4DDB-953B-53FD3DA9984A}"/>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096228999"/>
      </p:ext>
    </p:extLst>
  </p:cSld>
</p:sld>
</file>

<file path=ppt/slides/slide3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0" name="capability_v2_s6_o1">
            <a:extLst xmlns:a="http://schemas.openxmlformats.org/drawingml/2006/main">
              <a:ext uri="{FF2B5EF4-FFF2-40B4-BE49-F238E27FC236}">
                <a16:creationId xmlns:a16="http://schemas.microsoft.com/office/drawing/2014/main" id="{D6698793-DC7F-4B74-A5E3-BD635B5C1CD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coverage</a:t>
            </a:r>
          </a:p>
        </p:txBody>
      </p:sp>
      <p:sp>
        <p:nvSpPr>
          <p:cNvPr id="2" name="capability_v2_s6_o2">
            <a:extLst xmlns:a="http://schemas.openxmlformats.org/drawingml/2006/main">
              <a:ext uri="{FF2B5EF4-FFF2-40B4-BE49-F238E27FC236}">
                <a16:creationId xmlns:a16="http://schemas.microsoft.com/office/drawing/2014/main" id="{901C9AF9-2680-42BC-82E9-D109E839BF9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SNAPSHOT_MATCH · DECLARATIONS AND BOUNDED CHECKS</a:t>
            </a:r>
          </a:p>
        </p:txBody>
      </p:sp>
      <p:sp>
        <p:nvSpPr>
          <p:cNvPr id="3" name="capability_v2_s6_o3">
            <a:extLst xmlns:a="http://schemas.openxmlformats.org/drawingml/2006/main">
              <a:ext uri="{FF2B5EF4-FFF2-40B4-BE49-F238E27FC236}">
                <a16:creationId xmlns:a16="http://schemas.microsoft.com/office/drawing/2014/main" id="{2933B595-EABD-47AF-9894-68FF8413E7E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38</a:t>
            </a:r>
          </a:p>
        </p:txBody>
      </p:sp>
      <p:sp>
        <p:nvSpPr>
          <p:cNvPr id="4" name="capability_v2_s6_o4">
            <a:extLst xmlns:a="http://schemas.openxmlformats.org/drawingml/2006/main">
              <a:ext uri="{FF2B5EF4-FFF2-40B4-BE49-F238E27FC236}">
                <a16:creationId xmlns:a16="http://schemas.microsoft.com/office/drawing/2014/main" id="{AAADF708-3040-438F-B428-9DCC81370BB4}"/>
              </a:ext>
            </a:extLst>
          </p:cNvPr>
          <p:cNvSpPr>
            <a:spLocks xmlns:a="http://schemas.openxmlformats.org/drawingml/2006/main" noGrp="1"/>
          </p:cNvSpPr>
          <p:nvPr/>
        </p:nvSpPr>
        <p:spPr>
          <a:xfrm xmlns:a="http://schemas.openxmlformats.org/drawingml/2006/main">
            <a:off x="482600" y="1765300"/>
            <a:ext cx="11112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500" b="1">
                <a:solidFill>
                  <a:srgbClr val="45A7FF"/>
                </a:solidFill>
                <a:latin typeface="Arial"/>
                <a:ea typeface="Arial"/>
                <a:cs typeface="Arial"/>
              </a:defRPr>
            </a:defPPr>
          </a:lstStyle>
          <a:p xmlns:a="http://schemas.openxmlformats.org/drawingml/2006/main">
            <a:pPr algn="l">
              <a:lnSpc>
                <a:spcPct val="108000"/>
              </a:lnSpc>
              <a:buNone/>
              <a:defRPr sz="2500" b="1">
                <a:solidFill>
                  <a:srgbClr val="45A7FF"/>
                </a:solidFill>
                <a:latin typeface="Arial"/>
                <a:ea typeface="Arial"/>
                <a:cs typeface="Arial"/>
              </a:defRPr>
            </a:pPr>
            <a:r>
              <a:rPr sz="2500" b="1">
                <a:solidFill>
                  <a:srgbClr val="45A7FF"/>
                </a:solidFill>
                <a:latin typeface="Arial"/>
                <a:ea typeface="Arial"/>
                <a:cs typeface="Arial"/>
              </a:rPr>
              <a:t>15 / 15 readings returned</a:t>
            </a:r>
          </a:p>
        </p:txBody>
      </p:sp>
      <p:sp>
        <p:nvSpPr>
          <p:cNvPr id="5" name="capability_v2_s6_o5">
            <a:extLst xmlns:a="http://schemas.openxmlformats.org/drawingml/2006/main">
              <a:ext uri="{FF2B5EF4-FFF2-40B4-BE49-F238E27FC236}">
                <a16:creationId xmlns:a16="http://schemas.microsoft.com/office/drawing/2014/main" id="{DDEDA0C4-4D99-4B26-A9B8-30489D4C9659}"/>
              </a:ext>
            </a:extLst>
          </p:cNvPr>
          <p:cNvSpPr>
            <a:spLocks xmlns:a="http://schemas.openxmlformats.org/drawingml/2006/main" noGrp="1"/>
          </p:cNvSpPr>
          <p:nvPr/>
        </p:nvSpPr>
        <p:spPr>
          <a:xfrm xmlns:a="http://schemas.openxmlformats.org/drawingml/2006/main">
            <a:off x="482600" y="2463800"/>
            <a:ext cx="1111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900" b="1">
                <a:solidFill>
                  <a:srgbClr val="F6B94D"/>
                </a:solidFill>
                <a:latin typeface="Arial"/>
                <a:ea typeface="Arial"/>
                <a:cs typeface="Arial"/>
              </a:defRPr>
            </a:defPPr>
          </a:lstStyle>
          <a:p xmlns:a="http://schemas.openxmlformats.org/drawingml/2006/main">
            <a:pPr algn="l">
              <a:lnSpc>
                <a:spcPct val="108000"/>
              </a:lnSpc>
              <a:buNone/>
              <a:defRPr sz="1900" b="1">
                <a:solidFill>
                  <a:srgbClr val="F6B94D"/>
                </a:solidFill>
                <a:latin typeface="Arial"/>
                <a:ea typeface="Arial"/>
                <a:cs typeface="Arial"/>
              </a:defRPr>
            </a:pPr>
            <a:r>
              <a:rPr sz="1900" b="1">
                <a:solidFill>
                  <a:srgbClr val="F6B94D"/>
                </a:solidFill>
                <a:latin typeface="Arial"/>
                <a:ea typeface="Arial"/>
                <a:cs typeface="Arial"/>
              </a:rPr>
              <a:t>43 PROVED rows · 0 counterexamples · 12 other / coverage rows</a:t>
            </a:r>
          </a:p>
        </p:txBody>
      </p:sp>
      <p:sp>
        <p:nvSpPr>
          <p:cNvPr id="6" name="capability_v2_s6_o6">
            <a:extLst xmlns:a="http://schemas.openxmlformats.org/drawingml/2006/main">
              <a:ext uri="{FF2B5EF4-FFF2-40B4-BE49-F238E27FC236}">
                <a16:creationId xmlns:a16="http://schemas.microsoft.com/office/drawing/2014/main" id="{8927B1A2-64E8-47DE-80E2-46F5D63206EC}"/>
              </a:ext>
            </a:extLst>
          </p:cNvPr>
          <p:cNvSpPr>
            <a:spLocks xmlns:a="http://schemas.openxmlformats.org/drawingml/2006/main" noGrp="1"/>
          </p:cNvSpPr>
          <p:nvPr/>
        </p:nvSpPr>
        <p:spPr>
          <a:xfrm xmlns:a="http://schemas.openxmlformats.org/drawingml/2006/main">
            <a:off x="482600" y="3162300"/>
            <a:ext cx="1111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PROVED retains the property and basis returned by the reading. Counts include overlapping</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checks; they are not independent guarantees.</a:t>
            </a:r>
          </a:p>
        </p:txBody>
      </p:sp>
      <p:sp>
        <p:nvSpPr>
          <p:cNvPr id="7" name="capability_v2_s6_o7">
            <a:extLst xmlns:a="http://schemas.openxmlformats.org/drawingml/2006/main">
              <a:ext uri="{FF2B5EF4-FFF2-40B4-BE49-F238E27FC236}">
                <a16:creationId xmlns:a16="http://schemas.microsoft.com/office/drawing/2014/main" id="{84F71A3C-8099-4A13-AEDD-FAFC36AB156A}"/>
              </a:ext>
            </a:extLst>
          </p:cNvPr>
          <p:cNvSpPr>
            <a:spLocks xmlns:a="http://schemas.openxmlformats.org/drawingml/2006/main" noGrp="1"/>
          </p:cNvSpPr>
          <p:nvPr/>
        </p:nvSpPr>
        <p:spPr>
          <a:xfrm xmlns:a="http://schemas.openxmlformats.org/drawingml/2006/main">
            <a:off x="482600" y="4254500"/>
            <a:ext cx="1111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3 findings lack a resolved component address. 0 retained receipts. Repair mappings do not</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establish successful execution or closure.</a:t>
            </a:r>
          </a:p>
        </p:txBody>
      </p:sp>
      <p:sp>
        <p:nvSpPr>
          <p:cNvPr id="8" name="capability_v2_s6_o8">
            <a:extLst xmlns:a="http://schemas.openxmlformats.org/drawingml/2006/main">
              <a:ext uri="{FF2B5EF4-FFF2-40B4-BE49-F238E27FC236}">
                <a16:creationId xmlns:a16="http://schemas.microsoft.com/office/drawing/2014/main" id="{CE1DFE5D-184C-441C-B79E-50787281EE64}"/>
              </a:ext>
            </a:extLst>
          </p:cNvPr>
          <p:cNvSpPr>
            <a:spLocks xmlns:a="http://schemas.openxmlformats.org/drawingml/2006/main" noGrp="1"/>
          </p:cNvSpPr>
          <p:nvPr/>
        </p:nvSpPr>
        <p:spPr>
          <a:xfrm xmlns:a="http://schemas.openxmlformats.org/drawingml/2006/main">
            <a:off x="482600" y="5461000"/>
            <a:ext cx="1111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selected reading statements under sidefx_reader; not target execution</a:t>
            </a:r>
          </a:p>
        </p:txBody>
      </p:sp>
      <p:sp>
        <p:nvSpPr>
          <p:cNvPr id="9" name="capability_v2_s6_o9">
            <a:extLst xmlns:a="http://schemas.openxmlformats.org/drawingml/2006/main">
              <a:ext uri="{FF2B5EF4-FFF2-40B4-BE49-F238E27FC236}">
                <a16:creationId xmlns:a16="http://schemas.microsoft.com/office/drawing/2014/main" id="{B9F05F26-2602-414C-9B57-3E21C1E12CE4}"/>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40819419"/>
      </p:ext>
    </p:extLst>
  </p:cSld>
</p:sld>
</file>

<file path=ppt/slides/slide3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7_o1">
            <a:extLst xmlns:a="http://schemas.openxmlformats.org/drawingml/2006/main">
              <a:ext uri="{FF2B5EF4-FFF2-40B4-BE49-F238E27FC236}">
                <a16:creationId xmlns:a16="http://schemas.microsoft.com/office/drawing/2014/main" id="{0D2B0EA2-445C-4B9D-BBE8-46A28BDD761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7_o2">
            <a:extLst xmlns:a="http://schemas.openxmlformats.org/drawingml/2006/main">
              <a:ext uri="{FF2B5EF4-FFF2-40B4-BE49-F238E27FC236}">
                <a16:creationId xmlns:a16="http://schemas.microsoft.com/office/drawing/2014/main" id="{8BA32C4D-A9CD-4E63-9564-AE39451DC34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7_o3">
            <a:extLst xmlns:a="http://schemas.openxmlformats.org/drawingml/2006/main">
              <a:ext uri="{FF2B5EF4-FFF2-40B4-BE49-F238E27FC236}">
                <a16:creationId xmlns:a16="http://schemas.microsoft.com/office/drawing/2014/main" id="{8D2D1A1A-E493-495C-ADE8-1F2F46F55C8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39</a:t>
            </a:r>
          </a:p>
        </p:txBody>
      </p:sp>
      <p:sp>
        <p:nvSpPr>
          <p:cNvPr id="4" name="capability_v2_s7_o4">
            <a:extLst xmlns:a="http://schemas.openxmlformats.org/drawingml/2006/main">
              <a:ext uri="{FF2B5EF4-FFF2-40B4-BE49-F238E27FC236}">
                <a16:creationId xmlns:a16="http://schemas.microsoft.com/office/drawing/2014/main" id="{3AF9B248-2808-4DC9-87A8-EC4D2DCF51CE}"/>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 · contract-satisfiability · read-capability-dsl-source-request.v1</a:t>
            </a:r>
          </a:p>
        </p:txBody>
      </p:sp>
      <p:sp>
        <p:nvSpPr>
          <p:cNvPr id="5" name="capability_v2_s7_o5">
            <a:extLst xmlns:a="http://schemas.openxmlformats.org/drawingml/2006/main">
              <a:ext uri="{FF2B5EF4-FFF2-40B4-BE49-F238E27FC236}">
                <a16:creationId xmlns:a16="http://schemas.microsoft.com/office/drawing/2014/main" id="{66C2325F-7938-46FB-96CA-E1B2A44E2F74}"/>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7_o6">
            <a:extLst xmlns:a="http://schemas.openxmlformats.org/drawingml/2006/main">
              <a:ext uri="{FF2B5EF4-FFF2-40B4-BE49-F238E27FC236}">
                <a16:creationId xmlns:a16="http://schemas.microsoft.com/office/drawing/2014/main" id="{C964F4F7-EDA5-4D38-9200-21203DCBB84B}"/>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schema resolves in the encodable keyword fragment; no unsatisfiable root pattern detected</a:t>
            </a:r>
          </a:p>
        </p:txBody>
      </p:sp>
      <p:sp>
        <p:nvSpPr>
          <p:cNvPr id="7" name="capability_v2_s7_o7">
            <a:extLst xmlns:a="http://schemas.openxmlformats.org/drawingml/2006/main">
              <a:ext uri="{FF2B5EF4-FFF2-40B4-BE49-F238E27FC236}">
                <a16:creationId xmlns:a16="http://schemas.microsoft.com/office/drawing/2014/main" id="{1F1DE5CC-2A86-4510-A90D-03EB50FED2A0}"/>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 · contract-satisfiability · read-capability-dsl-source-result.v1</a:t>
            </a:r>
          </a:p>
        </p:txBody>
      </p:sp>
      <p:sp>
        <p:nvSpPr>
          <p:cNvPr id="8" name="capability_v2_s7_o8">
            <a:extLst xmlns:a="http://schemas.openxmlformats.org/drawingml/2006/main">
              <a:ext uri="{FF2B5EF4-FFF2-40B4-BE49-F238E27FC236}">
                <a16:creationId xmlns:a16="http://schemas.microsoft.com/office/drawing/2014/main" id="{E416AC90-A3AE-4665-8F27-F169EE7BF9F3}"/>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7_o9">
            <a:extLst xmlns:a="http://schemas.openxmlformats.org/drawingml/2006/main">
              <a:ext uri="{FF2B5EF4-FFF2-40B4-BE49-F238E27FC236}">
                <a16:creationId xmlns:a16="http://schemas.microsoft.com/office/drawing/2014/main" id="{831BD34D-21CE-4909-9199-0D282562562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schema resolves in the encodable keyword fragment; no unsatisfiable root pattern detected</a:t>
            </a:r>
          </a:p>
        </p:txBody>
      </p:sp>
      <p:sp>
        <p:nvSpPr>
          <p:cNvPr id="10" name="capability_v2_s7_o10">
            <a:extLst xmlns:a="http://schemas.openxmlformats.org/drawingml/2006/main">
              <a:ext uri="{FF2B5EF4-FFF2-40B4-BE49-F238E27FC236}">
                <a16:creationId xmlns:a16="http://schemas.microsoft.com/office/drawing/2014/main" id="{62B862CE-3BD4-44AB-8615-CE0073D708DF}"/>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 · scenario-predicates · read-capability-dsl-source</a:t>
            </a:r>
          </a:p>
        </p:txBody>
      </p:sp>
      <p:sp>
        <p:nvSpPr>
          <p:cNvPr id="11" name="capability_v2_s7_o11">
            <a:extLst xmlns:a="http://schemas.openxmlformats.org/drawingml/2006/main">
              <a:ext uri="{FF2B5EF4-FFF2-40B4-BE49-F238E27FC236}">
                <a16:creationId xmlns:a16="http://schemas.microsoft.com/office/drawing/2014/main" id="{7051E1EA-1713-4639-ABEA-EAD329C2F51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7_o12">
            <a:extLst xmlns:a="http://schemas.openxmlformats.org/drawingml/2006/main">
              <a:ext uri="{FF2B5EF4-FFF2-40B4-BE49-F238E27FC236}">
                <a16:creationId xmlns:a16="http://schemas.microsoft.com/office/drawing/2014/main" id="{60A770B3-FD63-4EC4-BD3F-8D2861598694}"/>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P_I and P_O both declared</a:t>
            </a:r>
          </a:p>
        </p:txBody>
      </p:sp>
      <p:sp>
        <p:nvSpPr>
          <p:cNvPr id="13" name="capability_v2_s7_o13">
            <a:extLst xmlns:a="http://schemas.openxmlformats.org/drawingml/2006/main">
              <a:ext uri="{FF2B5EF4-FFF2-40B4-BE49-F238E27FC236}">
                <a16:creationId xmlns:a16="http://schemas.microsoft.com/office/drawing/2014/main" id="{728157AE-7139-4203-AAD0-FA843EF89EBB}"/>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4532753901904aef" action="ppaction://hlinksldjump"/>
              </a:rPr>
              <a:t>Inspection coverage</a:t>
            </a:r>
          </a:p>
        </p:txBody>
      </p:sp>
      <p:sp>
        <p:nvSpPr>
          <p:cNvPr id="14" name="capability_v2_s7_o14">
            <a:extLst xmlns:a="http://schemas.openxmlformats.org/drawingml/2006/main">
              <a:ext uri="{FF2B5EF4-FFF2-40B4-BE49-F238E27FC236}">
                <a16:creationId xmlns:a16="http://schemas.microsoft.com/office/drawing/2014/main" id="{F95768EF-4CD0-44B2-B0E0-1817AE4AB1B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613859677"/>
      </p:ext>
    </p:extLst>
  </p:cSld>
</p:sld>
</file>

<file path=ppt/slides/slide4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8_o1">
            <a:extLst xmlns:a="http://schemas.openxmlformats.org/drawingml/2006/main">
              <a:ext uri="{FF2B5EF4-FFF2-40B4-BE49-F238E27FC236}">
                <a16:creationId xmlns:a16="http://schemas.microsoft.com/office/drawing/2014/main" id="{CD24E6E0-6903-40A6-A661-6952318EBEAF}"/>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8_o2">
            <a:extLst xmlns:a="http://schemas.openxmlformats.org/drawingml/2006/main">
              <a:ext uri="{FF2B5EF4-FFF2-40B4-BE49-F238E27FC236}">
                <a16:creationId xmlns:a16="http://schemas.microsoft.com/office/drawing/2014/main" id="{F824F9B8-A16A-456D-8823-5DB17495FC81}"/>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8_o3">
            <a:extLst xmlns:a="http://schemas.openxmlformats.org/drawingml/2006/main">
              <a:ext uri="{FF2B5EF4-FFF2-40B4-BE49-F238E27FC236}">
                <a16:creationId xmlns:a16="http://schemas.microsoft.com/office/drawing/2014/main" id="{0903992A-BD9D-4161-837A-1E1ED494F5E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40</a:t>
            </a:r>
          </a:p>
        </p:txBody>
      </p:sp>
      <p:sp>
        <p:nvSpPr>
          <p:cNvPr id="4" name="capability_v2_s8_o4">
            <a:extLst xmlns:a="http://schemas.openxmlformats.org/drawingml/2006/main">
              <a:ext uri="{FF2B5EF4-FFF2-40B4-BE49-F238E27FC236}">
                <a16:creationId xmlns:a16="http://schemas.microsoft.com/office/drawing/2014/main" id="{F00994EE-8DAB-4556-90EC-8D4B0E0B9FEE}"/>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 · expression-semantics · array</a:t>
            </a:r>
          </a:p>
        </p:txBody>
      </p:sp>
      <p:sp>
        <p:nvSpPr>
          <p:cNvPr id="5" name="capability_v2_s8_o5">
            <a:extLst xmlns:a="http://schemas.openxmlformats.org/drawingml/2006/main">
              <a:ext uri="{FF2B5EF4-FFF2-40B4-BE49-F238E27FC236}">
                <a16:creationId xmlns:a16="http://schemas.microsoft.com/office/drawing/2014/main" id="{9E9A52B8-2D39-4EC2-929F-BC8D6F54372D}"/>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8_o6">
            <a:extLst xmlns:a="http://schemas.openxmlformats.org/drawingml/2006/main">
              <a:ext uri="{FF2B5EF4-FFF2-40B4-BE49-F238E27FC236}">
                <a16:creationId xmlns:a16="http://schemas.microsoft.com/office/drawing/2014/main" id="{B6E9D7CB-5B16-466C-AD9F-71EF11A4D11A}"/>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8_o7">
            <a:extLst xmlns:a="http://schemas.openxmlformats.org/drawingml/2006/main">
              <a:ext uri="{FF2B5EF4-FFF2-40B4-BE49-F238E27FC236}">
                <a16:creationId xmlns:a16="http://schemas.microsoft.com/office/drawing/2014/main" id="{96F6AAD6-028B-48F6-A328-DFE9FA459D64}"/>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 · expression-semantics · base64-decode-utf8</a:t>
            </a:r>
          </a:p>
        </p:txBody>
      </p:sp>
      <p:sp>
        <p:nvSpPr>
          <p:cNvPr id="8" name="capability_v2_s8_o8">
            <a:extLst xmlns:a="http://schemas.openxmlformats.org/drawingml/2006/main">
              <a:ext uri="{FF2B5EF4-FFF2-40B4-BE49-F238E27FC236}">
                <a16:creationId xmlns:a16="http://schemas.microsoft.com/office/drawing/2014/main" id="{C1AE6A87-8A39-43BA-BB0E-89CA0A7AEC73}"/>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8_o9">
            <a:extLst xmlns:a="http://schemas.openxmlformats.org/drawingml/2006/main">
              <a:ext uri="{FF2B5EF4-FFF2-40B4-BE49-F238E27FC236}">
                <a16:creationId xmlns:a16="http://schemas.microsoft.com/office/drawing/2014/main" id="{8DC30A58-DAD4-4A62-9554-2D6CA30B813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8_o10">
            <a:extLst xmlns:a="http://schemas.openxmlformats.org/drawingml/2006/main">
              <a:ext uri="{FF2B5EF4-FFF2-40B4-BE49-F238E27FC236}">
                <a16:creationId xmlns:a16="http://schemas.microsoft.com/office/drawing/2014/main" id="{6967725B-9951-4A77-B1F4-73E047823A31}"/>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V6 · expression-semantics · bind-path</a:t>
            </a:r>
          </a:p>
        </p:txBody>
      </p:sp>
      <p:sp>
        <p:nvSpPr>
          <p:cNvPr id="11" name="capability_v2_s8_o11">
            <a:extLst xmlns:a="http://schemas.openxmlformats.org/drawingml/2006/main">
              <a:ext uri="{FF2B5EF4-FFF2-40B4-BE49-F238E27FC236}">
                <a16:creationId xmlns:a16="http://schemas.microsoft.com/office/drawing/2014/main" id="{A37CAB10-9304-48D2-8228-AAF6EB238BE4}"/>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8_o12">
            <a:extLst xmlns:a="http://schemas.openxmlformats.org/drawingml/2006/main">
              <a:ext uri="{FF2B5EF4-FFF2-40B4-BE49-F238E27FC236}">
                <a16:creationId xmlns:a16="http://schemas.microsoft.com/office/drawing/2014/main" id="{78087EAB-B6F2-4291-9047-BB7EB42CE82B}"/>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8_o13">
            <a:extLst xmlns:a="http://schemas.openxmlformats.org/drawingml/2006/main">
              <a:ext uri="{FF2B5EF4-FFF2-40B4-BE49-F238E27FC236}">
                <a16:creationId xmlns:a16="http://schemas.microsoft.com/office/drawing/2014/main" id="{4BF83BCA-5028-40D0-B67A-84B91554EBC5}"/>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3183b79098d479f" action="ppaction://hlinksldjump"/>
              </a:rPr>
              <a:t>Inspection coverage</a:t>
            </a:r>
          </a:p>
        </p:txBody>
      </p:sp>
      <p:sp>
        <p:nvSpPr>
          <p:cNvPr id="14" name="capability_v2_s8_o14">
            <a:extLst xmlns:a="http://schemas.openxmlformats.org/drawingml/2006/main">
              <a:ext uri="{FF2B5EF4-FFF2-40B4-BE49-F238E27FC236}">
                <a16:creationId xmlns:a16="http://schemas.microsoft.com/office/drawing/2014/main" id="{313689AF-70D2-4E22-BADB-E2DA17E6B74F}"/>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97662033"/>
      </p:ext>
    </p:extLst>
  </p:cSld>
</p:sld>
</file>

<file path=ppt/slides/slide4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9_o1">
            <a:extLst xmlns:a="http://schemas.openxmlformats.org/drawingml/2006/main">
              <a:ext uri="{FF2B5EF4-FFF2-40B4-BE49-F238E27FC236}">
                <a16:creationId xmlns:a16="http://schemas.microsoft.com/office/drawing/2014/main" id="{64B32F3B-5AF5-4421-8FC2-C9F9C18CF45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9_o2">
            <a:extLst xmlns:a="http://schemas.openxmlformats.org/drawingml/2006/main">
              <a:ext uri="{FF2B5EF4-FFF2-40B4-BE49-F238E27FC236}">
                <a16:creationId xmlns:a16="http://schemas.microsoft.com/office/drawing/2014/main" id="{D35272E9-A063-40B1-882C-D462237020F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9_o3">
            <a:extLst xmlns:a="http://schemas.openxmlformats.org/drawingml/2006/main">
              <a:ext uri="{FF2B5EF4-FFF2-40B4-BE49-F238E27FC236}">
                <a16:creationId xmlns:a16="http://schemas.microsoft.com/office/drawing/2014/main" id="{38F2A935-FB5F-49A3-82BA-6B609A30703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41</a:t>
            </a:r>
          </a:p>
        </p:txBody>
      </p:sp>
      <p:sp>
        <p:nvSpPr>
          <p:cNvPr id="4" name="capability_v2_s9_o4">
            <a:extLst xmlns:a="http://schemas.openxmlformats.org/drawingml/2006/main">
              <a:ext uri="{FF2B5EF4-FFF2-40B4-BE49-F238E27FC236}">
                <a16:creationId xmlns:a16="http://schemas.microsoft.com/office/drawing/2014/main" id="{78EEB456-8231-443C-8601-ACB06E4E7295}"/>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V7 · expression-semantics · canonicalize</a:t>
            </a:r>
          </a:p>
        </p:txBody>
      </p:sp>
      <p:sp>
        <p:nvSpPr>
          <p:cNvPr id="5" name="capability_v2_s9_o5">
            <a:extLst xmlns:a="http://schemas.openxmlformats.org/drawingml/2006/main">
              <a:ext uri="{FF2B5EF4-FFF2-40B4-BE49-F238E27FC236}">
                <a16:creationId xmlns:a16="http://schemas.microsoft.com/office/drawing/2014/main" id="{FEF01455-2A11-4EDD-93EC-D0F6603E10AB}"/>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9_o6">
            <a:extLst xmlns:a="http://schemas.openxmlformats.org/drawingml/2006/main">
              <a:ext uri="{FF2B5EF4-FFF2-40B4-BE49-F238E27FC236}">
                <a16:creationId xmlns:a16="http://schemas.microsoft.com/office/drawing/2014/main" id="{B4DECCC5-091E-40A4-AE69-02227C8CC64C}"/>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9_o7">
            <a:extLst xmlns:a="http://schemas.openxmlformats.org/drawingml/2006/main">
              <a:ext uri="{FF2B5EF4-FFF2-40B4-BE49-F238E27FC236}">
                <a16:creationId xmlns:a16="http://schemas.microsoft.com/office/drawing/2014/main" id="{07772CE9-2B95-4661-AD96-39B16537904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V8 · expression-semantics · directed-graph-closure</a:t>
            </a:r>
          </a:p>
        </p:txBody>
      </p:sp>
      <p:sp>
        <p:nvSpPr>
          <p:cNvPr id="8" name="capability_v2_s9_o8">
            <a:extLst xmlns:a="http://schemas.openxmlformats.org/drawingml/2006/main">
              <a:ext uri="{FF2B5EF4-FFF2-40B4-BE49-F238E27FC236}">
                <a16:creationId xmlns:a16="http://schemas.microsoft.com/office/drawing/2014/main" id="{4721050F-A3A2-45E6-972F-687ADEE94AB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9_o9">
            <a:extLst xmlns:a="http://schemas.openxmlformats.org/drawingml/2006/main">
              <a:ext uri="{FF2B5EF4-FFF2-40B4-BE49-F238E27FC236}">
                <a16:creationId xmlns:a16="http://schemas.microsoft.com/office/drawing/2014/main" id="{EAFD6CB9-0951-4B20-9D16-CEAAEBE4BE2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9_o10">
            <a:extLst xmlns:a="http://schemas.openxmlformats.org/drawingml/2006/main">
              <a:ext uri="{FF2B5EF4-FFF2-40B4-BE49-F238E27FC236}">
                <a16:creationId xmlns:a16="http://schemas.microsoft.com/office/drawing/2014/main" id="{BA1B5509-449D-4F5F-9812-53D2FE48DAED}"/>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V9 · expression-semantics · equals</a:t>
            </a:r>
          </a:p>
        </p:txBody>
      </p:sp>
      <p:sp>
        <p:nvSpPr>
          <p:cNvPr id="11" name="capability_v2_s9_o11">
            <a:extLst xmlns:a="http://schemas.openxmlformats.org/drawingml/2006/main">
              <a:ext uri="{FF2B5EF4-FFF2-40B4-BE49-F238E27FC236}">
                <a16:creationId xmlns:a16="http://schemas.microsoft.com/office/drawing/2014/main" id="{347861B1-F81E-4926-9D93-35B25F995F45}"/>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9_o12">
            <a:extLst xmlns:a="http://schemas.openxmlformats.org/drawingml/2006/main">
              <a:ext uri="{FF2B5EF4-FFF2-40B4-BE49-F238E27FC236}">
                <a16:creationId xmlns:a16="http://schemas.microsoft.com/office/drawing/2014/main" id="{0DC81126-7B46-46C6-AD68-3B18B4419D5E}"/>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9_o13">
            <a:extLst xmlns:a="http://schemas.openxmlformats.org/drawingml/2006/main">
              <a:ext uri="{FF2B5EF4-FFF2-40B4-BE49-F238E27FC236}">
                <a16:creationId xmlns:a16="http://schemas.microsoft.com/office/drawing/2014/main" id="{23896DB4-55E5-4C3D-8161-C78EAFA8A06B}"/>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33ff060b06f4b79" action="ppaction://hlinksldjump"/>
              </a:rPr>
              <a:t>Inspection coverage</a:t>
            </a:r>
          </a:p>
        </p:txBody>
      </p:sp>
      <p:sp>
        <p:nvSpPr>
          <p:cNvPr id="14" name="capability_v2_s9_o14">
            <a:extLst xmlns:a="http://schemas.openxmlformats.org/drawingml/2006/main">
              <a:ext uri="{FF2B5EF4-FFF2-40B4-BE49-F238E27FC236}">
                <a16:creationId xmlns:a16="http://schemas.microsoft.com/office/drawing/2014/main" id="{C0608290-A2B3-45DA-8E86-A9A00248AFC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888520230"/>
      </p:ext>
    </p:extLst>
  </p:cSld>
</p:sld>
</file>

<file path=ppt/slides/slide4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0_o1">
            <a:extLst xmlns:a="http://schemas.openxmlformats.org/drawingml/2006/main">
              <a:ext uri="{FF2B5EF4-FFF2-40B4-BE49-F238E27FC236}">
                <a16:creationId xmlns:a16="http://schemas.microsoft.com/office/drawing/2014/main" id="{0EC547D8-AC72-418A-837F-3ED0B602BC6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0_o2">
            <a:extLst xmlns:a="http://schemas.openxmlformats.org/drawingml/2006/main">
              <a:ext uri="{FF2B5EF4-FFF2-40B4-BE49-F238E27FC236}">
                <a16:creationId xmlns:a16="http://schemas.microsoft.com/office/drawing/2014/main" id="{538F9DDC-FE96-4801-ABCF-59DE30E76F7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0_o3">
            <a:extLst xmlns:a="http://schemas.openxmlformats.org/drawingml/2006/main">
              <a:ext uri="{FF2B5EF4-FFF2-40B4-BE49-F238E27FC236}">
                <a16:creationId xmlns:a16="http://schemas.microsoft.com/office/drawing/2014/main" id="{29C18C25-E6FF-4613-9993-5AF25FEFCC1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42</a:t>
            </a:r>
          </a:p>
        </p:txBody>
      </p:sp>
      <p:sp>
        <p:nvSpPr>
          <p:cNvPr id="4" name="capability_v2_s10_o4">
            <a:extLst xmlns:a="http://schemas.openxmlformats.org/drawingml/2006/main">
              <a:ext uri="{FF2B5EF4-FFF2-40B4-BE49-F238E27FC236}">
                <a16:creationId xmlns:a16="http://schemas.microsoft.com/office/drawing/2014/main" id="{8C5C8267-4A77-402E-9D1B-91A4975D3D02}"/>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V10 · expression-semantics · escape-html</a:t>
            </a:r>
          </a:p>
        </p:txBody>
      </p:sp>
      <p:sp>
        <p:nvSpPr>
          <p:cNvPr id="5" name="capability_v2_s10_o5">
            <a:extLst xmlns:a="http://schemas.openxmlformats.org/drawingml/2006/main">
              <a:ext uri="{FF2B5EF4-FFF2-40B4-BE49-F238E27FC236}">
                <a16:creationId xmlns:a16="http://schemas.microsoft.com/office/drawing/2014/main" id="{3DA518E2-C789-4A0A-B7A7-CB935FA975DE}"/>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0_o6">
            <a:extLst xmlns:a="http://schemas.openxmlformats.org/drawingml/2006/main">
              <a:ext uri="{FF2B5EF4-FFF2-40B4-BE49-F238E27FC236}">
                <a16:creationId xmlns:a16="http://schemas.microsoft.com/office/drawing/2014/main" id="{E31E6CFC-AEDB-4A9E-B03B-E944AD3BF14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0_o7">
            <a:extLst xmlns:a="http://schemas.openxmlformats.org/drawingml/2006/main">
              <a:ext uri="{FF2B5EF4-FFF2-40B4-BE49-F238E27FC236}">
                <a16:creationId xmlns:a16="http://schemas.microsoft.com/office/drawing/2014/main" id="{FC939C36-C936-495C-85BD-8B64E5F3C10B}"/>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V11 · expression-semantics · every</a:t>
            </a:r>
          </a:p>
        </p:txBody>
      </p:sp>
      <p:sp>
        <p:nvSpPr>
          <p:cNvPr id="8" name="capability_v2_s10_o8">
            <a:extLst xmlns:a="http://schemas.openxmlformats.org/drawingml/2006/main">
              <a:ext uri="{FF2B5EF4-FFF2-40B4-BE49-F238E27FC236}">
                <a16:creationId xmlns:a16="http://schemas.microsoft.com/office/drawing/2014/main" id="{E17126D5-3421-4416-9B96-E6B82658161C}"/>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0_o9">
            <a:extLst xmlns:a="http://schemas.openxmlformats.org/drawingml/2006/main">
              <a:ext uri="{FF2B5EF4-FFF2-40B4-BE49-F238E27FC236}">
                <a16:creationId xmlns:a16="http://schemas.microsoft.com/office/drawing/2014/main" id="{D4189EDC-15D1-43C0-B269-6519E3C55D5D}"/>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0_o10">
            <a:extLst xmlns:a="http://schemas.openxmlformats.org/drawingml/2006/main">
              <a:ext uri="{FF2B5EF4-FFF2-40B4-BE49-F238E27FC236}">
                <a16:creationId xmlns:a16="http://schemas.microsoft.com/office/drawing/2014/main" id="{566AF3B5-DE4F-4EFF-AD47-5AEA810E58B8}"/>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V12 · expression-semantics · filter</a:t>
            </a:r>
          </a:p>
        </p:txBody>
      </p:sp>
      <p:sp>
        <p:nvSpPr>
          <p:cNvPr id="11" name="capability_v2_s10_o11">
            <a:extLst xmlns:a="http://schemas.openxmlformats.org/drawingml/2006/main">
              <a:ext uri="{FF2B5EF4-FFF2-40B4-BE49-F238E27FC236}">
                <a16:creationId xmlns:a16="http://schemas.microsoft.com/office/drawing/2014/main" id="{CF109710-62E1-42BE-8194-59C3CFA637B4}"/>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0_o12">
            <a:extLst xmlns:a="http://schemas.openxmlformats.org/drawingml/2006/main">
              <a:ext uri="{FF2B5EF4-FFF2-40B4-BE49-F238E27FC236}">
                <a16:creationId xmlns:a16="http://schemas.microsoft.com/office/drawing/2014/main" id="{5A604FF1-E1B3-42DD-A7B8-7B74A56FB922}"/>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0_o13">
            <a:extLst xmlns:a="http://schemas.openxmlformats.org/drawingml/2006/main">
              <a:ext uri="{FF2B5EF4-FFF2-40B4-BE49-F238E27FC236}">
                <a16:creationId xmlns:a16="http://schemas.microsoft.com/office/drawing/2014/main" id="{2F72EC21-9542-47BE-B99E-F6E742629E23}"/>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c22e6764ca14259" action="ppaction://hlinksldjump"/>
              </a:rPr>
              <a:t>Inspection coverage</a:t>
            </a:r>
          </a:p>
        </p:txBody>
      </p:sp>
      <p:sp>
        <p:nvSpPr>
          <p:cNvPr id="14" name="capability_v2_s10_o14">
            <a:extLst xmlns:a="http://schemas.openxmlformats.org/drawingml/2006/main">
              <a:ext uri="{FF2B5EF4-FFF2-40B4-BE49-F238E27FC236}">
                <a16:creationId xmlns:a16="http://schemas.microsoft.com/office/drawing/2014/main" id="{11BE7BBC-C713-4C36-BFEB-0572F91DFE86}"/>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90842605"/>
      </p:ext>
    </p:extLst>
  </p:cSld>
</p:sld>
</file>

<file path=ppt/slides/slide4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1_o1">
            <a:extLst xmlns:a="http://schemas.openxmlformats.org/drawingml/2006/main">
              <a:ext uri="{FF2B5EF4-FFF2-40B4-BE49-F238E27FC236}">
                <a16:creationId xmlns:a16="http://schemas.microsoft.com/office/drawing/2014/main" id="{C75CCDAB-0436-426F-B0DD-75919CC7232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1_o2">
            <a:extLst xmlns:a="http://schemas.openxmlformats.org/drawingml/2006/main">
              <a:ext uri="{FF2B5EF4-FFF2-40B4-BE49-F238E27FC236}">
                <a16:creationId xmlns:a16="http://schemas.microsoft.com/office/drawing/2014/main" id="{82263BFD-84A3-4818-BBDE-8D3F8897FFE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1_o3">
            <a:extLst xmlns:a="http://schemas.openxmlformats.org/drawingml/2006/main">
              <a:ext uri="{FF2B5EF4-FFF2-40B4-BE49-F238E27FC236}">
                <a16:creationId xmlns:a16="http://schemas.microsoft.com/office/drawing/2014/main" id="{CED45373-A72A-4C9C-8CF8-D5552512CBE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43</a:t>
            </a:r>
          </a:p>
        </p:txBody>
      </p:sp>
      <p:sp>
        <p:nvSpPr>
          <p:cNvPr id="4" name="capability_v2_s11_o4">
            <a:extLst xmlns:a="http://schemas.openxmlformats.org/drawingml/2006/main">
              <a:ext uri="{FF2B5EF4-FFF2-40B4-BE49-F238E27FC236}">
                <a16:creationId xmlns:a16="http://schemas.microsoft.com/office/drawing/2014/main" id="{D21286ED-5BD0-4FA3-87A2-3295FA66806C}"/>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V13 · expression-semantics · find</a:t>
            </a:r>
          </a:p>
        </p:txBody>
      </p:sp>
      <p:sp>
        <p:nvSpPr>
          <p:cNvPr id="5" name="capability_v2_s11_o5">
            <a:extLst xmlns:a="http://schemas.openxmlformats.org/drawingml/2006/main">
              <a:ext uri="{FF2B5EF4-FFF2-40B4-BE49-F238E27FC236}">
                <a16:creationId xmlns:a16="http://schemas.microsoft.com/office/drawing/2014/main" id="{A238DC5A-BB96-47CC-8308-F25949069E31}"/>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1_o6">
            <a:extLst xmlns:a="http://schemas.openxmlformats.org/drawingml/2006/main">
              <a:ext uri="{FF2B5EF4-FFF2-40B4-BE49-F238E27FC236}">
                <a16:creationId xmlns:a16="http://schemas.microsoft.com/office/drawing/2014/main" id="{1D1D9E77-E24D-4CFD-8703-5C587277D7E9}"/>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1_o7">
            <a:extLst xmlns:a="http://schemas.openxmlformats.org/drawingml/2006/main">
              <a:ext uri="{FF2B5EF4-FFF2-40B4-BE49-F238E27FC236}">
                <a16:creationId xmlns:a16="http://schemas.microsoft.com/office/drawing/2014/main" id="{FFBF3347-E274-4C2A-AA0A-7E65FAA2B89A}"/>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V14 · expression-semantics · flat-map</a:t>
            </a:r>
          </a:p>
        </p:txBody>
      </p:sp>
      <p:sp>
        <p:nvSpPr>
          <p:cNvPr id="8" name="capability_v2_s11_o8">
            <a:extLst xmlns:a="http://schemas.openxmlformats.org/drawingml/2006/main">
              <a:ext uri="{FF2B5EF4-FFF2-40B4-BE49-F238E27FC236}">
                <a16:creationId xmlns:a16="http://schemas.microsoft.com/office/drawing/2014/main" id="{357BE8B1-A7E0-45EA-9AB0-7FF2C3E3D3D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1_o9">
            <a:extLst xmlns:a="http://schemas.openxmlformats.org/drawingml/2006/main">
              <a:ext uri="{FF2B5EF4-FFF2-40B4-BE49-F238E27FC236}">
                <a16:creationId xmlns:a16="http://schemas.microsoft.com/office/drawing/2014/main" id="{A5381E3A-9371-496C-BF6F-63494BF4A09F}"/>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1_o10">
            <a:extLst xmlns:a="http://schemas.openxmlformats.org/drawingml/2006/main">
              <a:ext uri="{FF2B5EF4-FFF2-40B4-BE49-F238E27FC236}">
                <a16:creationId xmlns:a16="http://schemas.microsoft.com/office/drawing/2014/main" id="{044536B7-3716-4F39-A036-D1D486F63BED}"/>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V15 · expression-semantics · format</a:t>
            </a:r>
          </a:p>
        </p:txBody>
      </p:sp>
      <p:sp>
        <p:nvSpPr>
          <p:cNvPr id="11" name="capability_v2_s11_o11">
            <a:extLst xmlns:a="http://schemas.openxmlformats.org/drawingml/2006/main">
              <a:ext uri="{FF2B5EF4-FFF2-40B4-BE49-F238E27FC236}">
                <a16:creationId xmlns:a16="http://schemas.microsoft.com/office/drawing/2014/main" id="{4797C9FA-8780-4477-92D9-E22BA88D9F8F}"/>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1_o12">
            <a:extLst xmlns:a="http://schemas.openxmlformats.org/drawingml/2006/main">
              <a:ext uri="{FF2B5EF4-FFF2-40B4-BE49-F238E27FC236}">
                <a16:creationId xmlns:a16="http://schemas.microsoft.com/office/drawing/2014/main" id="{FA1866F1-C30F-4BCD-9E62-071A5D7F2671}"/>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3" name="capability_v2_s11_o13">
            <a:extLst xmlns:a="http://schemas.openxmlformats.org/drawingml/2006/main">
              <a:ext uri="{FF2B5EF4-FFF2-40B4-BE49-F238E27FC236}">
                <a16:creationId xmlns:a16="http://schemas.microsoft.com/office/drawing/2014/main" id="{26F86BE8-7885-4B41-AD04-4D1553BAB0A1}"/>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24070f3e9f014c5d" action="ppaction://hlinksldjump"/>
              </a:rPr>
              <a:t>Inspection coverage</a:t>
            </a:r>
          </a:p>
        </p:txBody>
      </p:sp>
      <p:sp>
        <p:nvSpPr>
          <p:cNvPr id="14" name="capability_v2_s11_o14">
            <a:extLst xmlns:a="http://schemas.openxmlformats.org/drawingml/2006/main">
              <a:ext uri="{FF2B5EF4-FFF2-40B4-BE49-F238E27FC236}">
                <a16:creationId xmlns:a16="http://schemas.microsoft.com/office/drawing/2014/main" id="{4AB26138-258E-45D3-BA33-C1F81CB602F4}"/>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41312383"/>
      </p:ext>
    </p:extLst>
  </p:cSld>
</p:sld>
</file>

<file path=ppt/slides/slide4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2_o1">
            <a:extLst xmlns:a="http://schemas.openxmlformats.org/drawingml/2006/main">
              <a:ext uri="{FF2B5EF4-FFF2-40B4-BE49-F238E27FC236}">
                <a16:creationId xmlns:a16="http://schemas.microsoft.com/office/drawing/2014/main" id="{317575F1-7D8B-45C1-A7F8-343AD0FDBF5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2_o2">
            <a:extLst xmlns:a="http://schemas.openxmlformats.org/drawingml/2006/main">
              <a:ext uri="{FF2B5EF4-FFF2-40B4-BE49-F238E27FC236}">
                <a16:creationId xmlns:a16="http://schemas.microsoft.com/office/drawing/2014/main" id="{61FD5774-7513-4FC0-9A15-417700FBC00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2_o3">
            <a:extLst xmlns:a="http://schemas.openxmlformats.org/drawingml/2006/main">
              <a:ext uri="{FF2B5EF4-FFF2-40B4-BE49-F238E27FC236}">
                <a16:creationId xmlns:a16="http://schemas.microsoft.com/office/drawing/2014/main" id="{B9A3DF15-A437-49C3-9464-E48E4BF8B39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44</a:t>
            </a:r>
          </a:p>
        </p:txBody>
      </p:sp>
      <p:sp>
        <p:nvSpPr>
          <p:cNvPr id="4" name="capability_v2_s12_o4">
            <a:extLst xmlns:a="http://schemas.openxmlformats.org/drawingml/2006/main">
              <a:ext uri="{FF2B5EF4-FFF2-40B4-BE49-F238E27FC236}">
                <a16:creationId xmlns:a16="http://schemas.microsoft.com/office/drawing/2014/main" id="{D4D8A9F7-7E25-439F-90E2-FB0576FE28EE}"/>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V16 · expression-semantics · greater-than</a:t>
            </a:r>
          </a:p>
        </p:txBody>
      </p:sp>
      <p:sp>
        <p:nvSpPr>
          <p:cNvPr id="5" name="capability_v2_s12_o5">
            <a:extLst xmlns:a="http://schemas.openxmlformats.org/drawingml/2006/main">
              <a:ext uri="{FF2B5EF4-FFF2-40B4-BE49-F238E27FC236}">
                <a16:creationId xmlns:a16="http://schemas.microsoft.com/office/drawing/2014/main" id="{EC438A0F-7D15-43F7-B7C9-58D6021C273C}"/>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2_o6">
            <a:extLst xmlns:a="http://schemas.openxmlformats.org/drawingml/2006/main">
              <a:ext uri="{FF2B5EF4-FFF2-40B4-BE49-F238E27FC236}">
                <a16:creationId xmlns:a16="http://schemas.microsoft.com/office/drawing/2014/main" id="{40381BE3-FBE4-4501-89FD-69B24FCAF04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2_o7">
            <a:extLst xmlns:a="http://schemas.openxmlformats.org/drawingml/2006/main">
              <a:ext uri="{FF2B5EF4-FFF2-40B4-BE49-F238E27FC236}">
                <a16:creationId xmlns:a16="http://schemas.microsoft.com/office/drawing/2014/main" id="{D53401B2-4965-4A5E-BAF8-F70C1641028F}"/>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V17 · expression-semantics · if</a:t>
            </a:r>
          </a:p>
        </p:txBody>
      </p:sp>
      <p:sp>
        <p:nvSpPr>
          <p:cNvPr id="8" name="capability_v2_s12_o8">
            <a:extLst xmlns:a="http://schemas.openxmlformats.org/drawingml/2006/main">
              <a:ext uri="{FF2B5EF4-FFF2-40B4-BE49-F238E27FC236}">
                <a16:creationId xmlns:a16="http://schemas.microsoft.com/office/drawing/2014/main" id="{1739EC6D-D082-4F74-985C-5343BD19148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2_o9">
            <a:extLst xmlns:a="http://schemas.openxmlformats.org/drawingml/2006/main">
              <a:ext uri="{FF2B5EF4-FFF2-40B4-BE49-F238E27FC236}">
                <a16:creationId xmlns:a16="http://schemas.microsoft.com/office/drawing/2014/main" id="{AADB0D85-D792-41A2-93E0-427B8BF94DB2}"/>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2_o10">
            <a:extLst xmlns:a="http://schemas.openxmlformats.org/drawingml/2006/main">
              <a:ext uri="{FF2B5EF4-FFF2-40B4-BE49-F238E27FC236}">
                <a16:creationId xmlns:a16="http://schemas.microsoft.com/office/drawing/2014/main" id="{97F2744A-58FC-452F-BF08-DC87389BE8C3}"/>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V18 · expression-semantics · includes</a:t>
            </a:r>
          </a:p>
        </p:txBody>
      </p:sp>
      <p:sp>
        <p:nvSpPr>
          <p:cNvPr id="11" name="capability_v2_s12_o11">
            <a:extLst xmlns:a="http://schemas.openxmlformats.org/drawingml/2006/main">
              <a:ext uri="{FF2B5EF4-FFF2-40B4-BE49-F238E27FC236}">
                <a16:creationId xmlns:a16="http://schemas.microsoft.com/office/drawing/2014/main" id="{BD2C0485-1A71-4060-92A0-483F40E0643D}"/>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2_o12">
            <a:extLst xmlns:a="http://schemas.openxmlformats.org/drawingml/2006/main">
              <a:ext uri="{FF2B5EF4-FFF2-40B4-BE49-F238E27FC236}">
                <a16:creationId xmlns:a16="http://schemas.microsoft.com/office/drawing/2014/main" id="{726F819A-15B5-45FC-BB3A-FD4C16C2FCBC}"/>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2_o13">
            <a:extLst xmlns:a="http://schemas.openxmlformats.org/drawingml/2006/main">
              <a:ext uri="{FF2B5EF4-FFF2-40B4-BE49-F238E27FC236}">
                <a16:creationId xmlns:a16="http://schemas.microsoft.com/office/drawing/2014/main" id="{B37EEB71-CB81-49E0-90A7-A95A48F3074F}"/>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1f7e0b8d2514223" action="ppaction://hlinksldjump"/>
              </a:rPr>
              <a:t>Inspection coverage</a:t>
            </a:r>
          </a:p>
        </p:txBody>
      </p:sp>
      <p:sp>
        <p:nvSpPr>
          <p:cNvPr id="14" name="capability_v2_s12_o14">
            <a:extLst xmlns:a="http://schemas.openxmlformats.org/drawingml/2006/main">
              <a:ext uri="{FF2B5EF4-FFF2-40B4-BE49-F238E27FC236}">
                <a16:creationId xmlns:a16="http://schemas.microsoft.com/office/drawing/2014/main" id="{CE46ED8D-A32E-4298-8ACD-BFFE4574E620}"/>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30924313"/>
      </p:ext>
    </p:extLst>
  </p:cSld>
</p:sld>
</file>

<file path=ppt/slides/slide4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3_o1">
            <a:extLst xmlns:a="http://schemas.openxmlformats.org/drawingml/2006/main">
              <a:ext uri="{FF2B5EF4-FFF2-40B4-BE49-F238E27FC236}">
                <a16:creationId xmlns:a16="http://schemas.microsoft.com/office/drawing/2014/main" id="{932407D2-1324-401F-8439-C7C543BAE0B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3_o2">
            <a:extLst xmlns:a="http://schemas.openxmlformats.org/drawingml/2006/main">
              <a:ext uri="{FF2B5EF4-FFF2-40B4-BE49-F238E27FC236}">
                <a16:creationId xmlns:a16="http://schemas.microsoft.com/office/drawing/2014/main" id="{7E8D30D0-F67F-4A30-8C1D-D44CC31277D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3_o3">
            <a:extLst xmlns:a="http://schemas.openxmlformats.org/drawingml/2006/main">
              <a:ext uri="{FF2B5EF4-FFF2-40B4-BE49-F238E27FC236}">
                <a16:creationId xmlns:a16="http://schemas.microsoft.com/office/drawing/2014/main" id="{4CF4C1B0-771F-4929-99C3-F2E943D0E20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45</a:t>
            </a:r>
          </a:p>
        </p:txBody>
      </p:sp>
      <p:sp>
        <p:nvSpPr>
          <p:cNvPr id="4" name="capability_v2_s13_o4">
            <a:extLst xmlns:a="http://schemas.openxmlformats.org/drawingml/2006/main">
              <a:ext uri="{FF2B5EF4-FFF2-40B4-BE49-F238E27FC236}">
                <a16:creationId xmlns:a16="http://schemas.microsoft.com/office/drawing/2014/main" id="{81ECD1D2-CA90-4AA8-B432-2758FC027A6D}"/>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V19 · expression-semantics · intersects</a:t>
            </a:r>
          </a:p>
        </p:txBody>
      </p:sp>
      <p:sp>
        <p:nvSpPr>
          <p:cNvPr id="5" name="capability_v2_s13_o5">
            <a:extLst xmlns:a="http://schemas.openxmlformats.org/drawingml/2006/main">
              <a:ext uri="{FF2B5EF4-FFF2-40B4-BE49-F238E27FC236}">
                <a16:creationId xmlns:a16="http://schemas.microsoft.com/office/drawing/2014/main" id="{3DB829F3-9BE8-4B69-9E5A-42513019D6E5}"/>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3_o6">
            <a:extLst xmlns:a="http://schemas.openxmlformats.org/drawingml/2006/main">
              <a:ext uri="{FF2B5EF4-FFF2-40B4-BE49-F238E27FC236}">
                <a16:creationId xmlns:a16="http://schemas.microsoft.com/office/drawing/2014/main" id="{FD0170FD-8126-47A2-BD75-D1ECC8726292}"/>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3_o7">
            <a:extLst xmlns:a="http://schemas.openxmlformats.org/drawingml/2006/main">
              <a:ext uri="{FF2B5EF4-FFF2-40B4-BE49-F238E27FC236}">
                <a16:creationId xmlns:a16="http://schemas.microsoft.com/office/drawing/2014/main" id="{D9E12991-B600-4798-853E-1B2684D5E5D1}"/>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V20 · expression-semantics · join</a:t>
            </a:r>
          </a:p>
        </p:txBody>
      </p:sp>
      <p:sp>
        <p:nvSpPr>
          <p:cNvPr id="8" name="capability_v2_s13_o8">
            <a:extLst xmlns:a="http://schemas.openxmlformats.org/drawingml/2006/main">
              <a:ext uri="{FF2B5EF4-FFF2-40B4-BE49-F238E27FC236}">
                <a16:creationId xmlns:a16="http://schemas.microsoft.com/office/drawing/2014/main" id="{78FE4380-45C9-4B30-A0C9-D13318427F09}"/>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3_o9">
            <a:extLst xmlns:a="http://schemas.openxmlformats.org/drawingml/2006/main">
              <a:ext uri="{FF2B5EF4-FFF2-40B4-BE49-F238E27FC236}">
                <a16:creationId xmlns:a16="http://schemas.microsoft.com/office/drawing/2014/main" id="{AD631CBF-BD34-435D-982C-BA5B9C6CDC60}"/>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3_o10">
            <a:extLst xmlns:a="http://schemas.openxmlformats.org/drawingml/2006/main">
              <a:ext uri="{FF2B5EF4-FFF2-40B4-BE49-F238E27FC236}">
                <a16:creationId xmlns:a16="http://schemas.microsoft.com/office/drawing/2014/main" id="{B8EBE31C-1C24-4DC6-87F7-3EA72CBCD04F}"/>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V21 · expression-semantics · json-stringify</a:t>
            </a:r>
          </a:p>
        </p:txBody>
      </p:sp>
      <p:sp>
        <p:nvSpPr>
          <p:cNvPr id="11" name="capability_v2_s13_o11">
            <a:extLst xmlns:a="http://schemas.openxmlformats.org/drawingml/2006/main">
              <a:ext uri="{FF2B5EF4-FFF2-40B4-BE49-F238E27FC236}">
                <a16:creationId xmlns:a16="http://schemas.microsoft.com/office/drawing/2014/main" id="{C5505821-B646-42D0-9B77-244240119140}"/>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3_o12">
            <a:extLst xmlns:a="http://schemas.openxmlformats.org/drawingml/2006/main">
              <a:ext uri="{FF2B5EF4-FFF2-40B4-BE49-F238E27FC236}">
                <a16:creationId xmlns:a16="http://schemas.microsoft.com/office/drawing/2014/main" id="{37E83CA8-73D2-430B-9CFF-EEA056E23E6E}"/>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3_o13">
            <a:extLst xmlns:a="http://schemas.openxmlformats.org/drawingml/2006/main">
              <a:ext uri="{FF2B5EF4-FFF2-40B4-BE49-F238E27FC236}">
                <a16:creationId xmlns:a16="http://schemas.microsoft.com/office/drawing/2014/main" id="{C3C63BD9-B7B3-4E3D-89A9-804EC54DDF9D}"/>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ccb8c4d4fa544dc3" action="ppaction://hlinksldjump"/>
              </a:rPr>
              <a:t>Inspection coverage</a:t>
            </a:r>
          </a:p>
        </p:txBody>
      </p:sp>
      <p:sp>
        <p:nvSpPr>
          <p:cNvPr id="14" name="capability_v2_s13_o14">
            <a:extLst xmlns:a="http://schemas.openxmlformats.org/drawingml/2006/main">
              <a:ext uri="{FF2B5EF4-FFF2-40B4-BE49-F238E27FC236}">
                <a16:creationId xmlns:a16="http://schemas.microsoft.com/office/drawing/2014/main" id="{E9D4993D-2635-4691-9CA6-B8118701397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302194231"/>
      </p:ext>
    </p:extLst>
  </p:cSld>
</p:sld>
</file>

<file path=ppt/slides/slide4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4_o1">
            <a:extLst xmlns:a="http://schemas.openxmlformats.org/drawingml/2006/main">
              <a:ext uri="{FF2B5EF4-FFF2-40B4-BE49-F238E27FC236}">
                <a16:creationId xmlns:a16="http://schemas.microsoft.com/office/drawing/2014/main" id="{DF4E16C3-C086-4B98-A235-0CE8F4BF4FF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4_o2">
            <a:extLst xmlns:a="http://schemas.openxmlformats.org/drawingml/2006/main">
              <a:ext uri="{FF2B5EF4-FFF2-40B4-BE49-F238E27FC236}">
                <a16:creationId xmlns:a16="http://schemas.microsoft.com/office/drawing/2014/main" id="{9508FAF7-1389-4410-A41A-8D3154BBD06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4_o3">
            <a:extLst xmlns:a="http://schemas.openxmlformats.org/drawingml/2006/main">
              <a:ext uri="{FF2B5EF4-FFF2-40B4-BE49-F238E27FC236}">
                <a16:creationId xmlns:a16="http://schemas.microsoft.com/office/drawing/2014/main" id="{58EFD3D7-7C22-4190-ACDA-1AD91B40C2D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46</a:t>
            </a:r>
          </a:p>
        </p:txBody>
      </p:sp>
      <p:sp>
        <p:nvSpPr>
          <p:cNvPr id="4" name="capability_v2_s14_o4">
            <a:extLst xmlns:a="http://schemas.openxmlformats.org/drawingml/2006/main">
              <a:ext uri="{FF2B5EF4-FFF2-40B4-BE49-F238E27FC236}">
                <a16:creationId xmlns:a16="http://schemas.microsoft.com/office/drawing/2014/main" id="{3633C229-CD4D-4066-972B-D1972F6FA12E}"/>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V22 · expression-semantics · length</a:t>
            </a:r>
          </a:p>
        </p:txBody>
      </p:sp>
      <p:sp>
        <p:nvSpPr>
          <p:cNvPr id="5" name="capability_v2_s14_o5">
            <a:extLst xmlns:a="http://schemas.openxmlformats.org/drawingml/2006/main">
              <a:ext uri="{FF2B5EF4-FFF2-40B4-BE49-F238E27FC236}">
                <a16:creationId xmlns:a16="http://schemas.microsoft.com/office/drawing/2014/main" id="{70CF6D95-E015-4E85-BEC7-08FCA8EA564B}"/>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4_o6">
            <a:extLst xmlns:a="http://schemas.openxmlformats.org/drawingml/2006/main">
              <a:ext uri="{FF2B5EF4-FFF2-40B4-BE49-F238E27FC236}">
                <a16:creationId xmlns:a16="http://schemas.microsoft.com/office/drawing/2014/main" id="{71D27396-B723-4A75-8C34-313271A36434}"/>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4_o7">
            <a:extLst xmlns:a="http://schemas.openxmlformats.org/drawingml/2006/main">
              <a:ext uri="{FF2B5EF4-FFF2-40B4-BE49-F238E27FC236}">
                <a16:creationId xmlns:a16="http://schemas.microsoft.com/office/drawing/2014/main" id="{28C42BB6-6A88-44D6-B40E-73C6559E88F1}"/>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V23 · expression-semantics · let</a:t>
            </a:r>
          </a:p>
        </p:txBody>
      </p:sp>
      <p:sp>
        <p:nvSpPr>
          <p:cNvPr id="8" name="capability_v2_s14_o8">
            <a:extLst xmlns:a="http://schemas.openxmlformats.org/drawingml/2006/main">
              <a:ext uri="{FF2B5EF4-FFF2-40B4-BE49-F238E27FC236}">
                <a16:creationId xmlns:a16="http://schemas.microsoft.com/office/drawing/2014/main" id="{FA9F57A6-B0A4-4C1B-970F-A06ACA91F29A}"/>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4_o9">
            <a:extLst xmlns:a="http://schemas.openxmlformats.org/drawingml/2006/main">
              <a:ext uri="{FF2B5EF4-FFF2-40B4-BE49-F238E27FC236}">
                <a16:creationId xmlns:a16="http://schemas.microsoft.com/office/drawing/2014/main" id="{59ADA52B-E350-4224-A5CE-BDC31A90AEC5}"/>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4_o10">
            <a:extLst xmlns:a="http://schemas.openxmlformats.org/drawingml/2006/main">
              <a:ext uri="{FF2B5EF4-FFF2-40B4-BE49-F238E27FC236}">
                <a16:creationId xmlns:a16="http://schemas.microsoft.com/office/drawing/2014/main" id="{B68F6411-1024-4391-A8E5-3F04CA5C4BAC}"/>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V24 · expression-semantics · literal</a:t>
            </a:r>
          </a:p>
        </p:txBody>
      </p:sp>
      <p:sp>
        <p:nvSpPr>
          <p:cNvPr id="11" name="capability_v2_s14_o11">
            <a:extLst xmlns:a="http://schemas.openxmlformats.org/drawingml/2006/main">
              <a:ext uri="{FF2B5EF4-FFF2-40B4-BE49-F238E27FC236}">
                <a16:creationId xmlns:a16="http://schemas.microsoft.com/office/drawing/2014/main" id="{54ED012D-BD3E-495D-B2D6-A02B83EB1C7D}"/>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4_o12">
            <a:extLst xmlns:a="http://schemas.openxmlformats.org/drawingml/2006/main">
              <a:ext uri="{FF2B5EF4-FFF2-40B4-BE49-F238E27FC236}">
                <a16:creationId xmlns:a16="http://schemas.microsoft.com/office/drawing/2014/main" id="{E4CD4B58-85A9-4489-B0EC-DCDBA2D0D9DF}"/>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3" name="capability_v2_s14_o13">
            <a:extLst xmlns:a="http://schemas.openxmlformats.org/drawingml/2006/main">
              <a:ext uri="{FF2B5EF4-FFF2-40B4-BE49-F238E27FC236}">
                <a16:creationId xmlns:a16="http://schemas.microsoft.com/office/drawing/2014/main" id="{7E373F99-5416-4639-A7F4-92FBDC7C91C1}"/>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565585c59dee4dc2" action="ppaction://hlinksldjump"/>
              </a:rPr>
              <a:t>Inspection coverage</a:t>
            </a:r>
          </a:p>
        </p:txBody>
      </p:sp>
      <p:sp>
        <p:nvSpPr>
          <p:cNvPr id="14" name="capability_v2_s14_o14">
            <a:extLst xmlns:a="http://schemas.openxmlformats.org/drawingml/2006/main">
              <a:ext uri="{FF2B5EF4-FFF2-40B4-BE49-F238E27FC236}">
                <a16:creationId xmlns:a16="http://schemas.microsoft.com/office/drawing/2014/main" id="{CC7F8213-195A-44DB-BCAA-C843C843D29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968234944"/>
      </p:ext>
    </p:extLst>
  </p:cSld>
</p:sld>
</file>

<file path=ppt/slides/slide4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5_o1">
            <a:extLst xmlns:a="http://schemas.openxmlformats.org/drawingml/2006/main">
              <a:ext uri="{FF2B5EF4-FFF2-40B4-BE49-F238E27FC236}">
                <a16:creationId xmlns:a16="http://schemas.microsoft.com/office/drawing/2014/main" id="{398033BA-51D8-4846-9DDF-59372254928A}"/>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5_o2">
            <a:extLst xmlns:a="http://schemas.openxmlformats.org/drawingml/2006/main">
              <a:ext uri="{FF2B5EF4-FFF2-40B4-BE49-F238E27FC236}">
                <a16:creationId xmlns:a16="http://schemas.microsoft.com/office/drawing/2014/main" id="{9876B3A3-8753-414D-8380-1F555A482C9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5_o3">
            <a:extLst xmlns:a="http://schemas.openxmlformats.org/drawingml/2006/main">
              <a:ext uri="{FF2B5EF4-FFF2-40B4-BE49-F238E27FC236}">
                <a16:creationId xmlns:a16="http://schemas.microsoft.com/office/drawing/2014/main" id="{F5F55F6C-09FF-4F75-B4F9-A06A81F8800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47</a:t>
            </a:r>
          </a:p>
        </p:txBody>
      </p:sp>
      <p:sp>
        <p:nvSpPr>
          <p:cNvPr id="4" name="capability_v2_s15_o4">
            <a:extLst xmlns:a="http://schemas.openxmlformats.org/drawingml/2006/main">
              <a:ext uri="{FF2B5EF4-FFF2-40B4-BE49-F238E27FC236}">
                <a16:creationId xmlns:a16="http://schemas.microsoft.com/office/drawing/2014/main" id="{C3B197EB-D6C3-41DC-BC47-08D51C8C3D91}"/>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V25 · expression-semantics · lower-case</a:t>
            </a:r>
          </a:p>
        </p:txBody>
      </p:sp>
      <p:sp>
        <p:nvSpPr>
          <p:cNvPr id="5" name="capability_v2_s15_o5">
            <a:extLst xmlns:a="http://schemas.openxmlformats.org/drawingml/2006/main">
              <a:ext uri="{FF2B5EF4-FFF2-40B4-BE49-F238E27FC236}">
                <a16:creationId xmlns:a16="http://schemas.microsoft.com/office/drawing/2014/main" id="{9DE4A89A-A3DB-4BC9-AC31-4DDB9637769C}"/>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5_o6">
            <a:extLst xmlns:a="http://schemas.openxmlformats.org/drawingml/2006/main">
              <a:ext uri="{FF2B5EF4-FFF2-40B4-BE49-F238E27FC236}">
                <a16:creationId xmlns:a16="http://schemas.microsoft.com/office/drawing/2014/main" id="{37489B59-CE8C-4592-8D98-B110A6EED17A}"/>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5_o7">
            <a:extLst xmlns:a="http://schemas.openxmlformats.org/drawingml/2006/main">
              <a:ext uri="{FF2B5EF4-FFF2-40B4-BE49-F238E27FC236}">
                <a16:creationId xmlns:a16="http://schemas.microsoft.com/office/drawing/2014/main" id="{63B37623-3286-43E6-B8CA-B5A77B6DF24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V26 · expression-semantics · map</a:t>
            </a:r>
          </a:p>
        </p:txBody>
      </p:sp>
      <p:sp>
        <p:nvSpPr>
          <p:cNvPr id="8" name="capability_v2_s15_o8">
            <a:extLst xmlns:a="http://schemas.openxmlformats.org/drawingml/2006/main">
              <a:ext uri="{FF2B5EF4-FFF2-40B4-BE49-F238E27FC236}">
                <a16:creationId xmlns:a16="http://schemas.microsoft.com/office/drawing/2014/main" id="{4AD00A9D-0012-4334-BC31-3A15CBC61B0A}"/>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5_o9">
            <a:extLst xmlns:a="http://schemas.openxmlformats.org/drawingml/2006/main">
              <a:ext uri="{FF2B5EF4-FFF2-40B4-BE49-F238E27FC236}">
                <a16:creationId xmlns:a16="http://schemas.microsoft.com/office/drawing/2014/main" id="{DA37476F-7A02-459A-93FC-B250DAE40D00}"/>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5_o10">
            <a:extLst xmlns:a="http://schemas.openxmlformats.org/drawingml/2006/main">
              <a:ext uri="{FF2B5EF4-FFF2-40B4-BE49-F238E27FC236}">
                <a16:creationId xmlns:a16="http://schemas.microsoft.com/office/drawing/2014/main" id="{BBD97D86-8A50-497D-AD4C-7ADBDEC2C0D8}"/>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V27 · expression-semantics · merge</a:t>
            </a:r>
          </a:p>
        </p:txBody>
      </p:sp>
      <p:sp>
        <p:nvSpPr>
          <p:cNvPr id="11" name="capability_v2_s15_o11">
            <a:extLst xmlns:a="http://schemas.openxmlformats.org/drawingml/2006/main">
              <a:ext uri="{FF2B5EF4-FFF2-40B4-BE49-F238E27FC236}">
                <a16:creationId xmlns:a16="http://schemas.microsoft.com/office/drawing/2014/main" id="{8C1ED8EF-76CA-4822-AB1A-CF32E6F5ABBF}"/>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5_o12">
            <a:extLst xmlns:a="http://schemas.openxmlformats.org/drawingml/2006/main">
              <a:ext uri="{FF2B5EF4-FFF2-40B4-BE49-F238E27FC236}">
                <a16:creationId xmlns:a16="http://schemas.microsoft.com/office/drawing/2014/main" id="{C114BE5C-5FF0-46CF-81A7-A986B7DFF60E}"/>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5_o13">
            <a:extLst xmlns:a="http://schemas.openxmlformats.org/drawingml/2006/main">
              <a:ext uri="{FF2B5EF4-FFF2-40B4-BE49-F238E27FC236}">
                <a16:creationId xmlns:a16="http://schemas.microsoft.com/office/drawing/2014/main" id="{8DE603A2-E5C8-44F7-935C-733EA870A676}"/>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9bf2afdeb051403c" action="ppaction://hlinksldjump"/>
              </a:rPr>
              <a:t>Inspection coverage</a:t>
            </a:r>
          </a:p>
        </p:txBody>
      </p:sp>
      <p:sp>
        <p:nvSpPr>
          <p:cNvPr id="14" name="capability_v2_s15_o14">
            <a:extLst xmlns:a="http://schemas.openxmlformats.org/drawingml/2006/main">
              <a:ext uri="{FF2B5EF4-FFF2-40B4-BE49-F238E27FC236}">
                <a16:creationId xmlns:a16="http://schemas.microsoft.com/office/drawing/2014/main" id="{3E4F7EF4-DB18-44B4-819C-59233151E5C4}"/>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62685763"/>
      </p:ext>
    </p:extLst>
  </p:cSld>
</p:sld>
</file>

<file path=ppt/slides/slide4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6_o1">
            <a:extLst xmlns:a="http://schemas.openxmlformats.org/drawingml/2006/main">
              <a:ext uri="{FF2B5EF4-FFF2-40B4-BE49-F238E27FC236}">
                <a16:creationId xmlns:a16="http://schemas.microsoft.com/office/drawing/2014/main" id="{599C0EF1-3034-4702-83D1-0214B99B396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6_o2">
            <a:extLst xmlns:a="http://schemas.openxmlformats.org/drawingml/2006/main">
              <a:ext uri="{FF2B5EF4-FFF2-40B4-BE49-F238E27FC236}">
                <a16:creationId xmlns:a16="http://schemas.microsoft.com/office/drawing/2014/main" id="{D51A44F0-90F4-4DFD-8BC5-194C499680F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6_o3">
            <a:extLst xmlns:a="http://schemas.openxmlformats.org/drawingml/2006/main">
              <a:ext uri="{FF2B5EF4-FFF2-40B4-BE49-F238E27FC236}">
                <a16:creationId xmlns:a16="http://schemas.microsoft.com/office/drawing/2014/main" id="{8D46E7BA-C9BD-4457-BC93-CA3F9BC32AA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48</a:t>
            </a:r>
          </a:p>
        </p:txBody>
      </p:sp>
      <p:sp>
        <p:nvSpPr>
          <p:cNvPr id="4" name="capability_v2_s16_o4">
            <a:extLst xmlns:a="http://schemas.openxmlformats.org/drawingml/2006/main">
              <a:ext uri="{FF2B5EF4-FFF2-40B4-BE49-F238E27FC236}">
                <a16:creationId xmlns:a16="http://schemas.microsoft.com/office/drawing/2014/main" id="{FD9894EF-80A9-48FC-8015-99906A1120BE}"/>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V28 · expression-semantics · object-values</a:t>
            </a:r>
          </a:p>
        </p:txBody>
      </p:sp>
      <p:sp>
        <p:nvSpPr>
          <p:cNvPr id="5" name="capability_v2_s16_o5">
            <a:extLst xmlns:a="http://schemas.openxmlformats.org/drawingml/2006/main">
              <a:ext uri="{FF2B5EF4-FFF2-40B4-BE49-F238E27FC236}">
                <a16:creationId xmlns:a16="http://schemas.microsoft.com/office/drawing/2014/main" id="{AA29147F-8949-486D-AA80-C3FE8D8954CE}"/>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6_o6">
            <a:extLst xmlns:a="http://schemas.openxmlformats.org/drawingml/2006/main">
              <a:ext uri="{FF2B5EF4-FFF2-40B4-BE49-F238E27FC236}">
                <a16:creationId xmlns:a16="http://schemas.microsoft.com/office/drawing/2014/main" id="{0008C906-DDE1-4CA7-8B78-15574F62D03D}"/>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6_o7">
            <a:extLst xmlns:a="http://schemas.openxmlformats.org/drawingml/2006/main">
              <a:ext uri="{FF2B5EF4-FFF2-40B4-BE49-F238E27FC236}">
                <a16:creationId xmlns:a16="http://schemas.microsoft.com/office/drawing/2014/main" id="{A099454E-28C8-4FF2-B581-5099FEBCFE2F}"/>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V29 · expression-semantics · object</a:t>
            </a:r>
          </a:p>
        </p:txBody>
      </p:sp>
      <p:sp>
        <p:nvSpPr>
          <p:cNvPr id="8" name="capability_v2_s16_o8">
            <a:extLst xmlns:a="http://schemas.openxmlformats.org/drawingml/2006/main">
              <a:ext uri="{FF2B5EF4-FFF2-40B4-BE49-F238E27FC236}">
                <a16:creationId xmlns:a16="http://schemas.microsoft.com/office/drawing/2014/main" id="{DBFD709E-0327-461C-9CFE-AE6CCB60E83C}"/>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6_o9">
            <a:extLst xmlns:a="http://schemas.openxmlformats.org/drawingml/2006/main">
              <a:ext uri="{FF2B5EF4-FFF2-40B4-BE49-F238E27FC236}">
                <a16:creationId xmlns:a16="http://schemas.microsoft.com/office/drawing/2014/main" id="{D786D82C-52EC-4B63-9712-E508F28B53B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0" name="capability_v2_s16_o10">
            <a:extLst xmlns:a="http://schemas.openxmlformats.org/drawingml/2006/main">
              <a:ext uri="{FF2B5EF4-FFF2-40B4-BE49-F238E27FC236}">
                <a16:creationId xmlns:a16="http://schemas.microsoft.com/office/drawing/2014/main" id="{464FF5E0-F8CB-48EB-B300-7B3827B5E451}"/>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V30 · expression-semantics · parse-json</a:t>
            </a:r>
          </a:p>
        </p:txBody>
      </p:sp>
      <p:sp>
        <p:nvSpPr>
          <p:cNvPr id="11" name="capability_v2_s16_o11">
            <a:extLst xmlns:a="http://schemas.openxmlformats.org/drawingml/2006/main">
              <a:ext uri="{FF2B5EF4-FFF2-40B4-BE49-F238E27FC236}">
                <a16:creationId xmlns:a16="http://schemas.microsoft.com/office/drawing/2014/main" id="{ADD163A0-24C7-4D16-B9E1-3E6E6B3E483E}"/>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6_o12">
            <a:extLst xmlns:a="http://schemas.openxmlformats.org/drawingml/2006/main">
              <a:ext uri="{FF2B5EF4-FFF2-40B4-BE49-F238E27FC236}">
                <a16:creationId xmlns:a16="http://schemas.microsoft.com/office/drawing/2014/main" id="{9E8E0735-0479-4C5B-86DD-D198D01601FA}"/>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6_o13">
            <a:extLst xmlns:a="http://schemas.openxmlformats.org/drawingml/2006/main">
              <a:ext uri="{FF2B5EF4-FFF2-40B4-BE49-F238E27FC236}">
                <a16:creationId xmlns:a16="http://schemas.microsoft.com/office/drawing/2014/main" id="{9D6E6725-3AA2-4F76-99EB-CF69506E72CB}"/>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a36ec8b9e5a74890" action="ppaction://hlinksldjump"/>
              </a:rPr>
              <a:t>Inspection coverage</a:t>
            </a:r>
          </a:p>
        </p:txBody>
      </p:sp>
      <p:sp>
        <p:nvSpPr>
          <p:cNvPr id="14" name="capability_v2_s16_o14">
            <a:extLst xmlns:a="http://schemas.openxmlformats.org/drawingml/2006/main">
              <a:ext uri="{FF2B5EF4-FFF2-40B4-BE49-F238E27FC236}">
                <a16:creationId xmlns:a16="http://schemas.microsoft.com/office/drawing/2014/main" id="{E85BDB5F-5451-4BBC-BB1C-8B80153C29B4}"/>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069953686"/>
      </p:ext>
    </p:extLst>
  </p:cSld>
</p:sld>
</file>

<file path=ppt/slides/slide4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7_o1">
            <a:extLst xmlns:a="http://schemas.openxmlformats.org/drawingml/2006/main">
              <a:ext uri="{FF2B5EF4-FFF2-40B4-BE49-F238E27FC236}">
                <a16:creationId xmlns:a16="http://schemas.microsoft.com/office/drawing/2014/main" id="{E0C4DB50-A22D-4F3B-B25A-F72F1E2FE48A}"/>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7_o2">
            <a:extLst xmlns:a="http://schemas.openxmlformats.org/drawingml/2006/main">
              <a:ext uri="{FF2B5EF4-FFF2-40B4-BE49-F238E27FC236}">
                <a16:creationId xmlns:a16="http://schemas.microsoft.com/office/drawing/2014/main" id="{EEDEC896-4B21-4D33-81DB-3FAB7A45EBB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7_o3">
            <a:extLst xmlns:a="http://schemas.openxmlformats.org/drawingml/2006/main">
              <a:ext uri="{FF2B5EF4-FFF2-40B4-BE49-F238E27FC236}">
                <a16:creationId xmlns:a16="http://schemas.microsoft.com/office/drawing/2014/main" id="{4F8EEAC4-BA22-493F-ABCF-0685D4B6DFC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49</a:t>
            </a:r>
          </a:p>
        </p:txBody>
      </p:sp>
      <p:sp>
        <p:nvSpPr>
          <p:cNvPr id="4" name="capability_v2_s17_o4">
            <a:extLst xmlns:a="http://schemas.openxmlformats.org/drawingml/2006/main">
              <a:ext uri="{FF2B5EF4-FFF2-40B4-BE49-F238E27FC236}">
                <a16:creationId xmlns:a16="http://schemas.microsoft.com/office/drawing/2014/main" id="{F24A488C-F286-4BD6-8006-43FD8E79553B}"/>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V31 · expression-semantics · path</a:t>
            </a:r>
          </a:p>
        </p:txBody>
      </p:sp>
      <p:sp>
        <p:nvSpPr>
          <p:cNvPr id="5" name="capability_v2_s17_o5">
            <a:extLst xmlns:a="http://schemas.openxmlformats.org/drawingml/2006/main">
              <a:ext uri="{FF2B5EF4-FFF2-40B4-BE49-F238E27FC236}">
                <a16:creationId xmlns:a16="http://schemas.microsoft.com/office/drawing/2014/main" id="{2D65DC95-CAA7-4A03-ADAD-BCB0A30B76AE}"/>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7_o6">
            <a:extLst xmlns:a="http://schemas.openxmlformats.org/drawingml/2006/main">
              <a:ext uri="{FF2B5EF4-FFF2-40B4-BE49-F238E27FC236}">
                <a16:creationId xmlns:a16="http://schemas.microsoft.com/office/drawing/2014/main" id="{0708D092-154A-4222-AA64-759D026E5D49}"/>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7" name="capability_v2_s17_o7">
            <a:extLst xmlns:a="http://schemas.openxmlformats.org/drawingml/2006/main">
              <a:ext uri="{FF2B5EF4-FFF2-40B4-BE49-F238E27FC236}">
                <a16:creationId xmlns:a16="http://schemas.microsoft.com/office/drawing/2014/main" id="{6E747A1C-AD09-4F59-8326-8B1983B26510}"/>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V32 · expression-semantics · sha256</a:t>
            </a:r>
          </a:p>
        </p:txBody>
      </p:sp>
      <p:sp>
        <p:nvSpPr>
          <p:cNvPr id="8" name="capability_v2_s17_o8">
            <a:extLst xmlns:a="http://schemas.openxmlformats.org/drawingml/2006/main">
              <a:ext uri="{FF2B5EF4-FFF2-40B4-BE49-F238E27FC236}">
                <a16:creationId xmlns:a16="http://schemas.microsoft.com/office/drawing/2014/main" id="{9B5A8F29-2592-4818-9BF2-46A94D65A758}"/>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7_o9">
            <a:extLst xmlns:a="http://schemas.openxmlformats.org/drawingml/2006/main">
              <a:ext uri="{FF2B5EF4-FFF2-40B4-BE49-F238E27FC236}">
                <a16:creationId xmlns:a16="http://schemas.microsoft.com/office/drawing/2014/main" id="{D68CA4F8-2D88-4E49-BEBF-3FE8C1E5D289}"/>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7_o10">
            <a:extLst xmlns:a="http://schemas.openxmlformats.org/drawingml/2006/main">
              <a:ext uri="{FF2B5EF4-FFF2-40B4-BE49-F238E27FC236}">
                <a16:creationId xmlns:a16="http://schemas.microsoft.com/office/drawing/2014/main" id="{606E6D8C-F882-467A-B9EA-CEFCC1F40FA2}"/>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V33 · expression-semantics · some</a:t>
            </a:r>
          </a:p>
        </p:txBody>
      </p:sp>
      <p:sp>
        <p:nvSpPr>
          <p:cNvPr id="11" name="capability_v2_s17_o11">
            <a:extLst xmlns:a="http://schemas.openxmlformats.org/drawingml/2006/main">
              <a:ext uri="{FF2B5EF4-FFF2-40B4-BE49-F238E27FC236}">
                <a16:creationId xmlns:a16="http://schemas.microsoft.com/office/drawing/2014/main" id="{0C0EFC2F-94B8-4285-BBAB-AECE5A36854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7_o12">
            <a:extLst xmlns:a="http://schemas.openxmlformats.org/drawingml/2006/main">
              <a:ext uri="{FF2B5EF4-FFF2-40B4-BE49-F238E27FC236}">
                <a16:creationId xmlns:a16="http://schemas.microsoft.com/office/drawing/2014/main" id="{C4D007EC-A03D-4890-8EF7-1C49CC655889}"/>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7_o13">
            <a:extLst xmlns:a="http://schemas.openxmlformats.org/drawingml/2006/main">
              <a:ext uri="{FF2B5EF4-FFF2-40B4-BE49-F238E27FC236}">
                <a16:creationId xmlns:a16="http://schemas.microsoft.com/office/drawing/2014/main" id="{C7584195-5533-4679-A003-38390AE723DE}"/>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175c55b9e84043b2" action="ppaction://hlinksldjump"/>
              </a:rPr>
              <a:t>Inspection coverage</a:t>
            </a:r>
          </a:p>
        </p:txBody>
      </p:sp>
      <p:sp>
        <p:nvSpPr>
          <p:cNvPr id="14" name="capability_v2_s17_o14">
            <a:extLst xmlns:a="http://schemas.openxmlformats.org/drawingml/2006/main">
              <a:ext uri="{FF2B5EF4-FFF2-40B4-BE49-F238E27FC236}">
                <a16:creationId xmlns:a16="http://schemas.microsoft.com/office/drawing/2014/main" id="{040937CE-1063-4028-ACD1-999EB1270FCF}"/>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081224956"/>
      </p:ext>
    </p:extLst>
  </p:cSld>
</p:sld>
</file>

<file path=ppt/slides/slide5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8_o1">
            <a:extLst xmlns:a="http://schemas.openxmlformats.org/drawingml/2006/main">
              <a:ext uri="{FF2B5EF4-FFF2-40B4-BE49-F238E27FC236}">
                <a16:creationId xmlns:a16="http://schemas.microsoft.com/office/drawing/2014/main" id="{EF9B87C8-3E13-4D65-AD1C-2E312CBED4D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8_o2">
            <a:extLst xmlns:a="http://schemas.openxmlformats.org/drawingml/2006/main">
              <a:ext uri="{FF2B5EF4-FFF2-40B4-BE49-F238E27FC236}">
                <a16:creationId xmlns:a16="http://schemas.microsoft.com/office/drawing/2014/main" id="{7D988B64-E91E-440C-A158-F256DD75023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8_o3">
            <a:extLst xmlns:a="http://schemas.openxmlformats.org/drawingml/2006/main">
              <a:ext uri="{FF2B5EF4-FFF2-40B4-BE49-F238E27FC236}">
                <a16:creationId xmlns:a16="http://schemas.microsoft.com/office/drawing/2014/main" id="{7052CAA5-AAD1-413F-A197-B7FBF5E0F4A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50</a:t>
            </a:r>
          </a:p>
        </p:txBody>
      </p:sp>
      <p:sp>
        <p:nvSpPr>
          <p:cNvPr id="4" name="capability_v2_s18_o4">
            <a:extLst xmlns:a="http://schemas.openxmlformats.org/drawingml/2006/main">
              <a:ext uri="{FF2B5EF4-FFF2-40B4-BE49-F238E27FC236}">
                <a16:creationId xmlns:a16="http://schemas.microsoft.com/office/drawing/2014/main" id="{18A85AC9-BAEE-47AB-BF27-496715921D4C}"/>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V34 · expression-semantics · trim</a:t>
            </a:r>
          </a:p>
        </p:txBody>
      </p:sp>
      <p:sp>
        <p:nvSpPr>
          <p:cNvPr id="5" name="capability_v2_s18_o5">
            <a:extLst xmlns:a="http://schemas.openxmlformats.org/drawingml/2006/main">
              <a:ext uri="{FF2B5EF4-FFF2-40B4-BE49-F238E27FC236}">
                <a16:creationId xmlns:a16="http://schemas.microsoft.com/office/drawing/2014/main" id="{CDA54946-AA79-4F71-A765-12396E49961A}"/>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8_o6">
            <a:extLst xmlns:a="http://schemas.openxmlformats.org/drawingml/2006/main">
              <a:ext uri="{FF2B5EF4-FFF2-40B4-BE49-F238E27FC236}">
                <a16:creationId xmlns:a16="http://schemas.microsoft.com/office/drawing/2014/main" id="{F15FA106-C36E-48D8-B820-D5CB5B8B954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8_o7">
            <a:extLst xmlns:a="http://schemas.openxmlformats.org/drawingml/2006/main">
              <a:ext uri="{FF2B5EF4-FFF2-40B4-BE49-F238E27FC236}">
                <a16:creationId xmlns:a16="http://schemas.microsoft.com/office/drawing/2014/main" id="{327E6DD7-B500-4B24-9312-9321B441BB70}"/>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V35 · expression-semantics · try-parse-json</a:t>
            </a:r>
          </a:p>
        </p:txBody>
      </p:sp>
      <p:sp>
        <p:nvSpPr>
          <p:cNvPr id="8" name="capability_v2_s18_o8">
            <a:extLst xmlns:a="http://schemas.openxmlformats.org/drawingml/2006/main">
              <a:ext uri="{FF2B5EF4-FFF2-40B4-BE49-F238E27FC236}">
                <a16:creationId xmlns:a16="http://schemas.microsoft.com/office/drawing/2014/main" id="{C310A3AB-0B40-4AE6-97BD-05318478C479}"/>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8_o9">
            <a:extLst xmlns:a="http://schemas.openxmlformats.org/drawingml/2006/main">
              <a:ext uri="{FF2B5EF4-FFF2-40B4-BE49-F238E27FC236}">
                <a16:creationId xmlns:a16="http://schemas.microsoft.com/office/drawing/2014/main" id="{7AD561A0-EAB6-4D7C-8D7C-CB7F718E35A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8_o10">
            <a:extLst xmlns:a="http://schemas.openxmlformats.org/drawingml/2006/main">
              <a:ext uri="{FF2B5EF4-FFF2-40B4-BE49-F238E27FC236}">
                <a16:creationId xmlns:a16="http://schemas.microsoft.com/office/drawing/2014/main" id="{E3C3D083-52C0-4EFB-BDD3-19CA5F89EEED}"/>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V36 · expression-semantics · unique</a:t>
            </a:r>
          </a:p>
        </p:txBody>
      </p:sp>
      <p:sp>
        <p:nvSpPr>
          <p:cNvPr id="11" name="capability_v2_s18_o11">
            <a:extLst xmlns:a="http://schemas.openxmlformats.org/drawingml/2006/main">
              <a:ext uri="{FF2B5EF4-FFF2-40B4-BE49-F238E27FC236}">
                <a16:creationId xmlns:a16="http://schemas.microsoft.com/office/drawing/2014/main" id="{EB27B8F3-5D10-4BD8-B59F-C4E547E6519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8_o12">
            <a:extLst xmlns:a="http://schemas.openxmlformats.org/drawingml/2006/main">
              <a:ext uri="{FF2B5EF4-FFF2-40B4-BE49-F238E27FC236}">
                <a16:creationId xmlns:a16="http://schemas.microsoft.com/office/drawing/2014/main" id="{F3E793C8-C405-4BFB-B44F-1F27C59CB124}"/>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8_o13">
            <a:extLst xmlns:a="http://schemas.openxmlformats.org/drawingml/2006/main">
              <a:ext uri="{FF2B5EF4-FFF2-40B4-BE49-F238E27FC236}">
                <a16:creationId xmlns:a16="http://schemas.microsoft.com/office/drawing/2014/main" id="{E59215B4-DF2B-4F7D-ACCE-00BF02A16F7F}"/>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513b924f846c4f36" action="ppaction://hlinksldjump"/>
              </a:rPr>
              <a:t>Inspection coverage</a:t>
            </a:r>
          </a:p>
        </p:txBody>
      </p:sp>
      <p:sp>
        <p:nvSpPr>
          <p:cNvPr id="14" name="capability_v2_s18_o14">
            <a:extLst xmlns:a="http://schemas.openxmlformats.org/drawingml/2006/main">
              <a:ext uri="{FF2B5EF4-FFF2-40B4-BE49-F238E27FC236}">
                <a16:creationId xmlns:a16="http://schemas.microsoft.com/office/drawing/2014/main" id="{9B670AE5-B88A-42D4-A33C-FA3101B2796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603837640"/>
      </p:ext>
    </p:extLst>
  </p:cSld>
</p:sld>
</file>

<file path=ppt/slides/slide5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9_o1">
            <a:extLst xmlns:a="http://schemas.openxmlformats.org/drawingml/2006/main">
              <a:ext uri="{FF2B5EF4-FFF2-40B4-BE49-F238E27FC236}">
                <a16:creationId xmlns:a16="http://schemas.microsoft.com/office/drawing/2014/main" id="{59929724-9184-454D-A33A-CD1ACFD5127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9_o2">
            <a:extLst xmlns:a="http://schemas.openxmlformats.org/drawingml/2006/main">
              <a:ext uri="{FF2B5EF4-FFF2-40B4-BE49-F238E27FC236}">
                <a16:creationId xmlns:a16="http://schemas.microsoft.com/office/drawing/2014/main" id="{DF0C7A98-9C6E-4D7D-90A3-A3C03AE78FF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9_o3">
            <a:extLst xmlns:a="http://schemas.openxmlformats.org/drawingml/2006/main">
              <a:ext uri="{FF2B5EF4-FFF2-40B4-BE49-F238E27FC236}">
                <a16:creationId xmlns:a16="http://schemas.microsoft.com/office/drawing/2014/main" id="{504B5064-C1E6-4991-9762-E55A9200465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51</a:t>
            </a:r>
          </a:p>
        </p:txBody>
      </p:sp>
      <p:sp>
        <p:nvSpPr>
          <p:cNvPr id="4" name="capability_v2_s19_o4">
            <a:extLst xmlns:a="http://schemas.openxmlformats.org/drawingml/2006/main">
              <a:ext uri="{FF2B5EF4-FFF2-40B4-BE49-F238E27FC236}">
                <a16:creationId xmlns:a16="http://schemas.microsoft.com/office/drawing/2014/main" id="{0816A404-4499-4A79-8A5E-F4BC911FFC55}"/>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V37 · expression-semantics · read-argv</a:t>
            </a:r>
          </a:p>
        </p:txBody>
      </p:sp>
      <p:sp>
        <p:nvSpPr>
          <p:cNvPr id="5" name="capability_v2_s19_o5">
            <a:extLst xmlns:a="http://schemas.openxmlformats.org/drawingml/2006/main">
              <a:ext uri="{FF2B5EF4-FFF2-40B4-BE49-F238E27FC236}">
                <a16:creationId xmlns:a16="http://schemas.microsoft.com/office/drawing/2014/main" id="{6A097431-FAAC-47EC-A698-97A2B4CD806E}"/>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PROVIDER_ASSUMPTION_REQUIRED</a:t>
            </a:r>
          </a:p>
        </p:txBody>
      </p:sp>
      <p:sp>
        <p:nvSpPr>
          <p:cNvPr id="6" name="capability_v2_s19_o6">
            <a:extLst xmlns:a="http://schemas.openxmlformats.org/drawingml/2006/main">
              <a:ext uri="{FF2B5EF4-FFF2-40B4-BE49-F238E27FC236}">
                <a16:creationId xmlns:a16="http://schemas.microsoft.com/office/drawing/2014/main" id="{9930F70E-3F94-4531-BC3E-6BFB1C9841AE}"/>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effectful observation operator; no pure-mechanics ruling file exists</a:t>
            </a:r>
          </a:p>
        </p:txBody>
      </p:sp>
      <p:sp>
        <p:nvSpPr>
          <p:cNvPr id="7" name="capability_v2_s19_o7">
            <a:extLst xmlns:a="http://schemas.openxmlformats.org/drawingml/2006/main">
              <a:ext uri="{FF2B5EF4-FFF2-40B4-BE49-F238E27FC236}">
                <a16:creationId xmlns:a16="http://schemas.microsoft.com/office/drawing/2014/main" id="{94765DA3-B0E9-4ED1-8BE5-FB6F06BDA48C}"/>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V38 · expression-totality · read-capability-dsl-source-transform.v1</a:t>
            </a:r>
          </a:p>
        </p:txBody>
      </p:sp>
      <p:sp>
        <p:nvSpPr>
          <p:cNvPr id="8" name="capability_v2_s19_o8">
            <a:extLst xmlns:a="http://schemas.openxmlformats.org/drawingml/2006/main">
              <a:ext uri="{FF2B5EF4-FFF2-40B4-BE49-F238E27FC236}">
                <a16:creationId xmlns:a16="http://schemas.microsoft.com/office/drawing/2014/main" id="{C60FD0C3-ECE9-4D7F-AA88-8C8461223C0B}"/>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9_o9">
            <a:extLst xmlns:a="http://schemas.openxmlformats.org/drawingml/2006/main">
              <a:ext uri="{FF2B5EF4-FFF2-40B4-BE49-F238E27FC236}">
                <a16:creationId xmlns:a16="http://schemas.microsoft.com/office/drawing/2014/main" id="{55EEA93C-8A3F-4721-B83F-067D9682FD5D}"/>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if node; totality holds vacuously</a:t>
            </a:r>
          </a:p>
        </p:txBody>
      </p:sp>
      <p:sp>
        <p:nvSpPr>
          <p:cNvPr id="10" name="capability_v2_s19_o10">
            <a:extLst xmlns:a="http://schemas.openxmlformats.org/drawingml/2006/main">
              <a:ext uri="{FF2B5EF4-FFF2-40B4-BE49-F238E27FC236}">
                <a16:creationId xmlns:a16="http://schemas.microsoft.com/office/drawing/2014/main" id="{821C9D86-2B93-482C-AAA9-6BDD3489A358}"/>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V39 · route-variant-coverage</a:t>
            </a:r>
          </a:p>
        </p:txBody>
      </p:sp>
      <p:sp>
        <p:nvSpPr>
          <p:cNvPr id="11" name="capability_v2_s19_o11">
            <a:extLst xmlns:a="http://schemas.openxmlformats.org/drawingml/2006/main">
              <a:ext uri="{FF2B5EF4-FFF2-40B4-BE49-F238E27FC236}">
                <a16:creationId xmlns:a16="http://schemas.microsoft.com/office/drawing/2014/main" id="{FF0A4E6C-87E9-45CB-98A6-DD09A87AEC7C}"/>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12" name="capability_v2_s19_o12">
            <a:extLst xmlns:a="http://schemas.openxmlformats.org/drawingml/2006/main">
              <a:ext uri="{FF2B5EF4-FFF2-40B4-BE49-F238E27FC236}">
                <a16:creationId xmlns:a16="http://schemas.microsoft.com/office/drawing/2014/main" id="{B56F8540-98F9-4A9A-BF5E-EE463A1BBF34}"/>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3" name="capability_v2_s19_o13">
            <a:extLst xmlns:a="http://schemas.openxmlformats.org/drawingml/2006/main">
              <a:ext uri="{FF2B5EF4-FFF2-40B4-BE49-F238E27FC236}">
                <a16:creationId xmlns:a16="http://schemas.microsoft.com/office/drawing/2014/main" id="{62F92DB9-FB5F-45E4-8CD4-78EF7895AD32}"/>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526f1f4c1d44834" action="ppaction://hlinksldjump"/>
              </a:rPr>
              <a:t>Inspection coverage</a:t>
            </a:r>
          </a:p>
        </p:txBody>
      </p:sp>
      <p:sp>
        <p:nvSpPr>
          <p:cNvPr id="14" name="capability_v2_s19_o14">
            <a:extLst xmlns:a="http://schemas.openxmlformats.org/drawingml/2006/main">
              <a:ext uri="{FF2B5EF4-FFF2-40B4-BE49-F238E27FC236}">
                <a16:creationId xmlns:a16="http://schemas.microsoft.com/office/drawing/2014/main" id="{4CF28480-5BBF-4BD2-911F-F2F41FF64CF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955711190"/>
      </p:ext>
    </p:extLst>
  </p:cSld>
</p:sld>
</file>

<file path=ppt/slides/slide5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0_o1">
            <a:extLst xmlns:a="http://schemas.openxmlformats.org/drawingml/2006/main">
              <a:ext uri="{FF2B5EF4-FFF2-40B4-BE49-F238E27FC236}">
                <a16:creationId xmlns:a16="http://schemas.microsoft.com/office/drawing/2014/main" id="{7AB06167-847D-4EA8-A6D7-C745FD54107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0_o2">
            <a:extLst xmlns:a="http://schemas.openxmlformats.org/drawingml/2006/main">
              <a:ext uri="{FF2B5EF4-FFF2-40B4-BE49-F238E27FC236}">
                <a16:creationId xmlns:a16="http://schemas.microsoft.com/office/drawing/2014/main" id="{A0D95990-9486-4877-8E51-8594EA51469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0_o3">
            <a:extLst xmlns:a="http://schemas.openxmlformats.org/drawingml/2006/main">
              <a:ext uri="{FF2B5EF4-FFF2-40B4-BE49-F238E27FC236}">
                <a16:creationId xmlns:a16="http://schemas.microsoft.com/office/drawing/2014/main" id="{2029CFCF-1DEE-4116-A6C7-711BF269E09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52</a:t>
            </a:r>
          </a:p>
        </p:txBody>
      </p:sp>
      <p:sp>
        <p:nvSpPr>
          <p:cNvPr id="4" name="capability_v2_s20_o4">
            <a:extLst xmlns:a="http://schemas.openxmlformats.org/drawingml/2006/main">
              <a:ext uri="{FF2B5EF4-FFF2-40B4-BE49-F238E27FC236}">
                <a16:creationId xmlns:a16="http://schemas.microsoft.com/office/drawing/2014/main" id="{B0A2920C-E73E-487D-9F95-13BC427A232C}"/>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V40 · reachability-cycles</a:t>
            </a:r>
          </a:p>
        </p:txBody>
      </p:sp>
      <p:sp>
        <p:nvSpPr>
          <p:cNvPr id="5" name="capability_v2_s20_o5">
            <a:extLst xmlns:a="http://schemas.openxmlformats.org/drawingml/2006/main">
              <a:ext uri="{FF2B5EF4-FFF2-40B4-BE49-F238E27FC236}">
                <a16:creationId xmlns:a16="http://schemas.microsoft.com/office/drawing/2014/main" id="{E93EC699-B027-4205-BEAA-E520FF121589}"/>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0_o6">
            <a:extLst xmlns:a="http://schemas.openxmlformats.org/drawingml/2006/main">
              <a:ext uri="{FF2B5EF4-FFF2-40B4-BE49-F238E27FC236}">
                <a16:creationId xmlns:a16="http://schemas.microsoft.com/office/drawing/2014/main" id="{2F6A0D09-F296-41F5-9E49-9EA7AC29E4CF}"/>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invoke-scenario edge; acyclicity holds vacuously</a:t>
            </a:r>
          </a:p>
        </p:txBody>
      </p:sp>
      <p:sp>
        <p:nvSpPr>
          <p:cNvPr id="7" name="capability_v2_s20_o7">
            <a:extLst xmlns:a="http://schemas.openxmlformats.org/drawingml/2006/main">
              <a:ext uri="{FF2B5EF4-FFF2-40B4-BE49-F238E27FC236}">
                <a16:creationId xmlns:a16="http://schemas.microsoft.com/office/drawing/2014/main" id="{BEEA8F07-EC58-42E2-AB01-97F10A37547E}"/>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V41 · contract-face-compatibility</a:t>
            </a:r>
          </a:p>
        </p:txBody>
      </p:sp>
      <p:sp>
        <p:nvSpPr>
          <p:cNvPr id="8" name="capability_v2_s20_o8">
            <a:extLst xmlns:a="http://schemas.openxmlformats.org/drawingml/2006/main">
              <a:ext uri="{FF2B5EF4-FFF2-40B4-BE49-F238E27FC236}">
                <a16:creationId xmlns:a16="http://schemas.microsoft.com/office/drawing/2014/main" id="{98E1BCF4-4721-45CA-B4FF-77DC53AFC15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9" name="capability_v2_s20_o9">
            <a:extLst xmlns:a="http://schemas.openxmlformats.org/drawingml/2006/main">
              <a:ext uri="{FF2B5EF4-FFF2-40B4-BE49-F238E27FC236}">
                <a16:creationId xmlns:a16="http://schemas.microsoft.com/office/drawing/2014/main" id="{AEF05D55-939B-4E79-BB98-11ECF7A26AD2}"/>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0" name="capability_v2_s20_o10">
            <a:extLst xmlns:a="http://schemas.openxmlformats.org/drawingml/2006/main">
              <a:ext uri="{FF2B5EF4-FFF2-40B4-BE49-F238E27FC236}">
                <a16:creationId xmlns:a16="http://schemas.microsoft.com/office/drawing/2014/main" id="{018B158A-1E52-4FA4-98C0-6CE863848219}"/>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V42 · witnesses</a:t>
            </a:r>
          </a:p>
        </p:txBody>
      </p:sp>
      <p:sp>
        <p:nvSpPr>
          <p:cNvPr id="11" name="capability_v2_s20_o11">
            <a:extLst xmlns:a="http://schemas.openxmlformats.org/drawingml/2006/main">
              <a:ext uri="{FF2B5EF4-FFF2-40B4-BE49-F238E27FC236}">
                <a16:creationId xmlns:a16="http://schemas.microsoft.com/office/drawing/2014/main" id="{7B54CD28-9F9C-44EC-9486-B1D3279D183B}"/>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12" name="capability_v2_s20_o12">
            <a:extLst xmlns:a="http://schemas.openxmlformats.org/drawingml/2006/main">
              <a:ext uri="{FF2B5EF4-FFF2-40B4-BE49-F238E27FC236}">
                <a16:creationId xmlns:a16="http://schemas.microsoft.com/office/drawing/2014/main" id="{24E19DE4-2F6B-458F-84FD-676AD164A27B}"/>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3" name="capability_v2_s20_o13">
            <a:extLst xmlns:a="http://schemas.openxmlformats.org/drawingml/2006/main">
              <a:ext uri="{FF2B5EF4-FFF2-40B4-BE49-F238E27FC236}">
                <a16:creationId xmlns:a16="http://schemas.microsoft.com/office/drawing/2014/main" id="{051C4194-5CD5-4C99-89C3-7EEC612E94C4}"/>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952ee4cd0df34355" action="ppaction://hlinksldjump"/>
              </a:rPr>
              <a:t>Inspection coverage</a:t>
            </a:r>
          </a:p>
        </p:txBody>
      </p:sp>
      <p:sp>
        <p:nvSpPr>
          <p:cNvPr id="14" name="capability_v2_s20_o14">
            <a:extLst xmlns:a="http://schemas.openxmlformats.org/drawingml/2006/main">
              <a:ext uri="{FF2B5EF4-FFF2-40B4-BE49-F238E27FC236}">
                <a16:creationId xmlns:a16="http://schemas.microsoft.com/office/drawing/2014/main" id="{FEF91A96-1B39-40DD-8C2C-7AF9C3AF0ACB}"/>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877493566"/>
      </p:ext>
    </p:extLst>
  </p:cSld>
</p:sld>
</file>

<file path=ppt/slides/slide5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1_o1">
            <a:extLst xmlns:a="http://schemas.openxmlformats.org/drawingml/2006/main">
              <a:ext uri="{FF2B5EF4-FFF2-40B4-BE49-F238E27FC236}">
                <a16:creationId xmlns:a16="http://schemas.microsoft.com/office/drawing/2014/main" id="{1A4F1B5F-4835-4B76-A65F-B549F5563B7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1_o2">
            <a:extLst xmlns:a="http://schemas.openxmlformats.org/drawingml/2006/main">
              <a:ext uri="{FF2B5EF4-FFF2-40B4-BE49-F238E27FC236}">
                <a16:creationId xmlns:a16="http://schemas.microsoft.com/office/drawing/2014/main" id="{84331E9A-D96E-4732-8450-8E752A5DBA1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1_o3">
            <a:extLst xmlns:a="http://schemas.openxmlformats.org/drawingml/2006/main">
              <a:ext uri="{FF2B5EF4-FFF2-40B4-BE49-F238E27FC236}">
                <a16:creationId xmlns:a16="http://schemas.microsoft.com/office/drawing/2014/main" id="{7C4BD0A9-DF32-4C99-9640-2379B65EDCF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53</a:t>
            </a:r>
          </a:p>
        </p:txBody>
      </p:sp>
      <p:sp>
        <p:nvSpPr>
          <p:cNvPr id="4" name="capability_v2_s21_o4">
            <a:extLst xmlns:a="http://schemas.openxmlformats.org/drawingml/2006/main">
              <a:ext uri="{FF2B5EF4-FFF2-40B4-BE49-F238E27FC236}">
                <a16:creationId xmlns:a16="http://schemas.microsoft.com/office/drawing/2014/main" id="{E9E3DEDC-7B66-45C7-9500-0A57066AD038}"/>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V43 · contract-satisfiability</a:t>
            </a:r>
          </a:p>
        </p:txBody>
      </p:sp>
      <p:sp>
        <p:nvSpPr>
          <p:cNvPr id="5" name="capability_v2_s21_o5">
            <a:extLst xmlns:a="http://schemas.openxmlformats.org/drawingml/2006/main">
              <a:ext uri="{FF2B5EF4-FFF2-40B4-BE49-F238E27FC236}">
                <a16:creationId xmlns:a16="http://schemas.microsoft.com/office/drawing/2014/main" id="{ED166C70-A82C-417D-B7BB-661F5BF7CA0E}"/>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1_o6">
            <a:extLst xmlns:a="http://schemas.openxmlformats.org/drawingml/2006/main">
              <a:ext uri="{FF2B5EF4-FFF2-40B4-BE49-F238E27FC236}">
                <a16:creationId xmlns:a16="http://schemas.microsoft.com/office/drawing/2014/main" id="{DB6D5DFC-74F2-42B3-BE0A-6F1A3793F3EE}"/>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2 contract(s) resolve with no unsatisfiable root pattern</a:t>
            </a:r>
          </a:p>
        </p:txBody>
      </p:sp>
      <p:sp>
        <p:nvSpPr>
          <p:cNvPr id="7" name="capability_v2_s21_o7">
            <a:extLst xmlns:a="http://schemas.openxmlformats.org/drawingml/2006/main">
              <a:ext uri="{FF2B5EF4-FFF2-40B4-BE49-F238E27FC236}">
                <a16:creationId xmlns:a16="http://schemas.microsoft.com/office/drawing/2014/main" id="{1A3BDA2F-2C66-4FA1-BCBA-3F26D42A1528}"/>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V44 · input-outcome-predicates</a:t>
            </a:r>
          </a:p>
        </p:txBody>
      </p:sp>
      <p:sp>
        <p:nvSpPr>
          <p:cNvPr id="8" name="capability_v2_s21_o8">
            <a:extLst xmlns:a="http://schemas.openxmlformats.org/drawingml/2006/main">
              <a:ext uri="{FF2B5EF4-FFF2-40B4-BE49-F238E27FC236}">
                <a16:creationId xmlns:a16="http://schemas.microsoft.com/office/drawing/2014/main" id="{76C74523-936B-4959-B641-82CC7B32CED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1_o9">
            <a:extLst xmlns:a="http://schemas.openxmlformats.org/drawingml/2006/main">
              <a:ext uri="{FF2B5EF4-FFF2-40B4-BE49-F238E27FC236}">
                <a16:creationId xmlns:a16="http://schemas.microsoft.com/office/drawing/2014/main" id="{FEE7CD56-0ED4-4695-9B5E-9B6AC29AF77C}"/>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1/1 input predicates, 1/1 outcome predicates</a:t>
            </a:r>
          </a:p>
        </p:txBody>
      </p:sp>
      <p:sp>
        <p:nvSpPr>
          <p:cNvPr id="10" name="capability_v2_s21_o10">
            <a:extLst xmlns:a="http://schemas.openxmlformats.org/drawingml/2006/main">
              <a:ext uri="{FF2B5EF4-FFF2-40B4-BE49-F238E27FC236}">
                <a16:creationId xmlns:a16="http://schemas.microsoft.com/office/drawing/2014/main" id="{40CDAFD4-3457-48EA-A292-ACB72B5586B5}"/>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V45 · expression-semantics</a:t>
            </a:r>
          </a:p>
        </p:txBody>
      </p:sp>
      <p:sp>
        <p:nvSpPr>
          <p:cNvPr id="11" name="capability_v2_s21_o11">
            <a:extLst xmlns:a="http://schemas.openxmlformats.org/drawingml/2006/main">
              <a:ext uri="{FF2B5EF4-FFF2-40B4-BE49-F238E27FC236}">
                <a16:creationId xmlns:a16="http://schemas.microsoft.com/office/drawing/2014/main" id="{1EE93096-C0E8-49F8-AB8A-58136D8D815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1_o12">
            <a:extLst xmlns:a="http://schemas.openxmlformats.org/drawingml/2006/main">
              <a:ext uri="{FF2B5EF4-FFF2-40B4-BE49-F238E27FC236}">
                <a16:creationId xmlns:a16="http://schemas.microsoft.com/office/drawing/2014/main" id="{CD540417-019A-4939-9FA7-1F9D7B0F5813}"/>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4 operator(s) used; every one is transcribed by an SDA ruling file</a:t>
            </a:r>
          </a:p>
        </p:txBody>
      </p:sp>
      <p:sp>
        <p:nvSpPr>
          <p:cNvPr id="13" name="capability_v2_s21_o13">
            <a:extLst xmlns:a="http://schemas.openxmlformats.org/drawingml/2006/main">
              <a:ext uri="{FF2B5EF4-FFF2-40B4-BE49-F238E27FC236}">
                <a16:creationId xmlns:a16="http://schemas.microsoft.com/office/drawing/2014/main" id="{B508FA9F-BAB8-4442-B727-9D5B7C74B30D}"/>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7dcd8ac6dc9c41d0" action="ppaction://hlinksldjump"/>
              </a:rPr>
              <a:t>Inspection coverage</a:t>
            </a:r>
          </a:p>
        </p:txBody>
      </p:sp>
      <p:sp>
        <p:nvSpPr>
          <p:cNvPr id="14" name="capability_v2_s21_o14">
            <a:extLst xmlns:a="http://schemas.openxmlformats.org/drawingml/2006/main">
              <a:ext uri="{FF2B5EF4-FFF2-40B4-BE49-F238E27FC236}">
                <a16:creationId xmlns:a16="http://schemas.microsoft.com/office/drawing/2014/main" id="{CB26347B-9C5A-42BD-B161-2A066CB1197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858294107"/>
      </p:ext>
    </p:extLst>
  </p:cSld>
</p:sld>
</file>

<file path=ppt/slides/slide5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2_o1">
            <a:extLst xmlns:a="http://schemas.openxmlformats.org/drawingml/2006/main">
              <a:ext uri="{FF2B5EF4-FFF2-40B4-BE49-F238E27FC236}">
                <a16:creationId xmlns:a16="http://schemas.microsoft.com/office/drawing/2014/main" id="{763FF7E8-9A3C-44E0-B9A9-8BEDB7A912D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2_o2">
            <a:extLst xmlns:a="http://schemas.openxmlformats.org/drawingml/2006/main">
              <a:ext uri="{FF2B5EF4-FFF2-40B4-BE49-F238E27FC236}">
                <a16:creationId xmlns:a16="http://schemas.microsoft.com/office/drawing/2014/main" id="{038E04C0-68DA-42CA-A5E4-096996F520F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2_o3">
            <a:extLst xmlns:a="http://schemas.openxmlformats.org/drawingml/2006/main">
              <a:ext uri="{FF2B5EF4-FFF2-40B4-BE49-F238E27FC236}">
                <a16:creationId xmlns:a16="http://schemas.microsoft.com/office/drawing/2014/main" id="{EF52E034-4820-4E43-80D0-8B868AA8153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54</a:t>
            </a:r>
          </a:p>
        </p:txBody>
      </p:sp>
      <p:sp>
        <p:nvSpPr>
          <p:cNvPr id="4" name="capability_v2_s22_o4">
            <a:extLst xmlns:a="http://schemas.openxmlformats.org/drawingml/2006/main">
              <a:ext uri="{FF2B5EF4-FFF2-40B4-BE49-F238E27FC236}">
                <a16:creationId xmlns:a16="http://schemas.microsoft.com/office/drawing/2014/main" id="{37CDC4F6-AEBA-4534-A260-A535C2132D7D}"/>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V46 · expression-totality</a:t>
            </a:r>
          </a:p>
        </p:txBody>
      </p:sp>
      <p:sp>
        <p:nvSpPr>
          <p:cNvPr id="5" name="capability_v2_s22_o5">
            <a:extLst xmlns:a="http://schemas.openxmlformats.org/drawingml/2006/main">
              <a:ext uri="{FF2B5EF4-FFF2-40B4-BE49-F238E27FC236}">
                <a16:creationId xmlns:a16="http://schemas.microsoft.com/office/drawing/2014/main" id="{C49B4730-7A06-4C47-8EFA-C6635C1938D3}"/>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2_o6">
            <a:extLst xmlns:a="http://schemas.openxmlformats.org/drawingml/2006/main">
              <a:ext uri="{FF2B5EF4-FFF2-40B4-BE49-F238E27FC236}">
                <a16:creationId xmlns:a16="http://schemas.microsoft.com/office/drawing/2014/main" id="{73E5E7E0-6221-44FC-B97F-C6A6A3A37470}"/>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if node; totality holds vacuously</a:t>
            </a:r>
          </a:p>
        </p:txBody>
      </p:sp>
      <p:sp>
        <p:nvSpPr>
          <p:cNvPr id="7" name="capability_v2_s22_o7">
            <a:extLst xmlns:a="http://schemas.openxmlformats.org/drawingml/2006/main">
              <a:ext uri="{FF2B5EF4-FFF2-40B4-BE49-F238E27FC236}">
                <a16:creationId xmlns:a16="http://schemas.microsoft.com/office/drawing/2014/main" id="{BA1B907A-CF71-434C-83BB-CD9071FFC0B4}"/>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V47 · route-variant-coverage</a:t>
            </a:r>
          </a:p>
        </p:txBody>
      </p:sp>
      <p:sp>
        <p:nvSpPr>
          <p:cNvPr id="8" name="capability_v2_s22_o8">
            <a:extLst xmlns:a="http://schemas.openxmlformats.org/drawingml/2006/main">
              <a:ext uri="{FF2B5EF4-FFF2-40B4-BE49-F238E27FC236}">
                <a16:creationId xmlns:a16="http://schemas.microsoft.com/office/drawing/2014/main" id="{498B9FC5-DDFB-48F4-9879-F6110097799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2_o9">
            <a:extLst xmlns:a="http://schemas.openxmlformats.org/drawingml/2006/main">
              <a:ext uri="{FF2B5EF4-FFF2-40B4-BE49-F238E27FC236}">
                <a16:creationId xmlns:a16="http://schemas.microsoft.com/office/drawing/2014/main" id="{283C76C1-2574-4BB1-BB10-223D18DE55B7}"/>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declared routing entry reaches this capability</a:t>
            </a:r>
          </a:p>
        </p:txBody>
      </p:sp>
      <p:sp>
        <p:nvSpPr>
          <p:cNvPr id="10" name="capability_v2_s22_o10">
            <a:extLst xmlns:a="http://schemas.openxmlformats.org/drawingml/2006/main">
              <a:ext uri="{FF2B5EF4-FFF2-40B4-BE49-F238E27FC236}">
                <a16:creationId xmlns:a16="http://schemas.microsoft.com/office/drawing/2014/main" id="{E15A6E03-B737-4FE1-B50B-2DC425807F18}"/>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V48 · reachability-acyclicity</a:t>
            </a:r>
          </a:p>
        </p:txBody>
      </p:sp>
      <p:sp>
        <p:nvSpPr>
          <p:cNvPr id="11" name="capability_v2_s22_o11">
            <a:extLst xmlns:a="http://schemas.openxmlformats.org/drawingml/2006/main">
              <a:ext uri="{FF2B5EF4-FFF2-40B4-BE49-F238E27FC236}">
                <a16:creationId xmlns:a16="http://schemas.microsoft.com/office/drawing/2014/main" id="{65B23A52-61A7-45F0-A646-C8D1EAD54974}"/>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2_o12">
            <a:extLst xmlns:a="http://schemas.openxmlformats.org/drawingml/2006/main">
              <a:ext uri="{FF2B5EF4-FFF2-40B4-BE49-F238E27FC236}">
                <a16:creationId xmlns:a16="http://schemas.microsoft.com/office/drawing/2014/main" id="{11368E46-3BA1-418B-A3DD-AB3E1511C6B0}"/>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invoke-scenario edge; acyclicity holds vacuously</a:t>
            </a:r>
          </a:p>
        </p:txBody>
      </p:sp>
      <p:sp>
        <p:nvSpPr>
          <p:cNvPr id="13" name="capability_v2_s22_o13">
            <a:extLst xmlns:a="http://schemas.openxmlformats.org/drawingml/2006/main">
              <a:ext uri="{FF2B5EF4-FFF2-40B4-BE49-F238E27FC236}">
                <a16:creationId xmlns:a16="http://schemas.microsoft.com/office/drawing/2014/main" id="{E1A55409-F5F6-49C1-9F4C-F637D8E0E893}"/>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b0cdbfeda78464b" action="ppaction://hlinksldjump"/>
              </a:rPr>
              <a:t>Inspection coverage</a:t>
            </a:r>
          </a:p>
        </p:txBody>
      </p:sp>
      <p:sp>
        <p:nvSpPr>
          <p:cNvPr id="14" name="capability_v2_s22_o14">
            <a:extLst xmlns:a="http://schemas.openxmlformats.org/drawingml/2006/main">
              <a:ext uri="{FF2B5EF4-FFF2-40B4-BE49-F238E27FC236}">
                <a16:creationId xmlns:a16="http://schemas.microsoft.com/office/drawing/2014/main" id="{FBA799B3-FAFF-4110-B3C5-F5442709E04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658661115"/>
      </p:ext>
    </p:extLst>
  </p:cSld>
</p:sld>
</file>

<file path=ppt/slides/slide5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3_o1">
            <a:extLst xmlns:a="http://schemas.openxmlformats.org/drawingml/2006/main">
              <a:ext uri="{FF2B5EF4-FFF2-40B4-BE49-F238E27FC236}">
                <a16:creationId xmlns:a16="http://schemas.microsoft.com/office/drawing/2014/main" id="{0CD9218D-AE10-42BE-8A53-CA4CC6F30C3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3_o2">
            <a:extLst xmlns:a="http://schemas.openxmlformats.org/drawingml/2006/main">
              <a:ext uri="{FF2B5EF4-FFF2-40B4-BE49-F238E27FC236}">
                <a16:creationId xmlns:a16="http://schemas.microsoft.com/office/drawing/2014/main" id="{1E13BE0A-49F7-4735-87F9-65C922E1244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3_o3">
            <a:extLst xmlns:a="http://schemas.openxmlformats.org/drawingml/2006/main">
              <a:ext uri="{FF2B5EF4-FFF2-40B4-BE49-F238E27FC236}">
                <a16:creationId xmlns:a16="http://schemas.microsoft.com/office/drawing/2014/main" id="{B6A3C1F0-68E3-42C5-AAA0-4EEE7867369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55</a:t>
            </a:r>
          </a:p>
        </p:txBody>
      </p:sp>
      <p:sp>
        <p:nvSpPr>
          <p:cNvPr id="4" name="capability_v2_s23_o4">
            <a:extLst xmlns:a="http://schemas.openxmlformats.org/drawingml/2006/main">
              <a:ext uri="{FF2B5EF4-FFF2-40B4-BE49-F238E27FC236}">
                <a16:creationId xmlns:a16="http://schemas.microsoft.com/office/drawing/2014/main" id="{07A4B7EC-5DA6-4EB6-8FB7-EBE910D850CB}"/>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V49 · contract-face-compatibility</a:t>
            </a:r>
          </a:p>
        </p:txBody>
      </p:sp>
      <p:sp>
        <p:nvSpPr>
          <p:cNvPr id="5" name="capability_v2_s23_o5">
            <a:extLst xmlns:a="http://schemas.openxmlformats.org/drawingml/2006/main">
              <a:ext uri="{FF2B5EF4-FFF2-40B4-BE49-F238E27FC236}">
                <a16:creationId xmlns:a16="http://schemas.microsoft.com/office/drawing/2014/main" id="{EE05518C-DAA3-4997-B35C-016DBA8F319C}"/>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3_o6">
            <a:extLst xmlns:a="http://schemas.openxmlformats.org/drawingml/2006/main">
              <a:ext uri="{FF2B5EF4-FFF2-40B4-BE49-F238E27FC236}">
                <a16:creationId xmlns:a16="http://schemas.microsoft.com/office/drawing/2014/main" id="{41BE5F2C-C640-4388-A7C9-EC1CB6580A43}"/>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route or terminal invoke-scenario edge declared</a:t>
            </a:r>
          </a:p>
        </p:txBody>
      </p:sp>
      <p:sp>
        <p:nvSpPr>
          <p:cNvPr id="7" name="capability_v2_s23_o7">
            <a:extLst xmlns:a="http://schemas.openxmlformats.org/drawingml/2006/main">
              <a:ext uri="{FF2B5EF4-FFF2-40B4-BE49-F238E27FC236}">
                <a16:creationId xmlns:a16="http://schemas.microsoft.com/office/drawing/2014/main" id="{64B30461-FE90-4C6B-8DE3-CDD351B9A8FA}"/>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V50 · witnesses</a:t>
            </a:r>
          </a:p>
        </p:txBody>
      </p:sp>
      <p:sp>
        <p:nvSpPr>
          <p:cNvPr id="8" name="capability_v2_s23_o8">
            <a:extLst xmlns:a="http://schemas.openxmlformats.org/drawingml/2006/main">
              <a:ext uri="{FF2B5EF4-FFF2-40B4-BE49-F238E27FC236}">
                <a16:creationId xmlns:a16="http://schemas.microsoft.com/office/drawing/2014/main" id="{F4EC173C-D9A6-4468-B674-5BCD4C951E26}"/>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3_o9">
            <a:extLst xmlns:a="http://schemas.openxmlformats.org/drawingml/2006/main">
              <a:ext uri="{FF2B5EF4-FFF2-40B4-BE49-F238E27FC236}">
                <a16:creationId xmlns:a16="http://schemas.microsoft.com/office/drawing/2014/main" id="{3388791A-E5B0-4D52-9380-6B3585E4728D}"/>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fixture owned by this capability or its scenarios</a:t>
            </a:r>
          </a:p>
        </p:txBody>
      </p:sp>
      <p:sp>
        <p:nvSpPr>
          <p:cNvPr id="10" name="capability_v2_s23_o10">
            <a:extLst xmlns:a="http://schemas.openxmlformats.org/drawingml/2006/main">
              <a:ext uri="{FF2B5EF4-FFF2-40B4-BE49-F238E27FC236}">
                <a16:creationId xmlns:a16="http://schemas.microsoft.com/office/drawing/2014/main" id="{8968CA18-AA4E-4B05-8DD2-D5083051CF2E}"/>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V51 · invariants</a:t>
            </a:r>
          </a:p>
        </p:txBody>
      </p:sp>
      <p:sp>
        <p:nvSpPr>
          <p:cNvPr id="11" name="capability_v2_s23_o11">
            <a:extLst xmlns:a="http://schemas.openxmlformats.org/drawingml/2006/main">
              <a:ext uri="{FF2B5EF4-FFF2-40B4-BE49-F238E27FC236}">
                <a16:creationId xmlns:a16="http://schemas.microsoft.com/office/drawing/2014/main" id="{440CD0A3-0490-4A35-B1BC-FF2AC656FCB2}"/>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12" name="capability_v2_s23_o12">
            <a:extLst xmlns:a="http://schemas.openxmlformats.org/drawingml/2006/main">
              <a:ext uri="{FF2B5EF4-FFF2-40B4-BE49-F238E27FC236}">
                <a16:creationId xmlns:a16="http://schemas.microsoft.com/office/drawing/2014/main" id="{8D198909-6162-41E0-BA82-226F11A46BDD}"/>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0 observable condition(s) owned, 0 with a formal expression statement</a:t>
            </a:r>
          </a:p>
        </p:txBody>
      </p:sp>
      <p:sp>
        <p:nvSpPr>
          <p:cNvPr id="13" name="capability_v2_s23_o13">
            <a:extLst xmlns:a="http://schemas.openxmlformats.org/drawingml/2006/main">
              <a:ext uri="{FF2B5EF4-FFF2-40B4-BE49-F238E27FC236}">
                <a16:creationId xmlns:a16="http://schemas.microsoft.com/office/drawing/2014/main" id="{35E22BCB-19C7-4FBF-880F-CC75F05E9FE8}"/>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0111e9ecfed34e99" action="ppaction://hlinksldjump"/>
              </a:rPr>
              <a:t>Inspection coverage</a:t>
            </a:r>
          </a:p>
        </p:txBody>
      </p:sp>
      <p:sp>
        <p:nvSpPr>
          <p:cNvPr id="14" name="capability_v2_s23_o14">
            <a:extLst xmlns:a="http://schemas.openxmlformats.org/drawingml/2006/main">
              <a:ext uri="{FF2B5EF4-FFF2-40B4-BE49-F238E27FC236}">
                <a16:creationId xmlns:a16="http://schemas.microsoft.com/office/drawing/2014/main" id="{DCADD5A0-D931-42CA-8B9F-642FDD6D45A7}"/>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145610267"/>
      </p:ext>
    </p:extLst>
  </p:cSld>
</p:sld>
</file>

<file path=ppt/slides/slide5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4_o1">
            <a:extLst xmlns:a="http://schemas.openxmlformats.org/drawingml/2006/main">
              <a:ext uri="{FF2B5EF4-FFF2-40B4-BE49-F238E27FC236}">
                <a16:creationId xmlns:a16="http://schemas.microsoft.com/office/drawing/2014/main" id="{AD096456-5827-465B-8EC0-0A5BA7DDC83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4_o2">
            <a:extLst xmlns:a="http://schemas.openxmlformats.org/drawingml/2006/main">
              <a:ext uri="{FF2B5EF4-FFF2-40B4-BE49-F238E27FC236}">
                <a16:creationId xmlns:a16="http://schemas.microsoft.com/office/drawing/2014/main" id="{74B4AD07-22AC-479B-BFF3-4CC0A9A25C3F}"/>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4_o3">
            <a:extLst xmlns:a="http://schemas.openxmlformats.org/drawingml/2006/main">
              <a:ext uri="{FF2B5EF4-FFF2-40B4-BE49-F238E27FC236}">
                <a16:creationId xmlns:a16="http://schemas.microsoft.com/office/drawing/2014/main" id="{FF7CD31E-5EA1-4577-85BB-DA1BBAD1909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56</a:t>
            </a:r>
          </a:p>
        </p:txBody>
      </p:sp>
      <p:sp>
        <p:nvSpPr>
          <p:cNvPr id="4" name="capability_v2_s24_o4">
            <a:extLst xmlns:a="http://schemas.openxmlformats.org/drawingml/2006/main">
              <a:ext uri="{FF2B5EF4-FFF2-40B4-BE49-F238E27FC236}">
                <a16:creationId xmlns:a16="http://schemas.microsoft.com/office/drawing/2014/main" id="{9AF8F485-D111-42CD-BB5B-D308E8A8676A}"/>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V52 · provider-assumptions</a:t>
            </a:r>
          </a:p>
        </p:txBody>
      </p:sp>
      <p:sp>
        <p:nvSpPr>
          <p:cNvPr id="5" name="capability_v2_s24_o5">
            <a:extLst xmlns:a="http://schemas.openxmlformats.org/drawingml/2006/main">
              <a:ext uri="{FF2B5EF4-FFF2-40B4-BE49-F238E27FC236}">
                <a16:creationId xmlns:a16="http://schemas.microsoft.com/office/drawing/2014/main" id="{7EC546BF-8228-42E8-A45D-B7AA50821690}"/>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4_o6">
            <a:extLst xmlns:a="http://schemas.openxmlformats.org/drawingml/2006/main">
              <a:ext uri="{FF2B5EF4-FFF2-40B4-BE49-F238E27FC236}">
                <a16:creationId xmlns:a16="http://schemas.microsoft.com/office/drawing/2014/main" id="{46EC338E-26A4-4FE4-BF64-80FB2C727B2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provider-facing port declared</a:t>
            </a:r>
          </a:p>
        </p:txBody>
      </p:sp>
      <p:sp>
        <p:nvSpPr>
          <p:cNvPr id="7" name="capability_v2_s24_o7">
            <a:extLst xmlns:a="http://schemas.openxmlformats.org/drawingml/2006/main">
              <a:ext uri="{FF2B5EF4-FFF2-40B4-BE49-F238E27FC236}">
                <a16:creationId xmlns:a16="http://schemas.microsoft.com/office/drawing/2014/main" id="{6B3132F5-962B-4F29-AF31-4EBEA2D8B7A3}"/>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V53 · mechanic-contracts</a:t>
            </a:r>
          </a:p>
        </p:txBody>
      </p:sp>
      <p:sp>
        <p:nvSpPr>
          <p:cNvPr id="8" name="capability_v2_s24_o8">
            <a:extLst xmlns:a="http://schemas.openxmlformats.org/drawingml/2006/main">
              <a:ext uri="{FF2B5EF4-FFF2-40B4-BE49-F238E27FC236}">
                <a16:creationId xmlns:a16="http://schemas.microsoft.com/office/drawing/2014/main" id="{FC72BBE2-6AE5-4D96-BAE3-F518CB867A24}"/>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4_o9">
            <a:extLst xmlns:a="http://schemas.openxmlformats.org/drawingml/2006/main">
              <a:ext uri="{FF2B5EF4-FFF2-40B4-BE49-F238E27FC236}">
                <a16:creationId xmlns:a16="http://schemas.microsoft.com/office/drawing/2014/main" id="{1419D3BF-6CC8-4D37-A6B6-00F4A6F5DA2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platform mechanic referenced by this capability's ports</a:t>
            </a:r>
          </a:p>
        </p:txBody>
      </p:sp>
      <p:sp>
        <p:nvSpPr>
          <p:cNvPr id="10" name="capability_v2_s24_o10">
            <a:extLst xmlns:a="http://schemas.openxmlformats.org/drawingml/2006/main">
              <a:ext uri="{FF2B5EF4-FFF2-40B4-BE49-F238E27FC236}">
                <a16:creationId xmlns:a16="http://schemas.microsoft.com/office/drawing/2014/main" id="{8916F5EE-EB23-420C-84A5-F5F53C1DE3B0}"/>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V54 · pattern-vocabulary-binding</a:t>
            </a:r>
          </a:p>
        </p:txBody>
      </p:sp>
      <p:sp>
        <p:nvSpPr>
          <p:cNvPr id="11" name="capability_v2_s24_o11">
            <a:extLst xmlns:a="http://schemas.openxmlformats.org/drawingml/2006/main">
              <a:ext uri="{FF2B5EF4-FFF2-40B4-BE49-F238E27FC236}">
                <a16:creationId xmlns:a16="http://schemas.microsoft.com/office/drawing/2014/main" id="{B3827C9A-45DD-4C7C-AA22-4678167B599F}"/>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12" name="capability_v2_s24_o12">
            <a:extLst xmlns:a="http://schemas.openxmlformats.org/drawingml/2006/main">
              <a:ext uri="{FF2B5EF4-FFF2-40B4-BE49-F238E27FC236}">
                <a16:creationId xmlns:a16="http://schemas.microsoft.com/office/drawing/2014/main" id="{AF22BC61-6C9C-4E42-A3B4-02E4D8564BC4}"/>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75" b="0">
                <a:solidFill>
                  <a:srgbClr val="F4F7FB"/>
                </a:solidFill>
                <a:latin typeface="Arial"/>
                <a:ea typeface="Arial"/>
                <a:cs typeface="Arial"/>
              </a:defRPr>
            </a:defPPr>
          </a:lstStyle>
          <a:p xmlns:a="http://schemas.openxmlformats.org/drawingml/2006/main">
            <a:pPr algn="l">
              <a:lnSpc>
                <a:spcPct val="108000"/>
              </a:lnSpc>
              <a:buNone/>
              <a:defRPr sz="1275" b="0">
                <a:solidFill>
                  <a:srgbClr val="F4F7FB"/>
                </a:solidFill>
                <a:latin typeface="Arial"/>
                <a:ea typeface="Arial"/>
                <a:cs typeface="Arial"/>
              </a:defRPr>
            </a:pPr>
            <a:r>
              <a:rPr sz="1275" b="0">
                <a:solidFill>
                  <a:srgbClr val="F4F7FB"/>
                </a:solidFill>
                <a:latin typeface="Arial"/>
                <a:ea typeface="Arial"/>
                <a:cs typeface="Arial"/>
              </a:rPr>
              <a:t>0 of 4552 selected estate definitions with a pattern key; the mapping from the ordinal operation list to the declared pattern semantics is</a:t>
            </a:r>
          </a:p>
          <a:p xmlns:a="http://schemas.openxmlformats.org/drawingml/2006/main">
            <a:pPr algn="l">
              <a:lnSpc>
                <a:spcPct val="108000"/>
              </a:lnSpc>
              <a:buNone/>
              <a:defRPr sz="1275" b="0">
                <a:solidFill>
                  <a:srgbClr val="F4F7FB"/>
                </a:solidFill>
                <a:latin typeface="Arial"/>
                <a:ea typeface="Arial"/>
                <a:cs typeface="Arial"/>
              </a:defRPr>
            </a:pPr>
            <a:r>
              <a:rPr sz="1275" b="0">
                <a:solidFill>
                  <a:srgbClr val="F4F7FB"/>
                </a:solidFill>
                <a:latin typeface="Arial"/>
                <a:ea typeface="Arial"/>
                <a:cs typeface="Arial"/>
              </a:rPr>
              <a:t>compiler behaviour, not a declared row</a:t>
            </a:r>
          </a:p>
        </p:txBody>
      </p:sp>
      <p:sp>
        <p:nvSpPr>
          <p:cNvPr id="13" name="capability_v2_s24_o13">
            <a:extLst xmlns:a="http://schemas.openxmlformats.org/drawingml/2006/main">
              <a:ext uri="{FF2B5EF4-FFF2-40B4-BE49-F238E27FC236}">
                <a16:creationId xmlns:a16="http://schemas.microsoft.com/office/drawing/2014/main" id="{EFC3E867-6B1D-42DA-A709-57DE570CEA97}"/>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af868e5371dc4fe5" action="ppaction://hlinksldjump"/>
              </a:rPr>
              <a:t>Inspection coverage</a:t>
            </a:r>
          </a:p>
        </p:txBody>
      </p:sp>
      <p:sp>
        <p:nvSpPr>
          <p:cNvPr id="14" name="capability_v2_s24_o14">
            <a:extLst xmlns:a="http://schemas.openxmlformats.org/drawingml/2006/main">
              <a:ext uri="{FF2B5EF4-FFF2-40B4-BE49-F238E27FC236}">
                <a16:creationId xmlns:a16="http://schemas.microsoft.com/office/drawing/2014/main" id="{9E019CA2-79E3-46B7-9EBB-5E34DFF82FB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255627992"/>
      </p:ext>
    </p:extLst>
  </p:cSld>
</p:sld>
</file>

<file path=ppt/slides/slide5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7" name="capability_v2_s25_o1">
            <a:extLst xmlns:a="http://schemas.openxmlformats.org/drawingml/2006/main">
              <a:ext uri="{FF2B5EF4-FFF2-40B4-BE49-F238E27FC236}">
                <a16:creationId xmlns:a16="http://schemas.microsoft.com/office/drawing/2014/main" id="{02D0CFB9-2A20-4C4F-9691-F818D24FF598}"/>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5_o2">
            <a:extLst xmlns:a="http://schemas.openxmlformats.org/drawingml/2006/main">
              <a:ext uri="{FF2B5EF4-FFF2-40B4-BE49-F238E27FC236}">
                <a16:creationId xmlns:a16="http://schemas.microsoft.com/office/drawing/2014/main" id="{F91A491C-3069-4BB8-A428-5AD5B396069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5_o3">
            <a:extLst xmlns:a="http://schemas.openxmlformats.org/drawingml/2006/main">
              <a:ext uri="{FF2B5EF4-FFF2-40B4-BE49-F238E27FC236}">
                <a16:creationId xmlns:a16="http://schemas.microsoft.com/office/drawing/2014/main" id="{CF87EE00-D72C-4F4E-AFFE-6ADF020E103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57</a:t>
            </a:r>
          </a:p>
        </p:txBody>
      </p:sp>
      <p:sp>
        <p:nvSpPr>
          <p:cNvPr id="4" name="capability_v2_s25_o4">
            <a:extLst xmlns:a="http://schemas.openxmlformats.org/drawingml/2006/main">
              <a:ext uri="{FF2B5EF4-FFF2-40B4-BE49-F238E27FC236}">
                <a16:creationId xmlns:a16="http://schemas.microsoft.com/office/drawing/2014/main" id="{C6384778-3C9F-47F6-BD22-6C2140BA0121}"/>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V55 · interpreter-conformance</a:t>
            </a:r>
          </a:p>
        </p:txBody>
      </p:sp>
      <p:sp>
        <p:nvSpPr>
          <p:cNvPr id="5" name="capability_v2_s25_o5">
            <a:extLst xmlns:a="http://schemas.openxmlformats.org/drawingml/2006/main">
              <a:ext uri="{FF2B5EF4-FFF2-40B4-BE49-F238E27FC236}">
                <a16:creationId xmlns:a16="http://schemas.microsoft.com/office/drawing/2014/main" id="{C5AD2865-E381-44D4-AC72-6CB1E27E3113}"/>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5_o6">
            <a:extLst xmlns:a="http://schemas.openxmlformats.org/drawingml/2006/main">
              <a:ext uri="{FF2B5EF4-FFF2-40B4-BE49-F238E27FC236}">
                <a16:creationId xmlns:a16="http://schemas.microsoft.com/office/drawing/2014/main" id="{83C36DD9-3785-4DBF-A12A-D274AC3BA76B}"/>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installed kernel is csharp and has no execution-pattern-vector conformance test; node and python run the vectors</a:t>
            </a:r>
          </a:p>
        </p:txBody>
      </p:sp>
      <p:sp>
        <p:nvSpPr>
          <p:cNvPr id="7" name="capability_v2_s25_o7">
            <a:extLst xmlns:a="http://schemas.openxmlformats.org/drawingml/2006/main">
              <a:ext uri="{FF2B5EF4-FFF2-40B4-BE49-F238E27FC236}">
                <a16:creationId xmlns:a16="http://schemas.microsoft.com/office/drawing/2014/main" id="{86F808E6-1A17-4EFC-9B4D-7F4C111B194B}"/>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R01 · BINDING_NOT_INVOKED</a:t>
            </a:r>
          </a:p>
        </p:txBody>
      </p:sp>
      <p:sp>
        <p:nvSpPr>
          <p:cNvPr id="8" name="capability_v2_s25_o8">
            <a:extLst xmlns:a="http://schemas.openxmlformats.org/drawingml/2006/main">
              <a:ext uri="{FF2B5EF4-FFF2-40B4-BE49-F238E27FC236}">
                <a16:creationId xmlns:a16="http://schemas.microsoft.com/office/drawing/2014/main" id="{26C5536F-77AF-423F-9D16-238DE9BF2B1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LOCATED</a:t>
            </a:r>
          </a:p>
        </p:txBody>
      </p:sp>
      <p:sp>
        <p:nvSpPr>
          <p:cNvPr id="9" name="capability_v2_s25_o9">
            <a:extLst xmlns:a="http://schemas.openxmlformats.org/drawingml/2006/main">
              <a:ext uri="{FF2B5EF4-FFF2-40B4-BE49-F238E27FC236}">
                <a16:creationId xmlns:a16="http://schemas.microsoft.com/office/drawing/2014/main" id="{3391C726-B642-4F5F-8A08-94A83775E03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Binding read-capability-dsl-source-port has no invoking operation in the selected graph.</a:t>
            </a:r>
          </a:p>
        </p:txBody>
      </p:sp>
      <p:sp>
        <p:nvSpPr>
          <p:cNvPr id="10" name="capability_v2_s25_o10">
            <a:extLst xmlns:a="http://schemas.openxmlformats.org/drawingml/2006/main">
              <a:ext uri="{FF2B5EF4-FFF2-40B4-BE49-F238E27FC236}">
                <a16:creationId xmlns:a16="http://schemas.microsoft.com/office/drawing/2014/main" id="{0150EE24-D4D6-444E-AA4D-B0537EE7F8EF}"/>
              </a:ext>
            </a:extLst>
          </p:cNvPr>
          <p:cNvSpPr>
            <a:spLocks xmlns:a="http://schemas.openxmlformats.org/drawingml/2006/main" noGrp="1"/>
          </p:cNvSpPr>
          <p:nvPr/>
        </p:nvSpPr>
        <p:spPr>
          <a:xfrm xmlns:a="http://schemas.openxmlformats.org/drawingml/2006/main">
            <a:off x="457200" y="42672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MAPPED · required: capability_id, scenario</a:t>
            </a:r>
          </a:p>
        </p:txBody>
      </p:sp>
      <p:sp>
        <p:nvSpPr>
          <p:cNvPr id="11" name="capability_v2_s25_o11">
            <a:extLst xmlns:a="http://schemas.openxmlformats.org/drawingml/2006/main">
              <a:ext uri="{FF2B5EF4-FFF2-40B4-BE49-F238E27FC236}">
                <a16:creationId xmlns:a16="http://schemas.microsoft.com/office/drawing/2014/main" id="{DC940B3C-9369-4081-8F7F-A394B9B12B3E}"/>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R02 · CANONICAL_BLUEPRINT_EDGES_NOT_AVAILABLE</a:t>
            </a:r>
          </a:p>
        </p:txBody>
      </p:sp>
      <p:sp>
        <p:nvSpPr>
          <p:cNvPr id="12" name="capability_v2_s25_o12">
            <a:extLst xmlns:a="http://schemas.openxmlformats.org/drawingml/2006/main">
              <a:ext uri="{FF2B5EF4-FFF2-40B4-BE49-F238E27FC236}">
                <a16:creationId xmlns:a16="http://schemas.microsoft.com/office/drawing/2014/main" id="{23BF78E8-39FF-4506-BFD7-EC5276E7D0F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13" name="capability_v2_s25_o13">
            <a:extLst xmlns:a="http://schemas.openxmlformats.org/drawingml/2006/main">
              <a:ext uri="{FF2B5EF4-FFF2-40B4-BE49-F238E27FC236}">
                <a16:creationId xmlns:a16="http://schemas.microsoft.com/office/drawing/2014/main" id="{E2BA8260-35A8-41C8-A51E-CDFC93EFD633}"/>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selected canonical blueprint with edge records was returned. Operation order is not a proof of complete canonical semantics.</a:t>
            </a:r>
          </a:p>
        </p:txBody>
      </p:sp>
      <p:sp>
        <p:nvSpPr>
          <p:cNvPr id="14" name="capability_v2_s25_o14">
            <a:extLst xmlns:a="http://schemas.openxmlformats.org/drawingml/2006/main">
              <a:ext uri="{FF2B5EF4-FFF2-40B4-BE49-F238E27FC236}">
                <a16:creationId xmlns:a16="http://schemas.microsoft.com/office/drawing/2014/main" id="{79CDBEF5-3380-47F8-9123-B1A2A015E16E}"/>
              </a:ext>
            </a:extLst>
          </p:cNvPr>
          <p:cNvSpPr>
            <a:spLocks xmlns:a="http://schemas.openxmlformats.org/drawingml/2006/main" noGrp="1"/>
          </p:cNvSpPr>
          <p:nvPr/>
        </p:nvSpPr>
        <p:spPr>
          <a:xfrm xmlns:a="http://schemas.openxmlformats.org/drawingml/2006/main">
            <a:off x="457200" y="57150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15" name="capability_v2_s25_o15">
            <a:extLst xmlns:a="http://schemas.openxmlformats.org/drawingml/2006/main">
              <a:ext uri="{FF2B5EF4-FFF2-40B4-BE49-F238E27FC236}">
                <a16:creationId xmlns:a16="http://schemas.microsoft.com/office/drawing/2014/main" id="{9E547482-DD79-4EBD-89DB-48968A544F2A}"/>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805f01f4d5546c1" action="ppaction://hlinksldjump"/>
              </a:rPr>
              <a:t>Inspection coverage</a:t>
            </a:r>
          </a:p>
        </p:txBody>
      </p:sp>
      <p:sp>
        <p:nvSpPr>
          <p:cNvPr id="16" name="capability_v2_s25_o16">
            <a:extLst xmlns:a="http://schemas.openxmlformats.org/drawingml/2006/main">
              <a:ext uri="{FF2B5EF4-FFF2-40B4-BE49-F238E27FC236}">
                <a16:creationId xmlns:a16="http://schemas.microsoft.com/office/drawing/2014/main" id="{E9251868-3FA9-4E45-9B29-7C1A563200B0}"/>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882721653"/>
      </p:ext>
    </p:extLst>
  </p:cSld>
</p:sld>
</file>

<file path=ppt/slides/slide5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2_s26_o1">
            <a:extLst xmlns:a="http://schemas.openxmlformats.org/drawingml/2006/main">
              <a:ext uri="{FF2B5EF4-FFF2-40B4-BE49-F238E27FC236}">
                <a16:creationId xmlns:a16="http://schemas.microsoft.com/office/drawing/2014/main" id="{EFBFCE16-3ED0-4B2D-A176-360C9109998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6_o2">
            <a:extLst xmlns:a="http://schemas.openxmlformats.org/drawingml/2006/main">
              <a:ext uri="{FF2B5EF4-FFF2-40B4-BE49-F238E27FC236}">
                <a16:creationId xmlns:a16="http://schemas.microsoft.com/office/drawing/2014/main" id="{97F6267F-6491-4A81-A7D0-D641B0FA686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6_o3">
            <a:extLst xmlns:a="http://schemas.openxmlformats.org/drawingml/2006/main">
              <a:ext uri="{FF2B5EF4-FFF2-40B4-BE49-F238E27FC236}">
                <a16:creationId xmlns:a16="http://schemas.microsoft.com/office/drawing/2014/main" id="{AE2EAB07-8C05-4A3B-97A7-22052974E81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58</a:t>
            </a:r>
          </a:p>
        </p:txBody>
      </p:sp>
      <p:sp>
        <p:nvSpPr>
          <p:cNvPr id="4" name="capability_v2_s26_o4">
            <a:extLst xmlns:a="http://schemas.openxmlformats.org/drawingml/2006/main">
              <a:ext uri="{FF2B5EF4-FFF2-40B4-BE49-F238E27FC236}">
                <a16:creationId xmlns:a16="http://schemas.microsoft.com/office/drawing/2014/main" id="{54FDFD43-0805-4E4B-85FD-F9171ECAB441}"/>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R03 · OBSERVABILITY_CONTRACT_NOT_RETAINED</a:t>
            </a:r>
          </a:p>
        </p:txBody>
      </p:sp>
      <p:sp>
        <p:nvSpPr>
          <p:cNvPr id="5" name="capability_v2_s26_o5">
            <a:extLst xmlns:a="http://schemas.openxmlformats.org/drawingml/2006/main">
              <a:ext uri="{FF2B5EF4-FFF2-40B4-BE49-F238E27FC236}">
                <a16:creationId xmlns:a16="http://schemas.microsoft.com/office/drawing/2014/main" id="{7B83FB08-4341-4BE4-B6AD-C9015B614342}"/>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6" name="capability_v2_s26_o6">
            <a:extLst xmlns:a="http://schemas.openxmlformats.org/drawingml/2006/main">
              <a:ext uri="{FF2B5EF4-FFF2-40B4-BE49-F238E27FC236}">
                <a16:creationId xmlns:a16="http://schemas.microsoft.com/office/drawing/2014/main" id="{7974061E-3F1B-43C3-B475-591FE6BBCF98}"/>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The reader did not retain a per-cell observation contract. Runtime state is separate and unobserved.</a:t>
            </a:r>
          </a:p>
        </p:txBody>
      </p:sp>
      <p:sp>
        <p:nvSpPr>
          <p:cNvPr id="7" name="capability_v2_s26_o7">
            <a:extLst xmlns:a="http://schemas.openxmlformats.org/drawingml/2006/main">
              <a:ext uri="{FF2B5EF4-FFF2-40B4-BE49-F238E27FC236}">
                <a16:creationId xmlns:a16="http://schemas.microsoft.com/office/drawing/2014/main" id="{9E115969-B50C-4D01-A5C3-676B63858447}"/>
              </a:ext>
            </a:extLst>
          </p:cNvPr>
          <p:cNvSpPr>
            <a:spLocks xmlns:a="http://schemas.openxmlformats.org/drawingml/2006/main" noGrp="1"/>
          </p:cNvSpPr>
          <p:nvPr/>
        </p:nvSpPr>
        <p:spPr>
          <a:xfrm xmlns:a="http://schemas.openxmlformats.org/drawingml/2006/main">
            <a:off x="457200" y="28194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8" name="capability_v2_s26_o8">
            <a:extLst xmlns:a="http://schemas.openxmlformats.org/drawingml/2006/main">
              <a:ext uri="{FF2B5EF4-FFF2-40B4-BE49-F238E27FC236}">
                <a16:creationId xmlns:a16="http://schemas.microsoft.com/office/drawing/2014/main" id="{DDF98C57-8095-4BEA-8DAC-F85458C802F3}"/>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R04 · MONOTONIC_PROGRESS_NOT_PROVEN</a:t>
            </a:r>
          </a:p>
        </p:txBody>
      </p:sp>
      <p:sp>
        <p:nvSpPr>
          <p:cNvPr id="9" name="capability_v2_s26_o9">
            <a:extLst xmlns:a="http://schemas.openxmlformats.org/drawingml/2006/main">
              <a:ext uri="{FF2B5EF4-FFF2-40B4-BE49-F238E27FC236}">
                <a16:creationId xmlns:a16="http://schemas.microsoft.com/office/drawing/2014/main" id="{55023D8B-DFAD-4C23-B050-48B350B65E52}"/>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10" name="capability_v2_s26_o10">
            <a:extLst xmlns:a="http://schemas.openxmlformats.org/drawingml/2006/main">
              <a:ext uri="{FF2B5EF4-FFF2-40B4-BE49-F238E27FC236}">
                <a16:creationId xmlns:a16="http://schemas.microsoft.com/office/drawing/2014/main" id="{E0BE4630-9878-4ACD-B4D3-2A113BA26A1A}"/>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complete semantic-progress proof was retained. Forward placement must not imply proven monotonicity.</a:t>
            </a:r>
          </a:p>
        </p:txBody>
      </p:sp>
      <p:sp>
        <p:nvSpPr>
          <p:cNvPr id="11" name="capability_v2_s26_o11">
            <a:extLst xmlns:a="http://schemas.openxmlformats.org/drawingml/2006/main">
              <a:ext uri="{FF2B5EF4-FFF2-40B4-BE49-F238E27FC236}">
                <a16:creationId xmlns:a16="http://schemas.microsoft.com/office/drawing/2014/main" id="{3A59357D-E089-4FD5-843B-2466C1265615}"/>
              </a:ext>
            </a:extLst>
          </p:cNvPr>
          <p:cNvSpPr>
            <a:spLocks xmlns:a="http://schemas.openxmlformats.org/drawingml/2006/main" noGrp="1"/>
          </p:cNvSpPr>
          <p:nvPr/>
        </p:nvSpPr>
        <p:spPr>
          <a:xfrm xmlns:a="http://schemas.openxmlformats.org/drawingml/2006/main">
            <a:off x="457200" y="42672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12" name="capability_v2_s26_o12">
            <a:extLst xmlns:a="http://schemas.openxmlformats.org/drawingml/2006/main">
              <a:ext uri="{FF2B5EF4-FFF2-40B4-BE49-F238E27FC236}">
                <a16:creationId xmlns:a16="http://schemas.microsoft.com/office/drawing/2014/main" id="{6B632CA0-DB40-4943-B17F-9E5237476B5F}"/>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516215d6517489c" action="ppaction://hlinksldjump"/>
              </a:rPr>
              <a:t>Inspection coverage</a:t>
            </a:r>
          </a:p>
        </p:txBody>
      </p:sp>
      <p:sp>
        <p:nvSpPr>
          <p:cNvPr id="13" name="capability_v2_s26_o13">
            <a:extLst xmlns:a="http://schemas.openxmlformats.org/drawingml/2006/main">
              <a:ext uri="{FF2B5EF4-FFF2-40B4-BE49-F238E27FC236}">
                <a16:creationId xmlns:a16="http://schemas.microsoft.com/office/drawing/2014/main" id="{4BE3572E-6E11-4CF7-81E9-B3F7CC294BF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734ca73fdf67</a:t>
            </a:r>
          </a:p>
        </p:txBody>
      </p:sp>
    </p:spTree>
    <p:extLst>
      <p:ext uri="{BB962C8B-B14F-4D97-AF65-F5344CB8AC3E}">
        <p14:creationId xmlns:p14="http://schemas.microsoft.com/office/powerpoint/2010/main" val="1966221843"/>
      </p:ext>
    </p:extLst>
  </p:cSld>
</p:sld>
</file>

<file path=ppt/theme/theme1.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2026-10-15T20:08:41.5910000Z</dcterms:created>
  <dcterms:modified xsi:type="dcterms:W3CDTF">2026-10-15T20:08:41.5910000Z</dcterms:modified>
</coreProperties>
</file>